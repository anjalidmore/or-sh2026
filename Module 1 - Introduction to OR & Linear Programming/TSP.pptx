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sldIdLst>
    <p:sldId id="256" r:id="rId5"/>
    <p:sldId id="281" r:id="rId6"/>
    <p:sldId id="257" r:id="rId7"/>
    <p:sldId id="258" r:id="rId8"/>
    <p:sldId id="259" r:id="rId9"/>
    <p:sldId id="274" r:id="rId10"/>
    <p:sldId id="276" r:id="rId11"/>
    <p:sldId id="260" r:id="rId12"/>
    <p:sldId id="271" r:id="rId13"/>
    <p:sldId id="272" r:id="rId14"/>
    <p:sldId id="262" r:id="rId15"/>
    <p:sldId id="282" r:id="rId16"/>
    <p:sldId id="284" r:id="rId17"/>
    <p:sldId id="280" r:id="rId18"/>
    <p:sldId id="263" r:id="rId19"/>
    <p:sldId id="264" r:id="rId20"/>
    <p:sldId id="277" r:id="rId21"/>
    <p:sldId id="261" r:id="rId22"/>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8C0061-A978-A697-F777-18805CBAA4CE}" v="402" dt="2020-09-01T17:13:33.253"/>
    <p1510:client id="{375787A2-DA9B-46E7-68D8-67F6C66988CD}" v="99" dt="2020-09-10T14:00:41.422"/>
    <p1510:client id="{41F4017C-E1B0-88C5-E032-A528A573FC70}" v="216" dt="2020-09-08T17:18:00.129"/>
    <p1510:client id="{4A5E2702-EB6F-CF5F-56FF-911FD4FA06B0}" v="4" dt="2021-09-24T12:48:39.491"/>
    <p1510:client id="{7374D166-A205-42DA-6A59-6152E6B3CC12}" v="962" dt="2020-09-01T14:47:51.873"/>
    <p1510:client id="{9258CD07-212C-0F98-4864-9CCA2A743976}" v="76" dt="2020-09-04T05:46:29.091"/>
    <p1510:client id="{94CCF124-EF14-52D9-730F-74CB58C56977}" v="73" dt="2020-09-08T17:21:40.360"/>
    <p1510:client id="{AA61C571-A873-FBAD-2D80-71F085F61E1A}" v="1328" dt="2020-09-08T18:25:59.263"/>
    <p1510:client id="{AF58B9F9-C2CB-C34F-5229-925DA6458D8F}" v="215" dt="2020-09-11T06:52:39.579"/>
    <p1510:client id="{B3B3B003-3B2B-6BC2-E79B-C662BA9F969D}" v="109" dt="2020-09-11T09:17:23.048"/>
    <p1510:client id="{C263CBBF-0EA2-EAF5-1B96-38E7CA03B2FD}" v="4" dt="2020-09-04T09:51:43.685"/>
    <p1510:client id="{C820EF70-7CDB-BF3B-62E3-FD1228B009B1}" v="204" dt="2020-09-01T14:54:41.820"/>
    <p1510:client id="{F5682F41-2F87-A8E1-D832-E3433E9FAE36}" v="1" dt="2020-09-02T12:31:26.994"/>
    <p1510:client id="{FB883F6E-D658-E982-9E65-D7E70A4301E9}" v="105" dt="2020-09-08T17:04:54.8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250" autoAdjust="0"/>
    <p:restoredTop sz="94660"/>
  </p:normalViewPr>
  <p:slideViewPr>
    <p:cSldViewPr snapToGrid="0">
      <p:cViewPr>
        <p:scale>
          <a:sx n="70" d="100"/>
          <a:sy n="70" d="100"/>
        </p:scale>
        <p:origin x="-109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d pardeshi" userId="S::anand.pardeshi@fcrit.ac.in::4de9f4fb-1776-4d2c-ac4d-7159c8faa6e6" providerId="AD" clId="Web-{AF58B9F9-C2CB-C34F-5229-925DA6458D8F}"/>
    <pc:docChg chg="addSld delSld modSld">
      <pc:chgData name="anand pardeshi" userId="S::anand.pardeshi@fcrit.ac.in::4de9f4fb-1776-4d2c-ac4d-7159c8faa6e6" providerId="AD" clId="Web-{AF58B9F9-C2CB-C34F-5229-925DA6458D8F}" dt="2020-09-11T06:52:39.579" v="213"/>
      <pc:docMkLst>
        <pc:docMk/>
      </pc:docMkLst>
      <pc:sldChg chg="addSp delSp">
        <pc:chgData name="anand pardeshi" userId="S::anand.pardeshi@fcrit.ac.in::4de9f4fb-1776-4d2c-ac4d-7159c8faa6e6" providerId="AD" clId="Web-{AF58B9F9-C2CB-C34F-5229-925DA6458D8F}" dt="2020-09-11T05:17:29.460" v="116"/>
        <pc:sldMkLst>
          <pc:docMk/>
          <pc:sldMk cId="1277241851" sldId="263"/>
        </pc:sldMkLst>
        <pc:inkChg chg="add del">
          <ac:chgData name="anand pardeshi" userId="S::anand.pardeshi@fcrit.ac.in::4de9f4fb-1776-4d2c-ac4d-7159c8faa6e6" providerId="AD" clId="Web-{AF58B9F9-C2CB-C34F-5229-925DA6458D8F}" dt="2020-09-11T05:17:29.460" v="116"/>
          <ac:inkMkLst>
            <pc:docMk/>
            <pc:sldMk cId="1277241851" sldId="263"/>
            <ac:inkMk id="8" creationId="{AF707828-AFE4-434B-9E9B-8B7EA5578DB2}"/>
          </ac:inkMkLst>
        </pc:inkChg>
      </pc:sldChg>
      <pc:sldChg chg="addSp modSp">
        <pc:chgData name="anand pardeshi" userId="S::anand.pardeshi@fcrit.ac.in::4de9f4fb-1776-4d2c-ac4d-7159c8faa6e6" providerId="AD" clId="Web-{AF58B9F9-C2CB-C34F-5229-925DA6458D8F}" dt="2020-09-11T05:24:05.812" v="192" actId="1076"/>
        <pc:sldMkLst>
          <pc:docMk/>
          <pc:sldMk cId="370936823" sldId="264"/>
        </pc:sldMkLst>
        <pc:spChg chg="mod">
          <ac:chgData name="anand pardeshi" userId="S::anand.pardeshi@fcrit.ac.in::4de9f4fb-1776-4d2c-ac4d-7159c8faa6e6" providerId="AD" clId="Web-{AF58B9F9-C2CB-C34F-5229-925DA6458D8F}" dt="2020-09-11T05:23:45.546" v="190" actId="14100"/>
          <ac:spMkLst>
            <pc:docMk/>
            <pc:sldMk cId="370936823" sldId="264"/>
            <ac:spMk id="2" creationId="{D40A255B-909C-4349-B960-EB00A305DB8F}"/>
          </ac:spMkLst>
        </pc:spChg>
        <pc:spChg chg="mod">
          <ac:chgData name="anand pardeshi" userId="S::anand.pardeshi@fcrit.ac.in::4de9f4fb-1776-4d2c-ac4d-7159c8faa6e6" providerId="AD" clId="Web-{AF58B9F9-C2CB-C34F-5229-925DA6458D8F}" dt="2020-09-11T05:24:05.812" v="192" actId="1076"/>
          <ac:spMkLst>
            <pc:docMk/>
            <pc:sldMk cId="370936823" sldId="264"/>
            <ac:spMk id="10" creationId="{4A46C11C-3A46-4A3B-82AA-701075916102}"/>
          </ac:spMkLst>
        </pc:spChg>
        <pc:graphicFrameChg chg="add mod modGraphic">
          <ac:chgData name="anand pardeshi" userId="S::anand.pardeshi@fcrit.ac.in::4de9f4fb-1776-4d2c-ac4d-7159c8faa6e6" providerId="AD" clId="Web-{AF58B9F9-C2CB-C34F-5229-925DA6458D8F}" dt="2020-09-11T05:23:58.749" v="191" actId="1076"/>
          <ac:graphicFrameMkLst>
            <pc:docMk/>
            <pc:sldMk cId="370936823" sldId="264"/>
            <ac:graphicFrameMk id="13" creationId="{D8DDB0E1-D62F-4648-9B37-D2B9478A8709}"/>
          </ac:graphicFrameMkLst>
        </pc:graphicFrameChg>
      </pc:sldChg>
      <pc:sldChg chg="del">
        <pc:chgData name="anand pardeshi" userId="S::anand.pardeshi@fcrit.ac.in::4de9f4fb-1776-4d2c-ac4d-7159c8faa6e6" providerId="AD" clId="Web-{AF58B9F9-C2CB-C34F-5229-925DA6458D8F}" dt="2020-09-11T06:52:34.986" v="211"/>
        <pc:sldMkLst>
          <pc:docMk/>
          <pc:sldMk cId="1607000693" sldId="266"/>
        </pc:sldMkLst>
      </pc:sldChg>
      <pc:sldChg chg="del">
        <pc:chgData name="anand pardeshi" userId="S::anand.pardeshi@fcrit.ac.in::4de9f4fb-1776-4d2c-ac4d-7159c8faa6e6" providerId="AD" clId="Web-{AF58B9F9-C2CB-C34F-5229-925DA6458D8F}" dt="2020-09-11T06:52:39.579" v="213"/>
        <pc:sldMkLst>
          <pc:docMk/>
          <pc:sldMk cId="757875734" sldId="268"/>
        </pc:sldMkLst>
      </pc:sldChg>
      <pc:sldChg chg="del">
        <pc:chgData name="anand pardeshi" userId="S::anand.pardeshi@fcrit.ac.in::4de9f4fb-1776-4d2c-ac4d-7159c8faa6e6" providerId="AD" clId="Web-{AF58B9F9-C2CB-C34F-5229-925DA6458D8F}" dt="2020-09-11T06:52:39.548" v="212"/>
        <pc:sldMkLst>
          <pc:docMk/>
          <pc:sldMk cId="4100525566" sldId="269"/>
        </pc:sldMkLst>
      </pc:sldChg>
      <pc:sldChg chg="addSp delSp">
        <pc:chgData name="anand pardeshi" userId="S::anand.pardeshi@fcrit.ac.in::4de9f4fb-1776-4d2c-ac4d-7159c8faa6e6" providerId="AD" clId="Web-{AF58B9F9-C2CB-C34F-5229-925DA6458D8F}" dt="2020-09-11T05:11:38.077" v="39"/>
        <pc:sldMkLst>
          <pc:docMk/>
          <pc:sldMk cId="3537033419" sldId="270"/>
        </pc:sldMkLst>
        <pc:inkChg chg="add">
          <ac:chgData name="anand pardeshi" userId="S::anand.pardeshi@fcrit.ac.in::4de9f4fb-1776-4d2c-ac4d-7159c8faa6e6" providerId="AD" clId="Web-{AF58B9F9-C2CB-C34F-5229-925DA6458D8F}" dt="2020-09-11T05:10:31.747" v="5"/>
          <ac:inkMkLst>
            <pc:docMk/>
            <pc:sldMk cId="3537033419" sldId="270"/>
            <ac:inkMk id="3" creationId="{F3819DA0-5562-47FB-B823-7B7E58B6195C}"/>
          </ac:inkMkLst>
        </pc:inkChg>
        <pc:inkChg chg="add">
          <ac:chgData name="anand pardeshi" userId="S::anand.pardeshi@fcrit.ac.in::4de9f4fb-1776-4d2c-ac4d-7159c8faa6e6" providerId="AD" clId="Web-{AF58B9F9-C2CB-C34F-5229-925DA6458D8F}" dt="2020-09-11T05:10:34.872" v="6"/>
          <ac:inkMkLst>
            <pc:docMk/>
            <pc:sldMk cId="3537033419" sldId="270"/>
            <ac:inkMk id="4" creationId="{A7D39A6A-84AC-4C4A-815A-CA6942B3CB52}"/>
          </ac:inkMkLst>
        </pc:inkChg>
        <pc:inkChg chg="add">
          <ac:chgData name="anand pardeshi" userId="S::anand.pardeshi@fcrit.ac.in::4de9f4fb-1776-4d2c-ac4d-7159c8faa6e6" providerId="AD" clId="Web-{AF58B9F9-C2CB-C34F-5229-925DA6458D8F}" dt="2020-09-11T05:10:35.982" v="7"/>
          <ac:inkMkLst>
            <pc:docMk/>
            <pc:sldMk cId="3537033419" sldId="270"/>
            <ac:inkMk id="5" creationId="{935E1B88-3E44-475B-BD22-9C763789823A}"/>
          </ac:inkMkLst>
        </pc:inkChg>
        <pc:inkChg chg="add">
          <ac:chgData name="anand pardeshi" userId="S::anand.pardeshi@fcrit.ac.in::4de9f4fb-1776-4d2c-ac4d-7159c8faa6e6" providerId="AD" clId="Web-{AF58B9F9-C2CB-C34F-5229-925DA6458D8F}" dt="2020-09-11T05:10:37.654" v="8"/>
          <ac:inkMkLst>
            <pc:docMk/>
            <pc:sldMk cId="3537033419" sldId="270"/>
            <ac:inkMk id="6" creationId="{CAEE525E-D2E6-4297-8558-D82F7A8CC6F2}"/>
          </ac:inkMkLst>
        </pc:inkChg>
        <pc:inkChg chg="add">
          <ac:chgData name="anand pardeshi" userId="S::anand.pardeshi@fcrit.ac.in::4de9f4fb-1776-4d2c-ac4d-7159c8faa6e6" providerId="AD" clId="Web-{AF58B9F9-C2CB-C34F-5229-925DA6458D8F}" dt="2020-09-11T05:10:39.263" v="9"/>
          <ac:inkMkLst>
            <pc:docMk/>
            <pc:sldMk cId="3537033419" sldId="270"/>
            <ac:inkMk id="7" creationId="{3BE37CA7-4BDF-4A8E-BFC0-0588498E864D}"/>
          </ac:inkMkLst>
        </pc:inkChg>
        <pc:inkChg chg="add">
          <ac:chgData name="anand pardeshi" userId="S::anand.pardeshi@fcrit.ac.in::4de9f4fb-1776-4d2c-ac4d-7159c8faa6e6" providerId="AD" clId="Web-{AF58B9F9-C2CB-C34F-5229-925DA6458D8F}" dt="2020-09-11T05:10:39.826" v="10"/>
          <ac:inkMkLst>
            <pc:docMk/>
            <pc:sldMk cId="3537033419" sldId="270"/>
            <ac:inkMk id="8" creationId="{8AFF8F9A-3947-4A73-A2EC-FD954780D095}"/>
          </ac:inkMkLst>
        </pc:inkChg>
        <pc:inkChg chg="add">
          <ac:chgData name="anand pardeshi" userId="S::anand.pardeshi@fcrit.ac.in::4de9f4fb-1776-4d2c-ac4d-7159c8faa6e6" providerId="AD" clId="Web-{AF58B9F9-C2CB-C34F-5229-925DA6458D8F}" dt="2020-09-11T05:10:41.732" v="11"/>
          <ac:inkMkLst>
            <pc:docMk/>
            <pc:sldMk cId="3537033419" sldId="270"/>
            <ac:inkMk id="9" creationId="{44197F0D-8F30-4BB8-A32B-364DCA8E8985}"/>
          </ac:inkMkLst>
        </pc:inkChg>
        <pc:inkChg chg="add">
          <ac:chgData name="anand pardeshi" userId="S::anand.pardeshi@fcrit.ac.in::4de9f4fb-1776-4d2c-ac4d-7159c8faa6e6" providerId="AD" clId="Web-{AF58B9F9-C2CB-C34F-5229-925DA6458D8F}" dt="2020-09-11T05:10:45.091" v="12"/>
          <ac:inkMkLst>
            <pc:docMk/>
            <pc:sldMk cId="3537033419" sldId="270"/>
            <ac:inkMk id="10" creationId="{E4C8F459-ED39-4E78-AB37-AA2D76D3E56F}"/>
          </ac:inkMkLst>
        </pc:inkChg>
        <pc:inkChg chg="add">
          <ac:chgData name="anand pardeshi" userId="S::anand.pardeshi@fcrit.ac.in::4de9f4fb-1776-4d2c-ac4d-7159c8faa6e6" providerId="AD" clId="Web-{AF58B9F9-C2CB-C34F-5229-925DA6458D8F}" dt="2020-09-11T05:10:47.904" v="13"/>
          <ac:inkMkLst>
            <pc:docMk/>
            <pc:sldMk cId="3537033419" sldId="270"/>
            <ac:inkMk id="11" creationId="{C9509A54-4CE7-4C96-9028-9ECE7C1FA4AC}"/>
          </ac:inkMkLst>
        </pc:inkChg>
        <pc:inkChg chg="add">
          <ac:chgData name="anand pardeshi" userId="S::anand.pardeshi@fcrit.ac.in::4de9f4fb-1776-4d2c-ac4d-7159c8faa6e6" providerId="AD" clId="Web-{AF58B9F9-C2CB-C34F-5229-925DA6458D8F}" dt="2020-09-11T05:10:48.873" v="14"/>
          <ac:inkMkLst>
            <pc:docMk/>
            <pc:sldMk cId="3537033419" sldId="270"/>
            <ac:inkMk id="12" creationId="{79E2EE0B-A1C6-4058-97E0-AF37256318F8}"/>
          </ac:inkMkLst>
        </pc:inkChg>
        <pc:inkChg chg="add">
          <ac:chgData name="anand pardeshi" userId="S::anand.pardeshi@fcrit.ac.in::4de9f4fb-1776-4d2c-ac4d-7159c8faa6e6" providerId="AD" clId="Web-{AF58B9F9-C2CB-C34F-5229-925DA6458D8F}" dt="2020-09-11T05:10:49.795" v="15"/>
          <ac:inkMkLst>
            <pc:docMk/>
            <pc:sldMk cId="3537033419" sldId="270"/>
            <ac:inkMk id="13" creationId="{658A9AEA-965E-41AC-8B39-8F3D57259682}"/>
          </ac:inkMkLst>
        </pc:inkChg>
        <pc:inkChg chg="add">
          <ac:chgData name="anand pardeshi" userId="S::anand.pardeshi@fcrit.ac.in::4de9f4fb-1776-4d2c-ac4d-7159c8faa6e6" providerId="AD" clId="Web-{AF58B9F9-C2CB-C34F-5229-925DA6458D8F}" dt="2020-09-11T05:10:51.701" v="16"/>
          <ac:inkMkLst>
            <pc:docMk/>
            <pc:sldMk cId="3537033419" sldId="270"/>
            <ac:inkMk id="14" creationId="{122502F0-AF14-4A8F-8DF5-966DC5A5915E}"/>
          </ac:inkMkLst>
        </pc:inkChg>
        <pc:inkChg chg="add">
          <ac:chgData name="anand pardeshi" userId="S::anand.pardeshi@fcrit.ac.in::4de9f4fb-1776-4d2c-ac4d-7159c8faa6e6" providerId="AD" clId="Web-{AF58B9F9-C2CB-C34F-5229-925DA6458D8F}" dt="2020-09-11T05:10:52.795" v="17"/>
          <ac:inkMkLst>
            <pc:docMk/>
            <pc:sldMk cId="3537033419" sldId="270"/>
            <ac:inkMk id="15" creationId="{42188800-7F7D-4F97-A0DC-06A6DAA74481}"/>
          </ac:inkMkLst>
        </pc:inkChg>
        <pc:inkChg chg="add">
          <ac:chgData name="anand pardeshi" userId="S::anand.pardeshi@fcrit.ac.in::4de9f4fb-1776-4d2c-ac4d-7159c8faa6e6" providerId="AD" clId="Web-{AF58B9F9-C2CB-C34F-5229-925DA6458D8F}" dt="2020-09-11T05:10:53.967" v="18"/>
          <ac:inkMkLst>
            <pc:docMk/>
            <pc:sldMk cId="3537033419" sldId="270"/>
            <ac:inkMk id="16" creationId="{DAB69115-B3F8-46C3-A12A-AB493A87B990}"/>
          </ac:inkMkLst>
        </pc:inkChg>
        <pc:inkChg chg="add">
          <ac:chgData name="anand pardeshi" userId="S::anand.pardeshi@fcrit.ac.in::4de9f4fb-1776-4d2c-ac4d-7159c8faa6e6" providerId="AD" clId="Web-{AF58B9F9-C2CB-C34F-5229-925DA6458D8F}" dt="2020-09-11T05:10:56.014" v="19"/>
          <ac:inkMkLst>
            <pc:docMk/>
            <pc:sldMk cId="3537033419" sldId="270"/>
            <ac:inkMk id="17" creationId="{2129DFDB-7EB8-4E3E-8EAC-B06428252F01}"/>
          </ac:inkMkLst>
        </pc:inkChg>
        <pc:inkChg chg="add">
          <ac:chgData name="anand pardeshi" userId="S::anand.pardeshi@fcrit.ac.in::4de9f4fb-1776-4d2c-ac4d-7159c8faa6e6" providerId="AD" clId="Web-{AF58B9F9-C2CB-C34F-5229-925DA6458D8F}" dt="2020-09-11T05:10:57.560" v="20"/>
          <ac:inkMkLst>
            <pc:docMk/>
            <pc:sldMk cId="3537033419" sldId="270"/>
            <ac:inkMk id="18" creationId="{40338A5A-4D2E-482C-A045-A5E41808C5D4}"/>
          </ac:inkMkLst>
        </pc:inkChg>
        <pc:inkChg chg="add">
          <ac:chgData name="anand pardeshi" userId="S::anand.pardeshi@fcrit.ac.in::4de9f4fb-1776-4d2c-ac4d-7159c8faa6e6" providerId="AD" clId="Web-{AF58B9F9-C2CB-C34F-5229-925DA6458D8F}" dt="2020-09-11T05:10:59.654" v="21"/>
          <ac:inkMkLst>
            <pc:docMk/>
            <pc:sldMk cId="3537033419" sldId="270"/>
            <ac:inkMk id="19" creationId="{26992FAD-A210-472C-8ABD-B2FAB841C523}"/>
          </ac:inkMkLst>
        </pc:inkChg>
        <pc:inkChg chg="add">
          <ac:chgData name="anand pardeshi" userId="S::anand.pardeshi@fcrit.ac.in::4de9f4fb-1776-4d2c-ac4d-7159c8faa6e6" providerId="AD" clId="Web-{AF58B9F9-C2CB-C34F-5229-925DA6458D8F}" dt="2020-09-11T05:11:01.186" v="22"/>
          <ac:inkMkLst>
            <pc:docMk/>
            <pc:sldMk cId="3537033419" sldId="270"/>
            <ac:inkMk id="20" creationId="{F193C3B1-55A8-4CCD-9441-4DC97F4FA5EF}"/>
          </ac:inkMkLst>
        </pc:inkChg>
        <pc:inkChg chg="add">
          <ac:chgData name="anand pardeshi" userId="S::anand.pardeshi@fcrit.ac.in::4de9f4fb-1776-4d2c-ac4d-7159c8faa6e6" providerId="AD" clId="Web-{AF58B9F9-C2CB-C34F-5229-925DA6458D8F}" dt="2020-09-11T05:11:04.764" v="23"/>
          <ac:inkMkLst>
            <pc:docMk/>
            <pc:sldMk cId="3537033419" sldId="270"/>
            <ac:inkMk id="21" creationId="{99C29D6B-3B4A-4B2D-80AD-4C6A1909482E}"/>
          </ac:inkMkLst>
        </pc:inkChg>
        <pc:inkChg chg="add">
          <ac:chgData name="anand pardeshi" userId="S::anand.pardeshi@fcrit.ac.in::4de9f4fb-1776-4d2c-ac4d-7159c8faa6e6" providerId="AD" clId="Web-{AF58B9F9-C2CB-C34F-5229-925DA6458D8F}" dt="2020-09-11T05:11:07.529" v="24"/>
          <ac:inkMkLst>
            <pc:docMk/>
            <pc:sldMk cId="3537033419" sldId="270"/>
            <ac:inkMk id="22" creationId="{8296EE16-36EB-4924-8CA7-63D31FAF4475}"/>
          </ac:inkMkLst>
        </pc:inkChg>
        <pc:inkChg chg="add">
          <ac:chgData name="anand pardeshi" userId="S::anand.pardeshi@fcrit.ac.in::4de9f4fb-1776-4d2c-ac4d-7159c8faa6e6" providerId="AD" clId="Web-{AF58B9F9-C2CB-C34F-5229-925DA6458D8F}" dt="2020-09-11T05:11:08.623" v="25"/>
          <ac:inkMkLst>
            <pc:docMk/>
            <pc:sldMk cId="3537033419" sldId="270"/>
            <ac:inkMk id="23" creationId="{07E4FBA5-3CF6-499A-8A41-E721074661D2}"/>
          </ac:inkMkLst>
        </pc:inkChg>
        <pc:inkChg chg="add">
          <ac:chgData name="anand pardeshi" userId="S::anand.pardeshi@fcrit.ac.in::4de9f4fb-1776-4d2c-ac4d-7159c8faa6e6" providerId="AD" clId="Web-{AF58B9F9-C2CB-C34F-5229-925DA6458D8F}" dt="2020-09-11T05:11:10.420" v="26"/>
          <ac:inkMkLst>
            <pc:docMk/>
            <pc:sldMk cId="3537033419" sldId="270"/>
            <ac:inkMk id="24" creationId="{D6EFCAD2-3A30-4EB3-84A3-FA320EE6B397}"/>
          </ac:inkMkLst>
        </pc:inkChg>
        <pc:inkChg chg="add">
          <ac:chgData name="anand pardeshi" userId="S::anand.pardeshi@fcrit.ac.in::4de9f4fb-1776-4d2c-ac4d-7159c8faa6e6" providerId="AD" clId="Web-{AF58B9F9-C2CB-C34F-5229-925DA6458D8F}" dt="2020-09-11T05:11:11.311" v="27"/>
          <ac:inkMkLst>
            <pc:docMk/>
            <pc:sldMk cId="3537033419" sldId="270"/>
            <ac:inkMk id="25" creationId="{043C05C8-81D9-41A4-B1A2-53998691769C}"/>
          </ac:inkMkLst>
        </pc:inkChg>
        <pc:inkChg chg="add">
          <ac:chgData name="anand pardeshi" userId="S::anand.pardeshi@fcrit.ac.in::4de9f4fb-1776-4d2c-ac4d-7159c8faa6e6" providerId="AD" clId="Web-{AF58B9F9-C2CB-C34F-5229-925DA6458D8F}" dt="2020-09-11T05:11:12.623" v="28"/>
          <ac:inkMkLst>
            <pc:docMk/>
            <pc:sldMk cId="3537033419" sldId="270"/>
            <ac:inkMk id="26" creationId="{DF32B78B-51E5-42BF-B06F-97EFCE04DF72}"/>
          </ac:inkMkLst>
        </pc:inkChg>
        <pc:inkChg chg="add">
          <ac:chgData name="anand pardeshi" userId="S::anand.pardeshi@fcrit.ac.in::4de9f4fb-1776-4d2c-ac4d-7159c8faa6e6" providerId="AD" clId="Web-{AF58B9F9-C2CB-C34F-5229-925DA6458D8F}" dt="2020-09-11T05:11:14.436" v="29"/>
          <ac:inkMkLst>
            <pc:docMk/>
            <pc:sldMk cId="3537033419" sldId="270"/>
            <ac:inkMk id="27" creationId="{362E6057-FD85-48A7-9014-948DB37E3BDC}"/>
          </ac:inkMkLst>
        </pc:inkChg>
        <pc:inkChg chg="add">
          <ac:chgData name="anand pardeshi" userId="S::anand.pardeshi@fcrit.ac.in::4de9f4fb-1776-4d2c-ac4d-7159c8faa6e6" providerId="AD" clId="Web-{AF58B9F9-C2CB-C34F-5229-925DA6458D8F}" dt="2020-09-11T05:11:17.030" v="30"/>
          <ac:inkMkLst>
            <pc:docMk/>
            <pc:sldMk cId="3537033419" sldId="270"/>
            <ac:inkMk id="28" creationId="{8515E62A-CB3D-4582-9A4E-D2912892E443}"/>
          </ac:inkMkLst>
        </pc:inkChg>
        <pc:inkChg chg="add">
          <ac:chgData name="anand pardeshi" userId="S::anand.pardeshi@fcrit.ac.in::4de9f4fb-1776-4d2c-ac4d-7159c8faa6e6" providerId="AD" clId="Web-{AF58B9F9-C2CB-C34F-5229-925DA6458D8F}" dt="2020-09-11T05:11:20.092" v="31"/>
          <ac:inkMkLst>
            <pc:docMk/>
            <pc:sldMk cId="3537033419" sldId="270"/>
            <ac:inkMk id="29" creationId="{19D4F73C-D383-436D-9B7B-CE97741C3B60}"/>
          </ac:inkMkLst>
        </pc:inkChg>
        <pc:inkChg chg="add">
          <ac:chgData name="anand pardeshi" userId="S::anand.pardeshi@fcrit.ac.in::4de9f4fb-1776-4d2c-ac4d-7159c8faa6e6" providerId="AD" clId="Web-{AF58B9F9-C2CB-C34F-5229-925DA6458D8F}" dt="2020-09-11T05:11:21.202" v="32"/>
          <ac:inkMkLst>
            <pc:docMk/>
            <pc:sldMk cId="3537033419" sldId="270"/>
            <ac:inkMk id="30" creationId="{1AD0655B-1F4F-4C8C-8BE6-C3CEC54B0A0D}"/>
          </ac:inkMkLst>
        </pc:inkChg>
        <pc:inkChg chg="add">
          <ac:chgData name="anand pardeshi" userId="S::anand.pardeshi@fcrit.ac.in::4de9f4fb-1776-4d2c-ac4d-7159c8faa6e6" providerId="AD" clId="Web-{AF58B9F9-C2CB-C34F-5229-925DA6458D8F}" dt="2020-09-11T05:11:21.967" v="33"/>
          <ac:inkMkLst>
            <pc:docMk/>
            <pc:sldMk cId="3537033419" sldId="270"/>
            <ac:inkMk id="31" creationId="{67910A2C-2BD3-457B-9ABE-D1BD60FDDAD4}"/>
          </ac:inkMkLst>
        </pc:inkChg>
        <pc:inkChg chg="add">
          <ac:chgData name="anand pardeshi" userId="S::anand.pardeshi@fcrit.ac.in::4de9f4fb-1776-4d2c-ac4d-7159c8faa6e6" providerId="AD" clId="Web-{AF58B9F9-C2CB-C34F-5229-925DA6458D8F}" dt="2020-09-11T05:11:23.623" v="34"/>
          <ac:inkMkLst>
            <pc:docMk/>
            <pc:sldMk cId="3537033419" sldId="270"/>
            <ac:inkMk id="32" creationId="{4FF1EBBD-92F8-461A-AEB6-0956FCC44187}"/>
          </ac:inkMkLst>
        </pc:inkChg>
        <pc:inkChg chg="add">
          <ac:chgData name="anand pardeshi" userId="S::anand.pardeshi@fcrit.ac.in::4de9f4fb-1776-4d2c-ac4d-7159c8faa6e6" providerId="AD" clId="Web-{AF58B9F9-C2CB-C34F-5229-925DA6458D8F}" dt="2020-09-11T05:11:24.842" v="35"/>
          <ac:inkMkLst>
            <pc:docMk/>
            <pc:sldMk cId="3537033419" sldId="270"/>
            <ac:inkMk id="33" creationId="{C9B9735D-D2B5-4DD7-A27A-0C6853F52CDA}"/>
          </ac:inkMkLst>
        </pc:inkChg>
        <pc:inkChg chg="add">
          <ac:chgData name="anand pardeshi" userId="S::anand.pardeshi@fcrit.ac.in::4de9f4fb-1776-4d2c-ac4d-7159c8faa6e6" providerId="AD" clId="Web-{AF58B9F9-C2CB-C34F-5229-925DA6458D8F}" dt="2020-09-11T05:11:26.311" v="36"/>
          <ac:inkMkLst>
            <pc:docMk/>
            <pc:sldMk cId="3537033419" sldId="270"/>
            <ac:inkMk id="34" creationId="{B3A3E0BD-2B78-42CD-B979-A4207FB993D7}"/>
          </ac:inkMkLst>
        </pc:inkChg>
        <pc:inkChg chg="add">
          <ac:chgData name="anand pardeshi" userId="S::anand.pardeshi@fcrit.ac.in::4de9f4fb-1776-4d2c-ac4d-7159c8faa6e6" providerId="AD" clId="Web-{AF58B9F9-C2CB-C34F-5229-925DA6458D8F}" dt="2020-09-11T05:11:28.170" v="37"/>
          <ac:inkMkLst>
            <pc:docMk/>
            <pc:sldMk cId="3537033419" sldId="270"/>
            <ac:inkMk id="35" creationId="{F5B04564-3D63-4742-91A1-E4A0611B7611}"/>
          </ac:inkMkLst>
        </pc:inkChg>
        <pc:inkChg chg="add del">
          <ac:chgData name="anand pardeshi" userId="S::anand.pardeshi@fcrit.ac.in::4de9f4fb-1776-4d2c-ac4d-7159c8faa6e6" providerId="AD" clId="Web-{AF58B9F9-C2CB-C34F-5229-925DA6458D8F}" dt="2020-09-11T05:11:38.077" v="39"/>
          <ac:inkMkLst>
            <pc:docMk/>
            <pc:sldMk cId="3537033419" sldId="270"/>
            <ac:inkMk id="36" creationId="{E6058971-A550-4AF4-AD52-C0816FA6CA68}"/>
          </ac:inkMkLst>
        </pc:inkChg>
      </pc:sldChg>
      <pc:sldChg chg="addSp modSp addAnim">
        <pc:chgData name="anand pardeshi" userId="S::anand.pardeshi@fcrit.ac.in::4de9f4fb-1776-4d2c-ac4d-7159c8faa6e6" providerId="AD" clId="Web-{AF58B9F9-C2CB-C34F-5229-925DA6458D8F}" dt="2020-09-11T05:09:57.793" v="2"/>
        <pc:sldMkLst>
          <pc:docMk/>
          <pc:sldMk cId="509249357" sldId="271"/>
        </pc:sldMkLst>
        <pc:graphicFrameChg chg="add mod">
          <ac:chgData name="anand pardeshi" userId="S::anand.pardeshi@fcrit.ac.in::4de9f4fb-1776-4d2c-ac4d-7159c8faa6e6" providerId="AD" clId="Web-{AF58B9F9-C2CB-C34F-5229-925DA6458D8F}" dt="2020-09-11T05:09:55.340" v="1" actId="1076"/>
          <ac:graphicFrameMkLst>
            <pc:docMk/>
            <pc:sldMk cId="509249357" sldId="271"/>
            <ac:graphicFrameMk id="3" creationId="{BD911AE7-11A2-4A3D-8F4B-7F94FB6ABA02}"/>
          </ac:graphicFrameMkLst>
        </pc:graphicFrameChg>
        <pc:graphicFrameChg chg="add">
          <ac:chgData name="anand pardeshi" userId="S::anand.pardeshi@fcrit.ac.in::4de9f4fb-1776-4d2c-ac4d-7159c8faa6e6" providerId="AD" clId="Web-{AF58B9F9-C2CB-C34F-5229-925DA6458D8F}" dt="2020-09-11T05:09:57.793" v="2"/>
          <ac:graphicFrameMkLst>
            <pc:docMk/>
            <pc:sldMk cId="509249357" sldId="271"/>
            <ac:graphicFrameMk id="5" creationId="{4B9FB99D-40D1-4503-A1A3-AE9CD5C54863}"/>
          </ac:graphicFrameMkLst>
        </pc:graphicFrameChg>
      </pc:sldChg>
      <pc:sldChg chg="addSp">
        <pc:chgData name="anand pardeshi" userId="S::anand.pardeshi@fcrit.ac.in::4de9f4fb-1776-4d2c-ac4d-7159c8faa6e6" providerId="AD" clId="Web-{AF58B9F9-C2CB-C34F-5229-925DA6458D8F}" dt="2020-09-11T05:16:10.067" v="114"/>
        <pc:sldMkLst>
          <pc:docMk/>
          <pc:sldMk cId="2124857735" sldId="273"/>
        </pc:sldMkLst>
        <pc:picChg chg="add">
          <ac:chgData name="anand pardeshi" userId="S::anand.pardeshi@fcrit.ac.in::4de9f4fb-1776-4d2c-ac4d-7159c8faa6e6" providerId="AD" clId="Web-{AF58B9F9-C2CB-C34F-5229-925DA6458D8F}" dt="2020-09-11T05:11:45.030" v="40"/>
          <ac:picMkLst>
            <pc:docMk/>
            <pc:sldMk cId="2124857735" sldId="273"/>
            <ac:picMk id="3" creationId="{0B65B49D-B2E3-4DA8-9F3A-C54708641BCC}"/>
          </ac:picMkLst>
        </pc:picChg>
        <pc:inkChg chg="add">
          <ac:chgData name="anand pardeshi" userId="S::anand.pardeshi@fcrit.ac.in::4de9f4fb-1776-4d2c-ac4d-7159c8faa6e6" providerId="AD" clId="Web-{AF58B9F9-C2CB-C34F-5229-925DA6458D8F}" dt="2020-09-11T05:11:51.515" v="41"/>
          <ac:inkMkLst>
            <pc:docMk/>
            <pc:sldMk cId="2124857735" sldId="273"/>
            <ac:inkMk id="4" creationId="{AF1CD7E0-0F54-4B43-B455-7A2FA37EB7B0}"/>
          </ac:inkMkLst>
        </pc:inkChg>
        <pc:inkChg chg="add">
          <ac:chgData name="anand pardeshi" userId="S::anand.pardeshi@fcrit.ac.in::4de9f4fb-1776-4d2c-ac4d-7159c8faa6e6" providerId="AD" clId="Web-{AF58B9F9-C2CB-C34F-5229-925DA6458D8F}" dt="2020-09-11T05:11:54.296" v="42"/>
          <ac:inkMkLst>
            <pc:docMk/>
            <pc:sldMk cId="2124857735" sldId="273"/>
            <ac:inkMk id="5" creationId="{F20CCE45-B2F2-4CF4-B9DF-3C282B99BC7C}"/>
          </ac:inkMkLst>
        </pc:inkChg>
        <pc:inkChg chg="add">
          <ac:chgData name="anand pardeshi" userId="S::anand.pardeshi@fcrit.ac.in::4de9f4fb-1776-4d2c-ac4d-7159c8faa6e6" providerId="AD" clId="Web-{AF58B9F9-C2CB-C34F-5229-925DA6458D8F}" dt="2020-09-11T05:11:55.874" v="43"/>
          <ac:inkMkLst>
            <pc:docMk/>
            <pc:sldMk cId="2124857735" sldId="273"/>
            <ac:inkMk id="6" creationId="{A3225939-DF9D-4C06-ACC0-801B01D3C75F}"/>
          </ac:inkMkLst>
        </pc:inkChg>
        <pc:inkChg chg="add">
          <ac:chgData name="anand pardeshi" userId="S::anand.pardeshi@fcrit.ac.in::4de9f4fb-1776-4d2c-ac4d-7159c8faa6e6" providerId="AD" clId="Web-{AF58B9F9-C2CB-C34F-5229-925DA6458D8F}" dt="2020-09-11T05:11:59.296" v="44"/>
          <ac:inkMkLst>
            <pc:docMk/>
            <pc:sldMk cId="2124857735" sldId="273"/>
            <ac:inkMk id="7" creationId="{93443139-C8A3-4C9B-A9A7-D32C118BEAEE}"/>
          </ac:inkMkLst>
        </pc:inkChg>
        <pc:inkChg chg="add">
          <ac:chgData name="anand pardeshi" userId="S::anand.pardeshi@fcrit.ac.in::4de9f4fb-1776-4d2c-ac4d-7159c8faa6e6" providerId="AD" clId="Web-{AF58B9F9-C2CB-C34F-5229-925DA6458D8F}" dt="2020-09-11T05:11:59.577" v="45"/>
          <ac:inkMkLst>
            <pc:docMk/>
            <pc:sldMk cId="2124857735" sldId="273"/>
            <ac:inkMk id="8" creationId="{F5F406F6-1907-4FC6-9912-0F313D8177A7}"/>
          </ac:inkMkLst>
        </pc:inkChg>
        <pc:inkChg chg="add">
          <ac:chgData name="anand pardeshi" userId="S::anand.pardeshi@fcrit.ac.in::4de9f4fb-1776-4d2c-ac4d-7159c8faa6e6" providerId="AD" clId="Web-{AF58B9F9-C2CB-C34F-5229-925DA6458D8F}" dt="2020-09-11T05:11:59.999" v="46"/>
          <ac:inkMkLst>
            <pc:docMk/>
            <pc:sldMk cId="2124857735" sldId="273"/>
            <ac:inkMk id="9" creationId="{0AC1C0D1-3AC3-48F1-94D7-9F385C0976F1}"/>
          </ac:inkMkLst>
        </pc:inkChg>
        <pc:inkChg chg="add">
          <ac:chgData name="anand pardeshi" userId="S::anand.pardeshi@fcrit.ac.in::4de9f4fb-1776-4d2c-ac4d-7159c8faa6e6" providerId="AD" clId="Web-{AF58B9F9-C2CB-C34F-5229-925DA6458D8F}" dt="2020-09-11T05:12:01.390" v="47"/>
          <ac:inkMkLst>
            <pc:docMk/>
            <pc:sldMk cId="2124857735" sldId="273"/>
            <ac:inkMk id="10" creationId="{75FCBE66-61E9-487A-9818-06F245961E5C}"/>
          </ac:inkMkLst>
        </pc:inkChg>
        <pc:inkChg chg="add">
          <ac:chgData name="anand pardeshi" userId="S::anand.pardeshi@fcrit.ac.in::4de9f4fb-1776-4d2c-ac4d-7159c8faa6e6" providerId="AD" clId="Web-{AF58B9F9-C2CB-C34F-5229-925DA6458D8F}" dt="2020-09-11T05:12:05.265" v="48"/>
          <ac:inkMkLst>
            <pc:docMk/>
            <pc:sldMk cId="2124857735" sldId="273"/>
            <ac:inkMk id="11" creationId="{BC30C714-6903-4C25-BC01-9B03901A552C}"/>
          </ac:inkMkLst>
        </pc:inkChg>
        <pc:inkChg chg="add">
          <ac:chgData name="anand pardeshi" userId="S::anand.pardeshi@fcrit.ac.in::4de9f4fb-1776-4d2c-ac4d-7159c8faa6e6" providerId="AD" clId="Web-{AF58B9F9-C2CB-C34F-5229-925DA6458D8F}" dt="2020-09-11T05:12:06.234" v="49"/>
          <ac:inkMkLst>
            <pc:docMk/>
            <pc:sldMk cId="2124857735" sldId="273"/>
            <ac:inkMk id="12" creationId="{5732A730-5CA2-422C-AF89-F0BB1855B820}"/>
          </ac:inkMkLst>
        </pc:inkChg>
        <pc:inkChg chg="add">
          <ac:chgData name="anand pardeshi" userId="S::anand.pardeshi@fcrit.ac.in::4de9f4fb-1776-4d2c-ac4d-7159c8faa6e6" providerId="AD" clId="Web-{AF58B9F9-C2CB-C34F-5229-925DA6458D8F}" dt="2020-09-11T05:12:06.859" v="50"/>
          <ac:inkMkLst>
            <pc:docMk/>
            <pc:sldMk cId="2124857735" sldId="273"/>
            <ac:inkMk id="13" creationId="{EA396469-3980-40D6-B2BB-0C6E0250BBF2}"/>
          </ac:inkMkLst>
        </pc:inkChg>
        <pc:inkChg chg="add">
          <ac:chgData name="anand pardeshi" userId="S::anand.pardeshi@fcrit.ac.in::4de9f4fb-1776-4d2c-ac4d-7159c8faa6e6" providerId="AD" clId="Web-{AF58B9F9-C2CB-C34F-5229-925DA6458D8F}" dt="2020-09-11T05:12:08.468" v="51"/>
          <ac:inkMkLst>
            <pc:docMk/>
            <pc:sldMk cId="2124857735" sldId="273"/>
            <ac:inkMk id="14" creationId="{28B98ACF-9134-470A-AA96-A5D4A450E0EB}"/>
          </ac:inkMkLst>
        </pc:inkChg>
        <pc:inkChg chg="add">
          <ac:chgData name="anand pardeshi" userId="S::anand.pardeshi@fcrit.ac.in::4de9f4fb-1776-4d2c-ac4d-7159c8faa6e6" providerId="AD" clId="Web-{AF58B9F9-C2CB-C34F-5229-925DA6458D8F}" dt="2020-09-11T05:12:10.687" v="52"/>
          <ac:inkMkLst>
            <pc:docMk/>
            <pc:sldMk cId="2124857735" sldId="273"/>
            <ac:inkMk id="15" creationId="{453822DD-A49D-47E7-823F-E038DBABA65E}"/>
          </ac:inkMkLst>
        </pc:inkChg>
        <pc:inkChg chg="add">
          <ac:chgData name="anand pardeshi" userId="S::anand.pardeshi@fcrit.ac.in::4de9f4fb-1776-4d2c-ac4d-7159c8faa6e6" providerId="AD" clId="Web-{AF58B9F9-C2CB-C34F-5229-925DA6458D8F}" dt="2020-09-11T05:12:12.078" v="53"/>
          <ac:inkMkLst>
            <pc:docMk/>
            <pc:sldMk cId="2124857735" sldId="273"/>
            <ac:inkMk id="16" creationId="{C824EFB7-BBE5-4B5E-93D0-B207BA2C0D11}"/>
          </ac:inkMkLst>
        </pc:inkChg>
        <pc:inkChg chg="add">
          <ac:chgData name="anand pardeshi" userId="S::anand.pardeshi@fcrit.ac.in::4de9f4fb-1776-4d2c-ac4d-7159c8faa6e6" providerId="AD" clId="Web-{AF58B9F9-C2CB-C34F-5229-925DA6458D8F}" dt="2020-09-11T05:12:13.562" v="54"/>
          <ac:inkMkLst>
            <pc:docMk/>
            <pc:sldMk cId="2124857735" sldId="273"/>
            <ac:inkMk id="17" creationId="{721BB139-E253-4882-B565-DCAF3F060C93}"/>
          </ac:inkMkLst>
        </pc:inkChg>
        <pc:inkChg chg="add">
          <ac:chgData name="anand pardeshi" userId="S::anand.pardeshi@fcrit.ac.in::4de9f4fb-1776-4d2c-ac4d-7159c8faa6e6" providerId="AD" clId="Web-{AF58B9F9-C2CB-C34F-5229-925DA6458D8F}" dt="2020-09-11T05:12:17.312" v="55"/>
          <ac:inkMkLst>
            <pc:docMk/>
            <pc:sldMk cId="2124857735" sldId="273"/>
            <ac:inkMk id="18" creationId="{117F2970-F622-4818-B8E8-0D2E4E101BBD}"/>
          </ac:inkMkLst>
        </pc:inkChg>
        <pc:inkChg chg="add">
          <ac:chgData name="anand pardeshi" userId="S::anand.pardeshi@fcrit.ac.in::4de9f4fb-1776-4d2c-ac4d-7159c8faa6e6" providerId="AD" clId="Web-{AF58B9F9-C2CB-C34F-5229-925DA6458D8F}" dt="2020-09-11T05:13:24.564" v="56"/>
          <ac:inkMkLst>
            <pc:docMk/>
            <pc:sldMk cId="2124857735" sldId="273"/>
            <ac:inkMk id="19" creationId="{8ED8CA8A-8E43-4E15-AEE7-02F38DED357A}"/>
          </ac:inkMkLst>
        </pc:inkChg>
        <pc:inkChg chg="add">
          <ac:chgData name="anand pardeshi" userId="S::anand.pardeshi@fcrit.ac.in::4de9f4fb-1776-4d2c-ac4d-7159c8faa6e6" providerId="AD" clId="Web-{AF58B9F9-C2CB-C34F-5229-925DA6458D8F}" dt="2020-09-11T05:13:26.907" v="57"/>
          <ac:inkMkLst>
            <pc:docMk/>
            <pc:sldMk cId="2124857735" sldId="273"/>
            <ac:inkMk id="20" creationId="{9E67D99D-E05E-4FCE-88DF-D3BE409EBDBD}"/>
          </ac:inkMkLst>
        </pc:inkChg>
        <pc:inkChg chg="add">
          <ac:chgData name="anand pardeshi" userId="S::anand.pardeshi@fcrit.ac.in::4de9f4fb-1776-4d2c-ac4d-7159c8faa6e6" providerId="AD" clId="Web-{AF58B9F9-C2CB-C34F-5229-925DA6458D8F}" dt="2020-09-11T05:13:28.189" v="58"/>
          <ac:inkMkLst>
            <pc:docMk/>
            <pc:sldMk cId="2124857735" sldId="273"/>
            <ac:inkMk id="21" creationId="{C207F691-81FE-482E-8205-B75C0488E664}"/>
          </ac:inkMkLst>
        </pc:inkChg>
        <pc:inkChg chg="add">
          <ac:chgData name="anand pardeshi" userId="S::anand.pardeshi@fcrit.ac.in::4de9f4fb-1776-4d2c-ac4d-7159c8faa6e6" providerId="AD" clId="Web-{AF58B9F9-C2CB-C34F-5229-925DA6458D8F}" dt="2020-09-11T05:13:29.283" v="59"/>
          <ac:inkMkLst>
            <pc:docMk/>
            <pc:sldMk cId="2124857735" sldId="273"/>
            <ac:inkMk id="22" creationId="{501B7EC0-5764-4CDF-ADD2-8F411B914C2E}"/>
          </ac:inkMkLst>
        </pc:inkChg>
        <pc:inkChg chg="add">
          <ac:chgData name="anand pardeshi" userId="S::anand.pardeshi@fcrit.ac.in::4de9f4fb-1776-4d2c-ac4d-7159c8faa6e6" providerId="AD" clId="Web-{AF58B9F9-C2CB-C34F-5229-925DA6458D8F}" dt="2020-09-11T05:13:30.220" v="60"/>
          <ac:inkMkLst>
            <pc:docMk/>
            <pc:sldMk cId="2124857735" sldId="273"/>
            <ac:inkMk id="23" creationId="{045F6FC1-99F7-4D2C-AEF2-F4BEE7548074}"/>
          </ac:inkMkLst>
        </pc:inkChg>
        <pc:inkChg chg="add">
          <ac:chgData name="anand pardeshi" userId="S::anand.pardeshi@fcrit.ac.in::4de9f4fb-1776-4d2c-ac4d-7159c8faa6e6" providerId="AD" clId="Web-{AF58B9F9-C2CB-C34F-5229-925DA6458D8F}" dt="2020-09-11T05:13:30.861" v="61"/>
          <ac:inkMkLst>
            <pc:docMk/>
            <pc:sldMk cId="2124857735" sldId="273"/>
            <ac:inkMk id="24" creationId="{C67751BF-8E3B-44A7-B7FE-658589041ECA}"/>
          </ac:inkMkLst>
        </pc:inkChg>
        <pc:inkChg chg="add">
          <ac:chgData name="anand pardeshi" userId="S::anand.pardeshi@fcrit.ac.in::4de9f4fb-1776-4d2c-ac4d-7159c8faa6e6" providerId="AD" clId="Web-{AF58B9F9-C2CB-C34F-5229-925DA6458D8F}" dt="2020-09-11T05:13:33.033" v="62"/>
          <ac:inkMkLst>
            <pc:docMk/>
            <pc:sldMk cId="2124857735" sldId="273"/>
            <ac:inkMk id="25" creationId="{108174D5-6096-49B8-8485-EB0F3CE9AAE9}"/>
          </ac:inkMkLst>
        </pc:inkChg>
        <pc:inkChg chg="add">
          <ac:chgData name="anand pardeshi" userId="S::anand.pardeshi@fcrit.ac.in::4de9f4fb-1776-4d2c-ac4d-7159c8faa6e6" providerId="AD" clId="Web-{AF58B9F9-C2CB-C34F-5229-925DA6458D8F}" dt="2020-09-11T05:13:36.158" v="63"/>
          <ac:inkMkLst>
            <pc:docMk/>
            <pc:sldMk cId="2124857735" sldId="273"/>
            <ac:inkMk id="26" creationId="{B2702745-104C-4D7C-B11E-404938CD2A14}"/>
          </ac:inkMkLst>
        </pc:inkChg>
        <pc:inkChg chg="add">
          <ac:chgData name="anand pardeshi" userId="S::anand.pardeshi@fcrit.ac.in::4de9f4fb-1776-4d2c-ac4d-7159c8faa6e6" providerId="AD" clId="Web-{AF58B9F9-C2CB-C34F-5229-925DA6458D8F}" dt="2020-09-11T05:13:37.642" v="64"/>
          <ac:inkMkLst>
            <pc:docMk/>
            <pc:sldMk cId="2124857735" sldId="273"/>
            <ac:inkMk id="27" creationId="{5C4DDBF1-CC0B-4BB1-B25F-44991208CA8D}"/>
          </ac:inkMkLst>
        </pc:inkChg>
        <pc:inkChg chg="add">
          <ac:chgData name="anand pardeshi" userId="S::anand.pardeshi@fcrit.ac.in::4de9f4fb-1776-4d2c-ac4d-7159c8faa6e6" providerId="AD" clId="Web-{AF58B9F9-C2CB-C34F-5229-925DA6458D8F}" dt="2020-09-11T05:13:37.861" v="65"/>
          <ac:inkMkLst>
            <pc:docMk/>
            <pc:sldMk cId="2124857735" sldId="273"/>
            <ac:inkMk id="28" creationId="{29D03347-6177-4BF9-8DDB-CE7D5FC64CE3}"/>
          </ac:inkMkLst>
        </pc:inkChg>
        <pc:inkChg chg="add">
          <ac:chgData name="anand pardeshi" userId="S::anand.pardeshi@fcrit.ac.in::4de9f4fb-1776-4d2c-ac4d-7159c8faa6e6" providerId="AD" clId="Web-{AF58B9F9-C2CB-C34F-5229-925DA6458D8F}" dt="2020-09-11T05:13:39.611" v="66"/>
          <ac:inkMkLst>
            <pc:docMk/>
            <pc:sldMk cId="2124857735" sldId="273"/>
            <ac:inkMk id="29" creationId="{059D6443-0B56-4E28-BC58-8D85FBAD1C36}"/>
          </ac:inkMkLst>
        </pc:inkChg>
        <pc:inkChg chg="add">
          <ac:chgData name="anand pardeshi" userId="S::anand.pardeshi@fcrit.ac.in::4de9f4fb-1776-4d2c-ac4d-7159c8faa6e6" providerId="AD" clId="Web-{AF58B9F9-C2CB-C34F-5229-925DA6458D8F}" dt="2020-09-11T05:13:40.486" v="67"/>
          <ac:inkMkLst>
            <pc:docMk/>
            <pc:sldMk cId="2124857735" sldId="273"/>
            <ac:inkMk id="30" creationId="{6D4BE364-06B9-4539-9DCF-7E3AFE2CBB9D}"/>
          </ac:inkMkLst>
        </pc:inkChg>
        <pc:inkChg chg="add">
          <ac:chgData name="anand pardeshi" userId="S::anand.pardeshi@fcrit.ac.in::4de9f4fb-1776-4d2c-ac4d-7159c8faa6e6" providerId="AD" clId="Web-{AF58B9F9-C2CB-C34F-5229-925DA6458D8F}" dt="2020-09-11T05:13:41.970" v="68"/>
          <ac:inkMkLst>
            <pc:docMk/>
            <pc:sldMk cId="2124857735" sldId="273"/>
            <ac:inkMk id="31" creationId="{2F3CDCEC-217F-4686-A8EE-B4892F05647C}"/>
          </ac:inkMkLst>
        </pc:inkChg>
        <pc:inkChg chg="add">
          <ac:chgData name="anand pardeshi" userId="S::anand.pardeshi@fcrit.ac.in::4de9f4fb-1776-4d2c-ac4d-7159c8faa6e6" providerId="AD" clId="Web-{AF58B9F9-C2CB-C34F-5229-925DA6458D8F}" dt="2020-09-11T05:13:53.642" v="69"/>
          <ac:inkMkLst>
            <pc:docMk/>
            <pc:sldMk cId="2124857735" sldId="273"/>
            <ac:inkMk id="32" creationId="{4FAA1851-017D-4D6F-8FB7-813309EB92B8}"/>
          </ac:inkMkLst>
        </pc:inkChg>
        <pc:inkChg chg="add">
          <ac:chgData name="anand pardeshi" userId="S::anand.pardeshi@fcrit.ac.in::4de9f4fb-1776-4d2c-ac4d-7159c8faa6e6" providerId="AD" clId="Web-{AF58B9F9-C2CB-C34F-5229-925DA6458D8F}" dt="2020-09-11T05:13:54.205" v="70"/>
          <ac:inkMkLst>
            <pc:docMk/>
            <pc:sldMk cId="2124857735" sldId="273"/>
            <ac:inkMk id="33" creationId="{6971EE51-143E-40F7-9023-B42C7975FA66}"/>
          </ac:inkMkLst>
        </pc:inkChg>
        <pc:inkChg chg="add">
          <ac:chgData name="anand pardeshi" userId="S::anand.pardeshi@fcrit.ac.in::4de9f4fb-1776-4d2c-ac4d-7159c8faa6e6" providerId="AD" clId="Web-{AF58B9F9-C2CB-C34F-5229-925DA6458D8F}" dt="2020-09-11T05:16:10.067" v="114"/>
          <ac:inkMkLst>
            <pc:docMk/>
            <pc:sldMk cId="2124857735" sldId="273"/>
            <ac:inkMk id="34" creationId="{004CA190-7A45-481F-B538-3B6CDE1AE75E}"/>
          </ac:inkMkLst>
        </pc:inkChg>
      </pc:sldChg>
      <pc:sldChg chg="addSp delSp modSp addAnim delAnim">
        <pc:chgData name="anand pardeshi" userId="S::anand.pardeshi@fcrit.ac.in::4de9f4fb-1776-4d2c-ac4d-7159c8faa6e6" providerId="AD" clId="Web-{AF58B9F9-C2CB-C34F-5229-925DA6458D8F}" dt="2020-09-11T05:37:47.502" v="208" actId="20577"/>
        <pc:sldMkLst>
          <pc:docMk/>
          <pc:sldMk cId="4073974348" sldId="277"/>
        </pc:sldMkLst>
        <pc:spChg chg="mod">
          <ac:chgData name="anand pardeshi" userId="S::anand.pardeshi@fcrit.ac.in::4de9f4fb-1776-4d2c-ac4d-7159c8faa6e6" providerId="AD" clId="Web-{AF58B9F9-C2CB-C34F-5229-925DA6458D8F}" dt="2020-09-11T05:26:33.815" v="199" actId="1076"/>
          <ac:spMkLst>
            <pc:docMk/>
            <pc:sldMk cId="4073974348" sldId="277"/>
            <ac:spMk id="47" creationId="{A609A148-622B-4CAA-9C97-E1A34602CF80}"/>
          </ac:spMkLst>
        </pc:spChg>
        <pc:spChg chg="mod">
          <ac:chgData name="anand pardeshi" userId="S::anand.pardeshi@fcrit.ac.in::4de9f4fb-1776-4d2c-ac4d-7159c8faa6e6" providerId="AD" clId="Web-{AF58B9F9-C2CB-C34F-5229-925DA6458D8F}" dt="2020-09-11T05:37:47.502" v="208" actId="20577"/>
          <ac:spMkLst>
            <pc:docMk/>
            <pc:sldMk cId="4073974348" sldId="277"/>
            <ac:spMk id="59" creationId="{D773F6EC-0757-4122-A0CD-5BF3597CAFF4}"/>
          </ac:spMkLst>
        </pc:spChg>
        <pc:grpChg chg="mod">
          <ac:chgData name="anand pardeshi" userId="S::anand.pardeshi@fcrit.ac.in::4de9f4fb-1776-4d2c-ac4d-7159c8faa6e6" providerId="AD" clId="Web-{AF58B9F9-C2CB-C34F-5229-925DA6458D8F}" dt="2020-09-11T05:26:43.847" v="200" actId="1076"/>
          <ac:grpSpMkLst>
            <pc:docMk/>
            <pc:sldMk cId="4073974348" sldId="277"/>
            <ac:grpSpMk id="63" creationId="{96DB473A-FDAF-452B-A363-D783BC1EF4AF}"/>
          </ac:grpSpMkLst>
        </pc:grpChg>
        <pc:graphicFrameChg chg="add del mod">
          <ac:chgData name="anand pardeshi" userId="S::anand.pardeshi@fcrit.ac.in::4de9f4fb-1776-4d2c-ac4d-7159c8faa6e6" providerId="AD" clId="Web-{AF58B9F9-C2CB-C34F-5229-925DA6458D8F}" dt="2020-09-11T05:33:34.668" v="202"/>
          <ac:graphicFrameMkLst>
            <pc:docMk/>
            <pc:sldMk cId="4073974348" sldId="277"/>
            <ac:graphicFrameMk id="2" creationId="{BD610FA1-C3C1-4D9C-A723-B3A48D00ACBB}"/>
          </ac:graphicFrameMkLst>
        </pc:graphicFrameChg>
        <pc:graphicFrameChg chg="add mod modGraphic">
          <ac:chgData name="anand pardeshi" userId="S::anand.pardeshi@fcrit.ac.in::4de9f4fb-1776-4d2c-ac4d-7159c8faa6e6" providerId="AD" clId="Web-{AF58B9F9-C2CB-C34F-5229-925DA6458D8F}" dt="2020-09-11T05:33:57.716" v="206" actId="1076"/>
          <ac:graphicFrameMkLst>
            <pc:docMk/>
            <pc:sldMk cId="4073974348" sldId="277"/>
            <ac:graphicFrameMk id="4" creationId="{E7AB4C2A-C212-4B60-A70E-CFA48192D80D}"/>
          </ac:graphicFrameMkLst>
        </pc:graphicFrameChg>
      </pc:sldChg>
      <pc:sldChg chg="addSp delSp add replId">
        <pc:chgData name="anand pardeshi" userId="S::anand.pardeshi@fcrit.ac.in::4de9f4fb-1776-4d2c-ac4d-7159c8faa6e6" providerId="AD" clId="Web-{AF58B9F9-C2CB-C34F-5229-925DA6458D8F}" dt="2020-09-11T05:15:28.160" v="113"/>
        <pc:sldMkLst>
          <pc:docMk/>
          <pc:sldMk cId="585175355" sldId="279"/>
        </pc:sldMkLst>
        <pc:picChg chg="add">
          <ac:chgData name="anand pardeshi" userId="S::anand.pardeshi@fcrit.ac.in::4de9f4fb-1776-4d2c-ac4d-7159c8faa6e6" providerId="AD" clId="Web-{AF58B9F9-C2CB-C34F-5229-925DA6458D8F}" dt="2020-09-11T05:13:54.908" v="71"/>
          <ac:picMkLst>
            <pc:docMk/>
            <pc:sldMk cId="585175355" sldId="279"/>
            <ac:picMk id="3" creationId="{9252D3FE-8512-4918-9A57-5EAA1BD2DC0A}"/>
          </ac:picMkLst>
        </pc:picChg>
        <pc:inkChg chg="add">
          <ac:chgData name="anand pardeshi" userId="S::anand.pardeshi@fcrit.ac.in::4de9f4fb-1776-4d2c-ac4d-7159c8faa6e6" providerId="AD" clId="Web-{AF58B9F9-C2CB-C34F-5229-925DA6458D8F}" dt="2020-09-11T05:14:00.455" v="72"/>
          <ac:inkMkLst>
            <pc:docMk/>
            <pc:sldMk cId="585175355" sldId="279"/>
            <ac:inkMk id="4" creationId="{F05D0B09-582E-4A22-8719-EE7774DCFE1D}"/>
          </ac:inkMkLst>
        </pc:inkChg>
        <pc:inkChg chg="add">
          <ac:chgData name="anand pardeshi" userId="S::anand.pardeshi@fcrit.ac.in::4de9f4fb-1776-4d2c-ac4d-7159c8faa6e6" providerId="AD" clId="Web-{AF58B9F9-C2CB-C34F-5229-925DA6458D8F}" dt="2020-09-11T05:14:02.877" v="73"/>
          <ac:inkMkLst>
            <pc:docMk/>
            <pc:sldMk cId="585175355" sldId="279"/>
            <ac:inkMk id="5" creationId="{852869F9-2AA0-40CF-8F57-7DFF5BE4A9C4}"/>
          </ac:inkMkLst>
        </pc:inkChg>
        <pc:inkChg chg="add">
          <ac:chgData name="anand pardeshi" userId="S::anand.pardeshi@fcrit.ac.in::4de9f4fb-1776-4d2c-ac4d-7159c8faa6e6" providerId="AD" clId="Web-{AF58B9F9-C2CB-C34F-5229-925DA6458D8F}" dt="2020-09-11T05:14:04.096" v="74"/>
          <ac:inkMkLst>
            <pc:docMk/>
            <pc:sldMk cId="585175355" sldId="279"/>
            <ac:inkMk id="6" creationId="{A66E1B49-DCCC-4AB9-9697-F2C0C714FE88}"/>
          </ac:inkMkLst>
        </pc:inkChg>
        <pc:inkChg chg="add">
          <ac:chgData name="anand pardeshi" userId="S::anand.pardeshi@fcrit.ac.in::4de9f4fb-1776-4d2c-ac4d-7159c8faa6e6" providerId="AD" clId="Web-{AF58B9F9-C2CB-C34F-5229-925DA6458D8F}" dt="2020-09-11T05:14:05.580" v="75"/>
          <ac:inkMkLst>
            <pc:docMk/>
            <pc:sldMk cId="585175355" sldId="279"/>
            <ac:inkMk id="7" creationId="{E8795358-631F-4D15-857A-B3D084A974C4}"/>
          </ac:inkMkLst>
        </pc:inkChg>
        <pc:inkChg chg="add">
          <ac:chgData name="anand pardeshi" userId="S::anand.pardeshi@fcrit.ac.in::4de9f4fb-1776-4d2c-ac4d-7159c8faa6e6" providerId="AD" clId="Web-{AF58B9F9-C2CB-C34F-5229-925DA6458D8F}" dt="2020-09-11T05:14:06.283" v="76"/>
          <ac:inkMkLst>
            <pc:docMk/>
            <pc:sldMk cId="585175355" sldId="279"/>
            <ac:inkMk id="8" creationId="{EEFA9A4F-2FCE-4144-B2D9-9C703BEAD69B}"/>
          </ac:inkMkLst>
        </pc:inkChg>
        <pc:inkChg chg="add">
          <ac:chgData name="anand pardeshi" userId="S::anand.pardeshi@fcrit.ac.in::4de9f4fb-1776-4d2c-ac4d-7159c8faa6e6" providerId="AD" clId="Web-{AF58B9F9-C2CB-C34F-5229-925DA6458D8F}" dt="2020-09-11T05:14:06.908" v="77"/>
          <ac:inkMkLst>
            <pc:docMk/>
            <pc:sldMk cId="585175355" sldId="279"/>
            <ac:inkMk id="9" creationId="{4AFA9383-D055-4434-A1D3-EC24594ADD51}"/>
          </ac:inkMkLst>
        </pc:inkChg>
        <pc:inkChg chg="add">
          <ac:chgData name="anand pardeshi" userId="S::anand.pardeshi@fcrit.ac.in::4de9f4fb-1776-4d2c-ac4d-7159c8faa6e6" providerId="AD" clId="Web-{AF58B9F9-C2CB-C34F-5229-925DA6458D8F}" dt="2020-09-11T05:14:08.408" v="78"/>
          <ac:inkMkLst>
            <pc:docMk/>
            <pc:sldMk cId="585175355" sldId="279"/>
            <ac:inkMk id="10" creationId="{EABF4F94-9205-4A8B-9578-6B56E8366289}"/>
          </ac:inkMkLst>
        </pc:inkChg>
        <pc:inkChg chg="add">
          <ac:chgData name="anand pardeshi" userId="S::anand.pardeshi@fcrit.ac.in::4de9f4fb-1776-4d2c-ac4d-7159c8faa6e6" providerId="AD" clId="Web-{AF58B9F9-C2CB-C34F-5229-925DA6458D8F}" dt="2020-09-11T05:14:10.877" v="79"/>
          <ac:inkMkLst>
            <pc:docMk/>
            <pc:sldMk cId="585175355" sldId="279"/>
            <ac:inkMk id="11" creationId="{1EF74657-7656-4852-BB0F-4A4E5C294AD1}"/>
          </ac:inkMkLst>
        </pc:inkChg>
        <pc:inkChg chg="add">
          <ac:chgData name="anand pardeshi" userId="S::anand.pardeshi@fcrit.ac.in::4de9f4fb-1776-4d2c-ac4d-7159c8faa6e6" providerId="AD" clId="Web-{AF58B9F9-C2CB-C34F-5229-925DA6458D8F}" dt="2020-09-11T05:14:12.143" v="80"/>
          <ac:inkMkLst>
            <pc:docMk/>
            <pc:sldMk cId="585175355" sldId="279"/>
            <ac:inkMk id="12" creationId="{7D118815-14D6-43C1-B5EE-32BE27FA0711}"/>
          </ac:inkMkLst>
        </pc:inkChg>
        <pc:inkChg chg="add">
          <ac:chgData name="anand pardeshi" userId="S::anand.pardeshi@fcrit.ac.in::4de9f4fb-1776-4d2c-ac4d-7159c8faa6e6" providerId="AD" clId="Web-{AF58B9F9-C2CB-C34F-5229-925DA6458D8F}" dt="2020-09-11T05:14:13.065" v="81"/>
          <ac:inkMkLst>
            <pc:docMk/>
            <pc:sldMk cId="585175355" sldId="279"/>
            <ac:inkMk id="13" creationId="{B9BB0DC5-B46E-4EB9-BC3C-B34FEE4346FF}"/>
          </ac:inkMkLst>
        </pc:inkChg>
        <pc:inkChg chg="add del">
          <ac:chgData name="anand pardeshi" userId="S::anand.pardeshi@fcrit.ac.in::4de9f4fb-1776-4d2c-ac4d-7159c8faa6e6" providerId="AD" clId="Web-{AF58B9F9-C2CB-C34F-5229-925DA6458D8F}" dt="2020-09-11T05:15:07.332" v="104"/>
          <ac:inkMkLst>
            <pc:docMk/>
            <pc:sldMk cId="585175355" sldId="279"/>
            <ac:inkMk id="14" creationId="{91E646DF-6A5D-4999-ADC7-9D509927914F}"/>
          </ac:inkMkLst>
        </pc:inkChg>
        <pc:inkChg chg="add del">
          <ac:chgData name="anand pardeshi" userId="S::anand.pardeshi@fcrit.ac.in::4de9f4fb-1776-4d2c-ac4d-7159c8faa6e6" providerId="AD" clId="Web-{AF58B9F9-C2CB-C34F-5229-925DA6458D8F}" dt="2020-09-11T05:15:07.332" v="103"/>
          <ac:inkMkLst>
            <pc:docMk/>
            <pc:sldMk cId="585175355" sldId="279"/>
            <ac:inkMk id="15" creationId="{D271E8B5-8700-4440-BE6B-530D7DC444F3}"/>
          </ac:inkMkLst>
        </pc:inkChg>
        <pc:inkChg chg="add">
          <ac:chgData name="anand pardeshi" userId="S::anand.pardeshi@fcrit.ac.in::4de9f4fb-1776-4d2c-ac4d-7159c8faa6e6" providerId="AD" clId="Web-{AF58B9F9-C2CB-C34F-5229-925DA6458D8F}" dt="2020-09-11T05:14:17.768" v="84"/>
          <ac:inkMkLst>
            <pc:docMk/>
            <pc:sldMk cId="585175355" sldId="279"/>
            <ac:inkMk id="16" creationId="{81707935-8F0D-483D-A31A-7CB5CB8CEAF7}"/>
          </ac:inkMkLst>
        </pc:inkChg>
        <pc:inkChg chg="add">
          <ac:chgData name="anand pardeshi" userId="S::anand.pardeshi@fcrit.ac.in::4de9f4fb-1776-4d2c-ac4d-7159c8faa6e6" providerId="AD" clId="Web-{AF58B9F9-C2CB-C34F-5229-925DA6458D8F}" dt="2020-09-11T05:14:20.049" v="85"/>
          <ac:inkMkLst>
            <pc:docMk/>
            <pc:sldMk cId="585175355" sldId="279"/>
            <ac:inkMk id="17" creationId="{1C494B8C-8D69-40E0-BC4D-1D69653558DB}"/>
          </ac:inkMkLst>
        </pc:inkChg>
        <pc:inkChg chg="add">
          <ac:chgData name="anand pardeshi" userId="S::anand.pardeshi@fcrit.ac.in::4de9f4fb-1776-4d2c-ac4d-7159c8faa6e6" providerId="AD" clId="Web-{AF58B9F9-C2CB-C34F-5229-925DA6458D8F}" dt="2020-09-11T05:14:21.768" v="86"/>
          <ac:inkMkLst>
            <pc:docMk/>
            <pc:sldMk cId="585175355" sldId="279"/>
            <ac:inkMk id="18" creationId="{58B5A99F-4651-4E79-9796-20A9DAD62DF4}"/>
          </ac:inkMkLst>
        </pc:inkChg>
        <pc:inkChg chg="add">
          <ac:chgData name="anand pardeshi" userId="S::anand.pardeshi@fcrit.ac.in::4de9f4fb-1776-4d2c-ac4d-7159c8faa6e6" providerId="AD" clId="Web-{AF58B9F9-C2CB-C34F-5229-925DA6458D8F}" dt="2020-09-11T05:14:23.424" v="87"/>
          <ac:inkMkLst>
            <pc:docMk/>
            <pc:sldMk cId="585175355" sldId="279"/>
            <ac:inkMk id="19" creationId="{2D186479-E47B-411A-9BA9-30FB373C7566}"/>
          </ac:inkMkLst>
        </pc:inkChg>
        <pc:inkChg chg="add">
          <ac:chgData name="anand pardeshi" userId="S::anand.pardeshi@fcrit.ac.in::4de9f4fb-1776-4d2c-ac4d-7159c8faa6e6" providerId="AD" clId="Web-{AF58B9F9-C2CB-C34F-5229-925DA6458D8F}" dt="2020-09-11T05:14:24.502" v="88"/>
          <ac:inkMkLst>
            <pc:docMk/>
            <pc:sldMk cId="585175355" sldId="279"/>
            <ac:inkMk id="20" creationId="{3E9DBFA9-533F-4A82-AEB4-5D005768B839}"/>
          </ac:inkMkLst>
        </pc:inkChg>
        <pc:inkChg chg="add">
          <ac:chgData name="anand pardeshi" userId="S::anand.pardeshi@fcrit.ac.in::4de9f4fb-1776-4d2c-ac4d-7159c8faa6e6" providerId="AD" clId="Web-{AF58B9F9-C2CB-C34F-5229-925DA6458D8F}" dt="2020-09-11T05:14:25.596" v="89"/>
          <ac:inkMkLst>
            <pc:docMk/>
            <pc:sldMk cId="585175355" sldId="279"/>
            <ac:inkMk id="21" creationId="{246D2FCF-085E-4C4C-AC35-579E7C0E7DEC}"/>
          </ac:inkMkLst>
        </pc:inkChg>
        <pc:inkChg chg="add">
          <ac:chgData name="anand pardeshi" userId="S::anand.pardeshi@fcrit.ac.in::4de9f4fb-1776-4d2c-ac4d-7159c8faa6e6" providerId="AD" clId="Web-{AF58B9F9-C2CB-C34F-5229-925DA6458D8F}" dt="2020-09-11T05:14:26.456" v="90"/>
          <ac:inkMkLst>
            <pc:docMk/>
            <pc:sldMk cId="585175355" sldId="279"/>
            <ac:inkMk id="22" creationId="{77DD858C-DCA0-4DEC-8F44-C7105F65C36C}"/>
          </ac:inkMkLst>
        </pc:inkChg>
        <pc:inkChg chg="add">
          <ac:chgData name="anand pardeshi" userId="S::anand.pardeshi@fcrit.ac.in::4de9f4fb-1776-4d2c-ac4d-7159c8faa6e6" providerId="AD" clId="Web-{AF58B9F9-C2CB-C34F-5229-925DA6458D8F}" dt="2020-09-11T05:14:27.221" v="91"/>
          <ac:inkMkLst>
            <pc:docMk/>
            <pc:sldMk cId="585175355" sldId="279"/>
            <ac:inkMk id="23" creationId="{EA4AB005-7C4D-43AE-8939-48DD8FEB4984}"/>
          </ac:inkMkLst>
        </pc:inkChg>
        <pc:inkChg chg="add">
          <ac:chgData name="anand pardeshi" userId="S::anand.pardeshi@fcrit.ac.in::4de9f4fb-1776-4d2c-ac4d-7159c8faa6e6" providerId="AD" clId="Web-{AF58B9F9-C2CB-C34F-5229-925DA6458D8F}" dt="2020-09-11T05:14:28.237" v="92"/>
          <ac:inkMkLst>
            <pc:docMk/>
            <pc:sldMk cId="585175355" sldId="279"/>
            <ac:inkMk id="24" creationId="{8442B91F-EBEF-47C6-AF6B-C4FA045076BB}"/>
          </ac:inkMkLst>
        </pc:inkChg>
        <pc:inkChg chg="add del">
          <ac:chgData name="anand pardeshi" userId="S::anand.pardeshi@fcrit.ac.in::4de9f4fb-1776-4d2c-ac4d-7159c8faa6e6" providerId="AD" clId="Web-{AF58B9F9-C2CB-C34F-5229-925DA6458D8F}" dt="2020-09-11T05:15:20.332" v="110"/>
          <ac:inkMkLst>
            <pc:docMk/>
            <pc:sldMk cId="585175355" sldId="279"/>
            <ac:inkMk id="25" creationId="{535DF86C-B799-40C9-88B9-46924636429C}"/>
          </ac:inkMkLst>
        </pc:inkChg>
        <pc:inkChg chg="add del">
          <ac:chgData name="anand pardeshi" userId="S::anand.pardeshi@fcrit.ac.in::4de9f4fb-1776-4d2c-ac4d-7159c8faa6e6" providerId="AD" clId="Web-{AF58B9F9-C2CB-C34F-5229-925DA6458D8F}" dt="2020-09-11T05:15:20.332" v="109"/>
          <ac:inkMkLst>
            <pc:docMk/>
            <pc:sldMk cId="585175355" sldId="279"/>
            <ac:inkMk id="26" creationId="{99D5DF48-B2BE-4580-BF40-8F82193D8A13}"/>
          </ac:inkMkLst>
        </pc:inkChg>
        <pc:inkChg chg="add">
          <ac:chgData name="anand pardeshi" userId="S::anand.pardeshi@fcrit.ac.in::4de9f4fb-1776-4d2c-ac4d-7159c8faa6e6" providerId="AD" clId="Web-{AF58B9F9-C2CB-C34F-5229-925DA6458D8F}" dt="2020-09-11T05:14:31.456" v="95"/>
          <ac:inkMkLst>
            <pc:docMk/>
            <pc:sldMk cId="585175355" sldId="279"/>
            <ac:inkMk id="27" creationId="{805E2EFA-116C-4C83-AF92-B2FBE238DB90}"/>
          </ac:inkMkLst>
        </pc:inkChg>
        <pc:inkChg chg="add">
          <ac:chgData name="anand pardeshi" userId="S::anand.pardeshi@fcrit.ac.in::4de9f4fb-1776-4d2c-ac4d-7159c8faa6e6" providerId="AD" clId="Web-{AF58B9F9-C2CB-C34F-5229-925DA6458D8F}" dt="2020-09-11T05:14:32.862" v="96"/>
          <ac:inkMkLst>
            <pc:docMk/>
            <pc:sldMk cId="585175355" sldId="279"/>
            <ac:inkMk id="28" creationId="{DAF8DC49-AFE5-46F1-9589-D091C5FB28F9}"/>
          </ac:inkMkLst>
        </pc:inkChg>
        <pc:inkChg chg="add">
          <ac:chgData name="anand pardeshi" userId="S::anand.pardeshi@fcrit.ac.in::4de9f4fb-1776-4d2c-ac4d-7159c8faa6e6" providerId="AD" clId="Web-{AF58B9F9-C2CB-C34F-5229-925DA6458D8F}" dt="2020-09-11T05:14:33.800" v="97"/>
          <ac:inkMkLst>
            <pc:docMk/>
            <pc:sldMk cId="585175355" sldId="279"/>
            <ac:inkMk id="29" creationId="{6C0C080B-A65F-43E1-92AB-F6E54E38D69E}"/>
          </ac:inkMkLst>
        </pc:inkChg>
        <pc:inkChg chg="add">
          <ac:chgData name="anand pardeshi" userId="S::anand.pardeshi@fcrit.ac.in::4de9f4fb-1776-4d2c-ac4d-7159c8faa6e6" providerId="AD" clId="Web-{AF58B9F9-C2CB-C34F-5229-925DA6458D8F}" dt="2020-09-11T05:14:35.237" v="98"/>
          <ac:inkMkLst>
            <pc:docMk/>
            <pc:sldMk cId="585175355" sldId="279"/>
            <ac:inkMk id="30" creationId="{90FF2600-15C3-440B-9635-862279705F3F}"/>
          </ac:inkMkLst>
        </pc:inkChg>
        <pc:inkChg chg="add">
          <ac:chgData name="anand pardeshi" userId="S::anand.pardeshi@fcrit.ac.in::4de9f4fb-1776-4d2c-ac4d-7159c8faa6e6" providerId="AD" clId="Web-{AF58B9F9-C2CB-C34F-5229-925DA6458D8F}" dt="2020-09-11T05:14:36.846" v="99"/>
          <ac:inkMkLst>
            <pc:docMk/>
            <pc:sldMk cId="585175355" sldId="279"/>
            <ac:inkMk id="31" creationId="{0C986236-1294-4BBB-BF5C-3873D9E4601F}"/>
          </ac:inkMkLst>
        </pc:inkChg>
        <pc:inkChg chg="add del">
          <ac:chgData name="anand pardeshi" userId="S::anand.pardeshi@fcrit.ac.in::4de9f4fb-1776-4d2c-ac4d-7159c8faa6e6" providerId="AD" clId="Web-{AF58B9F9-C2CB-C34F-5229-925DA6458D8F}" dt="2020-09-11T05:15:20.332" v="108"/>
          <ac:inkMkLst>
            <pc:docMk/>
            <pc:sldMk cId="585175355" sldId="279"/>
            <ac:inkMk id="32" creationId="{85B8FECE-8057-45A5-B9DB-F26547400CD2}"/>
          </ac:inkMkLst>
        </pc:inkChg>
        <pc:inkChg chg="add del">
          <ac:chgData name="anand pardeshi" userId="S::anand.pardeshi@fcrit.ac.in::4de9f4fb-1776-4d2c-ac4d-7159c8faa6e6" providerId="AD" clId="Web-{AF58B9F9-C2CB-C34F-5229-925DA6458D8F}" dt="2020-09-11T05:15:07.332" v="102"/>
          <ac:inkMkLst>
            <pc:docMk/>
            <pc:sldMk cId="585175355" sldId="279"/>
            <ac:inkMk id="33" creationId="{7C516006-7BB4-4D53-8A76-516AEC5839AA}"/>
          </ac:inkMkLst>
        </pc:inkChg>
        <pc:inkChg chg="add">
          <ac:chgData name="anand pardeshi" userId="S::anand.pardeshi@fcrit.ac.in::4de9f4fb-1776-4d2c-ac4d-7159c8faa6e6" providerId="AD" clId="Web-{AF58B9F9-C2CB-C34F-5229-925DA6458D8F}" dt="2020-09-11T05:15:12.316" v="105"/>
          <ac:inkMkLst>
            <pc:docMk/>
            <pc:sldMk cId="585175355" sldId="279"/>
            <ac:inkMk id="34" creationId="{5A1A5E83-EBBE-4EB7-9E3A-AC62A64CA6B4}"/>
          </ac:inkMkLst>
        </pc:inkChg>
        <pc:inkChg chg="add">
          <ac:chgData name="anand pardeshi" userId="S::anand.pardeshi@fcrit.ac.in::4de9f4fb-1776-4d2c-ac4d-7159c8faa6e6" providerId="AD" clId="Web-{AF58B9F9-C2CB-C34F-5229-925DA6458D8F}" dt="2020-09-11T05:15:13.519" v="106"/>
          <ac:inkMkLst>
            <pc:docMk/>
            <pc:sldMk cId="585175355" sldId="279"/>
            <ac:inkMk id="35" creationId="{B0A9EB29-E756-4CA5-950C-1BA71BE2827D}"/>
          </ac:inkMkLst>
        </pc:inkChg>
        <pc:inkChg chg="add">
          <ac:chgData name="anand pardeshi" userId="S::anand.pardeshi@fcrit.ac.in::4de9f4fb-1776-4d2c-ac4d-7159c8faa6e6" providerId="AD" clId="Web-{AF58B9F9-C2CB-C34F-5229-925DA6458D8F}" dt="2020-09-11T05:15:16.066" v="107"/>
          <ac:inkMkLst>
            <pc:docMk/>
            <pc:sldMk cId="585175355" sldId="279"/>
            <ac:inkMk id="36" creationId="{26E77CAB-52EA-4B79-A917-D17B2D59B3E1}"/>
          </ac:inkMkLst>
        </pc:inkChg>
        <pc:inkChg chg="add">
          <ac:chgData name="anand pardeshi" userId="S::anand.pardeshi@fcrit.ac.in::4de9f4fb-1776-4d2c-ac4d-7159c8faa6e6" providerId="AD" clId="Web-{AF58B9F9-C2CB-C34F-5229-925DA6458D8F}" dt="2020-09-11T05:15:24.598" v="111"/>
          <ac:inkMkLst>
            <pc:docMk/>
            <pc:sldMk cId="585175355" sldId="279"/>
            <ac:inkMk id="37" creationId="{38A02B68-0D7E-48A9-9AC8-AB5B1CEE4438}"/>
          </ac:inkMkLst>
        </pc:inkChg>
        <pc:inkChg chg="add">
          <ac:chgData name="anand pardeshi" userId="S::anand.pardeshi@fcrit.ac.in::4de9f4fb-1776-4d2c-ac4d-7159c8faa6e6" providerId="AD" clId="Web-{AF58B9F9-C2CB-C34F-5229-925DA6458D8F}" dt="2020-09-11T05:15:26.176" v="112"/>
          <ac:inkMkLst>
            <pc:docMk/>
            <pc:sldMk cId="585175355" sldId="279"/>
            <ac:inkMk id="38" creationId="{0FC141CB-62E8-49E1-B1A6-AEFBE92B8349}"/>
          </ac:inkMkLst>
        </pc:inkChg>
        <pc:inkChg chg="add">
          <ac:chgData name="anand pardeshi" userId="S::anand.pardeshi@fcrit.ac.in::4de9f4fb-1776-4d2c-ac4d-7159c8faa6e6" providerId="AD" clId="Web-{AF58B9F9-C2CB-C34F-5229-925DA6458D8F}" dt="2020-09-11T05:15:28.160" v="113"/>
          <ac:inkMkLst>
            <pc:docMk/>
            <pc:sldMk cId="585175355" sldId="279"/>
            <ac:inkMk id="39" creationId="{31CFC6A4-1884-405E-9430-14D980B90712}"/>
          </ac:inkMkLst>
        </pc:inkChg>
      </pc:sldChg>
      <pc:sldChg chg="add replId">
        <pc:chgData name="anand pardeshi" userId="S::anand.pardeshi@fcrit.ac.in::4de9f4fb-1776-4d2c-ac4d-7159c8faa6e6" providerId="AD" clId="Web-{AF58B9F9-C2CB-C34F-5229-925DA6458D8F}" dt="2020-09-11T05:10:20.513" v="4"/>
        <pc:sldMkLst>
          <pc:docMk/>
          <pc:sldMk cId="86270529" sldId="280"/>
        </pc:sldMkLst>
      </pc:sldChg>
    </pc:docChg>
  </pc:docChgLst>
  <pc:docChgLst>
    <pc:chgData name="anand pardeshi" userId="S::anand.pardeshi@fcrit.ac.in::4de9f4fb-1776-4d2c-ac4d-7159c8faa6e6" providerId="AD" clId="Web-{41F4017C-E1B0-88C5-E032-A528A573FC70}"/>
    <pc:docChg chg="modSld addMainMaster delMainMaster">
      <pc:chgData name="anand pardeshi" userId="S::anand.pardeshi@fcrit.ac.in::4de9f4fb-1776-4d2c-ac4d-7159c8faa6e6" providerId="AD" clId="Web-{41F4017C-E1B0-88C5-E032-A528A573FC70}" dt="2020-09-08T17:18:00.129" v="157" actId="20577"/>
      <pc:docMkLst>
        <pc:docMk/>
      </pc:docMkLst>
      <pc:sldChg chg="delSp modSp mod modClrScheme delDesignElem chgLayout">
        <pc:chgData name="anand pardeshi" userId="S::anand.pardeshi@fcrit.ac.in::4de9f4fb-1776-4d2c-ac4d-7159c8faa6e6" providerId="AD" clId="Web-{41F4017C-E1B0-88C5-E032-A528A573FC70}" dt="2020-09-08T17:14:36.640" v="79"/>
        <pc:sldMkLst>
          <pc:docMk/>
          <pc:sldMk cId="109857222" sldId="256"/>
        </pc:sldMkLst>
        <pc:spChg chg="mod ord">
          <ac:chgData name="anand pardeshi" userId="S::anand.pardeshi@fcrit.ac.in::4de9f4fb-1776-4d2c-ac4d-7159c8faa6e6" providerId="AD" clId="Web-{41F4017C-E1B0-88C5-E032-A528A573FC70}" dt="2020-09-08T17:14:36.640" v="79"/>
          <ac:spMkLst>
            <pc:docMk/>
            <pc:sldMk cId="109857222" sldId="256"/>
            <ac:spMk id="2" creationId="{00000000-0000-0000-0000-000000000000}"/>
          </ac:spMkLst>
        </pc:spChg>
        <pc:spChg chg="mod ord">
          <ac:chgData name="anand pardeshi" userId="S::anand.pardeshi@fcrit.ac.in::4de9f4fb-1776-4d2c-ac4d-7159c8faa6e6" providerId="AD" clId="Web-{41F4017C-E1B0-88C5-E032-A528A573FC70}" dt="2020-09-08T17:14:36.640" v="79"/>
          <ac:spMkLst>
            <pc:docMk/>
            <pc:sldMk cId="109857222" sldId="256"/>
            <ac:spMk id="3" creationId="{00000000-0000-0000-0000-000000000000}"/>
          </ac:spMkLst>
        </pc:spChg>
        <pc:spChg chg="del">
          <ac:chgData name="anand pardeshi" userId="S::anand.pardeshi@fcrit.ac.in::4de9f4fb-1776-4d2c-ac4d-7159c8faa6e6" providerId="AD" clId="Web-{41F4017C-E1B0-88C5-E032-A528A573FC70}" dt="2020-09-08T17:14:01.389" v="78"/>
          <ac:spMkLst>
            <pc:docMk/>
            <pc:sldMk cId="109857222" sldId="256"/>
            <ac:spMk id="8" creationId="{88294908-8B00-4F58-BBBA-20F71A40AA9E}"/>
          </ac:spMkLst>
        </pc:spChg>
        <pc:spChg chg="del">
          <ac:chgData name="anand pardeshi" userId="S::anand.pardeshi@fcrit.ac.in::4de9f4fb-1776-4d2c-ac4d-7159c8faa6e6" providerId="AD" clId="Web-{41F4017C-E1B0-88C5-E032-A528A573FC70}" dt="2020-09-08T17:14:01.389" v="78"/>
          <ac:spMkLst>
            <pc:docMk/>
            <pc:sldMk cId="109857222" sldId="256"/>
            <ac:spMk id="10" creationId="{4364C879-1404-4203-8E9D-CC5DE0A621A2}"/>
          </ac:spMkLst>
        </pc:spChg>
        <pc:spChg chg="del">
          <ac:chgData name="anand pardeshi" userId="S::anand.pardeshi@fcrit.ac.in::4de9f4fb-1776-4d2c-ac4d-7159c8faa6e6" providerId="AD" clId="Web-{41F4017C-E1B0-88C5-E032-A528A573FC70}" dt="2020-09-08T17:14:01.389" v="78"/>
          <ac:spMkLst>
            <pc:docMk/>
            <pc:sldMk cId="109857222" sldId="256"/>
            <ac:spMk id="12" creationId="{84617302-4B0D-4351-A6BB-6F0930D943AC}"/>
          </ac:spMkLst>
        </pc:spChg>
        <pc:spChg chg="del">
          <ac:chgData name="anand pardeshi" userId="S::anand.pardeshi@fcrit.ac.in::4de9f4fb-1776-4d2c-ac4d-7159c8faa6e6" providerId="AD" clId="Web-{41F4017C-E1B0-88C5-E032-A528A573FC70}" dt="2020-09-08T17:14:01.389" v="78"/>
          <ac:spMkLst>
            <pc:docMk/>
            <pc:sldMk cId="109857222" sldId="256"/>
            <ac:spMk id="14" creationId="{DA2C7802-C2E0-4218-8F89-8DD7CCD2CD1C}"/>
          </ac:spMkLst>
        </pc:spChg>
        <pc:spChg chg="del">
          <ac:chgData name="anand pardeshi" userId="S::anand.pardeshi@fcrit.ac.in::4de9f4fb-1776-4d2c-ac4d-7159c8faa6e6" providerId="AD" clId="Web-{41F4017C-E1B0-88C5-E032-A528A573FC70}" dt="2020-09-08T17:14:01.389" v="78"/>
          <ac:spMkLst>
            <pc:docMk/>
            <pc:sldMk cId="109857222" sldId="256"/>
            <ac:spMk id="16" creationId="{A6D7111A-21E5-4EE9-8A78-10E5530F0116}"/>
          </ac:spMkLst>
        </pc:spChg>
        <pc:spChg chg="del">
          <ac:chgData name="anand pardeshi" userId="S::anand.pardeshi@fcrit.ac.in::4de9f4fb-1776-4d2c-ac4d-7159c8faa6e6" providerId="AD" clId="Web-{41F4017C-E1B0-88C5-E032-A528A573FC70}" dt="2020-09-08T17:14:01.389" v="78"/>
          <ac:spMkLst>
            <pc:docMk/>
            <pc:sldMk cId="109857222" sldId="256"/>
            <ac:spMk id="18" creationId="{A3969E80-A77B-49FC-9122-D89AFD5EE118}"/>
          </ac:spMkLst>
        </pc:spChg>
        <pc:spChg chg="del">
          <ac:chgData name="anand pardeshi" userId="S::anand.pardeshi@fcrit.ac.in::4de9f4fb-1776-4d2c-ac4d-7159c8faa6e6" providerId="AD" clId="Web-{41F4017C-E1B0-88C5-E032-A528A573FC70}" dt="2020-09-08T17:14:01.389" v="78"/>
          <ac:spMkLst>
            <pc:docMk/>
            <pc:sldMk cId="109857222" sldId="256"/>
            <ac:spMk id="20" creationId="{1849CA57-76BD-4CF2-80BA-D7A46A01B7B1}"/>
          </ac:spMkLst>
        </pc:spChg>
        <pc:spChg chg="del">
          <ac:chgData name="anand pardeshi" userId="S::anand.pardeshi@fcrit.ac.in::4de9f4fb-1776-4d2c-ac4d-7159c8faa6e6" providerId="AD" clId="Web-{41F4017C-E1B0-88C5-E032-A528A573FC70}" dt="2020-09-08T17:14:01.389" v="78"/>
          <ac:spMkLst>
            <pc:docMk/>
            <pc:sldMk cId="109857222" sldId="256"/>
            <ac:spMk id="22" creationId="{35E9085E-E730-4768-83D4-6CB7E9897153}"/>
          </ac:spMkLst>
        </pc:spChg>
        <pc:spChg chg="del">
          <ac:chgData name="anand pardeshi" userId="S::anand.pardeshi@fcrit.ac.in::4de9f4fb-1776-4d2c-ac4d-7159c8faa6e6" providerId="AD" clId="Web-{41F4017C-E1B0-88C5-E032-A528A573FC70}" dt="2020-09-08T17:14:01.389" v="78"/>
          <ac:spMkLst>
            <pc:docMk/>
            <pc:sldMk cId="109857222" sldId="256"/>
            <ac:spMk id="24" creationId="{973272FE-A474-4CAE-8CA2-BCC8B476C3F4}"/>
          </ac:spMkLst>
        </pc:spChg>
        <pc:spChg chg="del">
          <ac:chgData name="anand pardeshi" userId="S::anand.pardeshi@fcrit.ac.in::4de9f4fb-1776-4d2c-ac4d-7159c8faa6e6" providerId="AD" clId="Web-{41F4017C-E1B0-88C5-E032-A528A573FC70}" dt="2020-09-08T17:14:01.389" v="78"/>
          <ac:spMkLst>
            <pc:docMk/>
            <pc:sldMk cId="109857222" sldId="256"/>
            <ac:spMk id="26" creationId="{E07981EA-05A6-437C-88D7-B377B92B031D}"/>
          </ac:spMkLst>
        </pc:spChg>
        <pc:spChg chg="del">
          <ac:chgData name="anand pardeshi" userId="S::anand.pardeshi@fcrit.ac.in::4de9f4fb-1776-4d2c-ac4d-7159c8faa6e6" providerId="AD" clId="Web-{41F4017C-E1B0-88C5-E032-A528A573FC70}" dt="2020-09-08T17:14:01.389" v="78"/>
          <ac:spMkLst>
            <pc:docMk/>
            <pc:sldMk cId="109857222" sldId="256"/>
            <ac:spMk id="28" creationId="{15E3C750-986E-4769-B1AE-49289FBEE757}"/>
          </ac:spMkLst>
        </pc:spChg>
      </pc:sldChg>
      <pc:sldChg chg="delSp mod modClrScheme delDesignElem chgLayout">
        <pc:chgData name="anand pardeshi" userId="S::anand.pardeshi@fcrit.ac.in::4de9f4fb-1776-4d2c-ac4d-7159c8faa6e6" providerId="AD" clId="Web-{41F4017C-E1B0-88C5-E032-A528A573FC70}" dt="2020-09-08T17:14:36.640" v="79"/>
        <pc:sldMkLst>
          <pc:docMk/>
          <pc:sldMk cId="3763825323" sldId="257"/>
        </pc:sldMkLst>
        <pc:spChg chg="del">
          <ac:chgData name="anand pardeshi" userId="S::anand.pardeshi@fcrit.ac.in::4de9f4fb-1776-4d2c-ac4d-7159c8faa6e6" providerId="AD" clId="Web-{41F4017C-E1B0-88C5-E032-A528A573FC70}" dt="2020-09-08T17:14:01.389" v="78"/>
          <ac:spMkLst>
            <pc:docMk/>
            <pc:sldMk cId="3763825323" sldId="257"/>
            <ac:spMk id="10" creationId="{D4771268-CB57-404A-9271-370EB28F6090}"/>
          </ac:spMkLst>
        </pc:spChg>
      </pc:sldChg>
      <pc:sldChg chg="mod modClrScheme chgLayout">
        <pc:chgData name="anand pardeshi" userId="S::anand.pardeshi@fcrit.ac.in::4de9f4fb-1776-4d2c-ac4d-7159c8faa6e6" providerId="AD" clId="Web-{41F4017C-E1B0-88C5-E032-A528A573FC70}" dt="2020-09-08T17:14:36.640" v="79"/>
        <pc:sldMkLst>
          <pc:docMk/>
          <pc:sldMk cId="1164372072" sldId="258"/>
        </pc:sldMkLst>
      </pc:sldChg>
      <pc:sldChg chg="mod modClrScheme chgLayout">
        <pc:chgData name="anand pardeshi" userId="S::anand.pardeshi@fcrit.ac.in::4de9f4fb-1776-4d2c-ac4d-7159c8faa6e6" providerId="AD" clId="Web-{41F4017C-E1B0-88C5-E032-A528A573FC70}" dt="2020-09-08T17:14:36.640" v="79"/>
        <pc:sldMkLst>
          <pc:docMk/>
          <pc:sldMk cId="3211058424" sldId="259"/>
        </pc:sldMkLst>
      </pc:sldChg>
      <pc:sldChg chg="mod modClrScheme chgLayout">
        <pc:chgData name="anand pardeshi" userId="S::anand.pardeshi@fcrit.ac.in::4de9f4fb-1776-4d2c-ac4d-7159c8faa6e6" providerId="AD" clId="Web-{41F4017C-E1B0-88C5-E032-A528A573FC70}" dt="2020-09-08T17:14:36.640" v="79"/>
        <pc:sldMkLst>
          <pc:docMk/>
          <pc:sldMk cId="96309676" sldId="260"/>
        </pc:sldMkLst>
      </pc:sldChg>
      <pc:sldChg chg="mod modClrScheme chgLayout">
        <pc:chgData name="anand pardeshi" userId="S::anand.pardeshi@fcrit.ac.in::4de9f4fb-1776-4d2c-ac4d-7159c8faa6e6" providerId="AD" clId="Web-{41F4017C-E1B0-88C5-E032-A528A573FC70}" dt="2020-09-08T17:14:36.640" v="79"/>
        <pc:sldMkLst>
          <pc:docMk/>
          <pc:sldMk cId="2559746631" sldId="261"/>
        </pc:sldMkLst>
      </pc:sldChg>
      <pc:sldChg chg="delSp mod modClrScheme delDesignElem chgLayout">
        <pc:chgData name="anand pardeshi" userId="S::anand.pardeshi@fcrit.ac.in::4de9f4fb-1776-4d2c-ac4d-7159c8faa6e6" providerId="AD" clId="Web-{41F4017C-E1B0-88C5-E032-A528A573FC70}" dt="2020-09-08T17:14:36.640" v="79"/>
        <pc:sldMkLst>
          <pc:docMk/>
          <pc:sldMk cId="448762942" sldId="262"/>
        </pc:sldMkLst>
        <pc:spChg chg="del">
          <ac:chgData name="anand pardeshi" userId="S::anand.pardeshi@fcrit.ac.in::4de9f4fb-1776-4d2c-ac4d-7159c8faa6e6" providerId="AD" clId="Web-{41F4017C-E1B0-88C5-E032-A528A573FC70}" dt="2020-09-08T17:14:01.389" v="78"/>
          <ac:spMkLst>
            <pc:docMk/>
            <pc:sldMk cId="448762942" sldId="262"/>
            <ac:spMk id="11" creationId="{4F74D28C-3268-4E35-8EE1-D92CB4A85A7D}"/>
          </ac:spMkLst>
        </pc:spChg>
        <pc:spChg chg="del">
          <ac:chgData name="anand pardeshi" userId="S::anand.pardeshi@fcrit.ac.in::4de9f4fb-1776-4d2c-ac4d-7159c8faa6e6" providerId="AD" clId="Web-{41F4017C-E1B0-88C5-E032-A528A573FC70}" dt="2020-09-08T17:14:01.389" v="78"/>
          <ac:spMkLst>
            <pc:docMk/>
            <pc:sldMk cId="448762942" sldId="262"/>
            <ac:spMk id="13" creationId="{58D44E42-C462-4105-BC86-FE75B4E3C4AF}"/>
          </ac:spMkLst>
        </pc:spChg>
      </pc:sldChg>
      <pc:sldChg chg="addSp delSp modSp mod modClrScheme chgLayout">
        <pc:chgData name="anand pardeshi" userId="S::anand.pardeshi@fcrit.ac.in::4de9f4fb-1776-4d2c-ac4d-7159c8faa6e6" providerId="AD" clId="Web-{41F4017C-E1B0-88C5-E032-A528A573FC70}" dt="2020-09-08T17:18:00.129" v="156" actId="20577"/>
        <pc:sldMkLst>
          <pc:docMk/>
          <pc:sldMk cId="1277241851" sldId="263"/>
        </pc:sldMkLst>
        <pc:spChg chg="add mod">
          <ac:chgData name="anand pardeshi" userId="S::anand.pardeshi@fcrit.ac.in::4de9f4fb-1776-4d2c-ac4d-7159c8faa6e6" providerId="AD" clId="Web-{41F4017C-E1B0-88C5-E032-A528A573FC70}" dt="2020-09-08T17:17:29.831" v="145" actId="20577"/>
          <ac:spMkLst>
            <pc:docMk/>
            <pc:sldMk cId="1277241851" sldId="263"/>
            <ac:spMk id="11" creationId="{79E436B4-744E-485D-87CC-9721D130EE9B}"/>
          </ac:spMkLst>
        </pc:spChg>
        <pc:spChg chg="add mod">
          <ac:chgData name="anand pardeshi" userId="S::anand.pardeshi@fcrit.ac.in::4de9f4fb-1776-4d2c-ac4d-7159c8faa6e6" providerId="AD" clId="Web-{41F4017C-E1B0-88C5-E032-A528A573FC70}" dt="2020-09-08T17:18:00.129" v="156" actId="20577"/>
          <ac:spMkLst>
            <pc:docMk/>
            <pc:sldMk cId="1277241851" sldId="263"/>
            <ac:spMk id="12" creationId="{73E5DDCD-DF14-4FF1-ABCA-35D7AF333E83}"/>
          </ac:spMkLst>
        </pc:spChg>
        <pc:graphicFrameChg chg="mod modGraphic">
          <ac:chgData name="anand pardeshi" userId="S::anand.pardeshi@fcrit.ac.in::4de9f4fb-1776-4d2c-ac4d-7159c8faa6e6" providerId="AD" clId="Web-{41F4017C-E1B0-88C5-E032-A528A573FC70}" dt="2020-09-08T17:12:47.341" v="47"/>
          <ac:graphicFrameMkLst>
            <pc:docMk/>
            <pc:sldMk cId="1277241851" sldId="263"/>
            <ac:graphicFrameMk id="4" creationId="{BA598FB4-F08A-4A89-9521-B6096F3B66C6}"/>
          </ac:graphicFrameMkLst>
        </pc:graphicFrameChg>
        <pc:graphicFrameChg chg="mod modGraphic">
          <ac:chgData name="anand pardeshi" userId="S::anand.pardeshi@fcrit.ac.in::4de9f4fb-1776-4d2c-ac4d-7159c8faa6e6" providerId="AD" clId="Web-{41F4017C-E1B0-88C5-E032-A528A573FC70}" dt="2020-09-08T17:16:59.221" v="124"/>
          <ac:graphicFrameMkLst>
            <pc:docMk/>
            <pc:sldMk cId="1277241851" sldId="263"/>
            <ac:graphicFrameMk id="5" creationId="{C2D9FD34-8494-4A8B-9E9E-148D1EF81C19}"/>
          </ac:graphicFrameMkLst>
        </pc:graphicFrameChg>
        <pc:graphicFrameChg chg="add mod modGraphic">
          <ac:chgData name="anand pardeshi" userId="S::anand.pardeshi@fcrit.ac.in::4de9f4fb-1776-4d2c-ac4d-7159c8faa6e6" providerId="AD" clId="Web-{41F4017C-E1B0-88C5-E032-A528A573FC70}" dt="2020-09-08T17:14:56.828" v="80" actId="1076"/>
          <ac:graphicFrameMkLst>
            <pc:docMk/>
            <pc:sldMk cId="1277241851" sldId="263"/>
            <ac:graphicFrameMk id="7" creationId="{7EE9E856-EF25-47B5-98E8-A047B779EF5A}"/>
          </ac:graphicFrameMkLst>
        </pc:graphicFrameChg>
        <pc:graphicFrameChg chg="add del mod modGraphic">
          <ac:chgData name="anand pardeshi" userId="S::anand.pardeshi@fcrit.ac.in::4de9f4fb-1776-4d2c-ac4d-7159c8faa6e6" providerId="AD" clId="Web-{41F4017C-E1B0-88C5-E032-A528A573FC70}" dt="2020-09-08T17:15:28.735" v="88"/>
          <ac:graphicFrameMkLst>
            <pc:docMk/>
            <pc:sldMk cId="1277241851" sldId="263"/>
            <ac:graphicFrameMk id="8" creationId="{272DE630-A551-4193-AFB6-DD1F7E417A37}"/>
          </ac:graphicFrameMkLst>
        </pc:graphicFrameChg>
        <pc:graphicFrameChg chg="add mod modGraphic">
          <ac:chgData name="anand pardeshi" userId="S::anand.pardeshi@fcrit.ac.in::4de9f4fb-1776-4d2c-ac4d-7159c8faa6e6" providerId="AD" clId="Web-{41F4017C-E1B0-88C5-E032-A528A573FC70}" dt="2020-09-08T17:16:54.518" v="118"/>
          <ac:graphicFrameMkLst>
            <pc:docMk/>
            <pc:sldMk cId="1277241851" sldId="263"/>
            <ac:graphicFrameMk id="10" creationId="{38DBAA75-B712-46EB-B08B-45807C4CE9F5}"/>
          </ac:graphicFrameMkLst>
        </pc:graphicFrameChg>
      </pc:sldChg>
      <pc:sldChg chg="mod modClrScheme chgLayout">
        <pc:chgData name="anand pardeshi" userId="S::anand.pardeshi@fcrit.ac.in::4de9f4fb-1776-4d2c-ac4d-7159c8faa6e6" providerId="AD" clId="Web-{41F4017C-E1B0-88C5-E032-A528A573FC70}" dt="2020-09-08T17:14:36.640" v="79"/>
        <pc:sldMkLst>
          <pc:docMk/>
          <pc:sldMk cId="370936823" sldId="264"/>
        </pc:sldMkLst>
      </pc:sldChg>
      <pc:sldChg chg="mod modClrScheme chgLayout">
        <pc:chgData name="anand pardeshi" userId="S::anand.pardeshi@fcrit.ac.in::4de9f4fb-1776-4d2c-ac4d-7159c8faa6e6" providerId="AD" clId="Web-{41F4017C-E1B0-88C5-E032-A528A573FC70}" dt="2020-09-08T17:14:36.640" v="79"/>
        <pc:sldMkLst>
          <pc:docMk/>
          <pc:sldMk cId="1607000693" sldId="266"/>
        </pc:sldMkLst>
      </pc:sldChg>
      <pc:sldChg chg="mod modClrScheme chgLayout">
        <pc:chgData name="anand pardeshi" userId="S::anand.pardeshi@fcrit.ac.in::4de9f4fb-1776-4d2c-ac4d-7159c8faa6e6" providerId="AD" clId="Web-{41F4017C-E1B0-88C5-E032-A528A573FC70}" dt="2020-09-08T17:14:36.640" v="79"/>
        <pc:sldMkLst>
          <pc:docMk/>
          <pc:sldMk cId="4220391085" sldId="267"/>
        </pc:sldMkLst>
      </pc:sldChg>
      <pc:sldChg chg="mod modClrScheme chgLayout">
        <pc:chgData name="anand pardeshi" userId="S::anand.pardeshi@fcrit.ac.in::4de9f4fb-1776-4d2c-ac4d-7159c8faa6e6" providerId="AD" clId="Web-{41F4017C-E1B0-88C5-E032-A528A573FC70}" dt="2020-09-08T17:14:36.640" v="79"/>
        <pc:sldMkLst>
          <pc:docMk/>
          <pc:sldMk cId="757875734" sldId="268"/>
        </pc:sldMkLst>
      </pc:sldChg>
      <pc:sldChg chg="mod modClrScheme chgLayout">
        <pc:chgData name="anand pardeshi" userId="S::anand.pardeshi@fcrit.ac.in::4de9f4fb-1776-4d2c-ac4d-7159c8faa6e6" providerId="AD" clId="Web-{41F4017C-E1B0-88C5-E032-A528A573FC70}" dt="2020-09-08T17:14:36.640" v="79"/>
        <pc:sldMkLst>
          <pc:docMk/>
          <pc:sldMk cId="4100525566" sldId="269"/>
        </pc:sldMkLst>
      </pc:sldChg>
      <pc:sldChg chg="mod modClrScheme chgLayout">
        <pc:chgData name="anand pardeshi" userId="S::anand.pardeshi@fcrit.ac.in::4de9f4fb-1776-4d2c-ac4d-7159c8faa6e6" providerId="AD" clId="Web-{41F4017C-E1B0-88C5-E032-A528A573FC70}" dt="2020-09-08T17:14:36.640" v="79"/>
        <pc:sldMkLst>
          <pc:docMk/>
          <pc:sldMk cId="3537033419" sldId="270"/>
        </pc:sldMkLst>
      </pc:sldChg>
      <pc:sldChg chg="mod modClrScheme chgLayout">
        <pc:chgData name="anand pardeshi" userId="S::anand.pardeshi@fcrit.ac.in::4de9f4fb-1776-4d2c-ac4d-7159c8faa6e6" providerId="AD" clId="Web-{41F4017C-E1B0-88C5-E032-A528A573FC70}" dt="2020-09-08T17:14:36.640" v="79"/>
        <pc:sldMkLst>
          <pc:docMk/>
          <pc:sldMk cId="509249357" sldId="271"/>
        </pc:sldMkLst>
      </pc:sldChg>
      <pc:sldChg chg="mod modClrScheme chgLayout">
        <pc:chgData name="anand pardeshi" userId="S::anand.pardeshi@fcrit.ac.in::4de9f4fb-1776-4d2c-ac4d-7159c8faa6e6" providerId="AD" clId="Web-{41F4017C-E1B0-88C5-E032-A528A573FC70}" dt="2020-09-08T17:14:36.640" v="79"/>
        <pc:sldMkLst>
          <pc:docMk/>
          <pc:sldMk cId="2137724572" sldId="272"/>
        </pc:sldMkLst>
      </pc:sldChg>
      <pc:sldChg chg="mod modClrScheme chgLayout">
        <pc:chgData name="anand pardeshi" userId="S::anand.pardeshi@fcrit.ac.in::4de9f4fb-1776-4d2c-ac4d-7159c8faa6e6" providerId="AD" clId="Web-{41F4017C-E1B0-88C5-E032-A528A573FC70}" dt="2020-09-08T17:14:36.640" v="79"/>
        <pc:sldMkLst>
          <pc:docMk/>
          <pc:sldMk cId="2124857735" sldId="273"/>
        </pc:sldMkLst>
      </pc:sldChg>
      <pc:sldChg chg="mod modClrScheme chgLayout">
        <pc:chgData name="anand pardeshi" userId="S::anand.pardeshi@fcrit.ac.in::4de9f4fb-1776-4d2c-ac4d-7159c8faa6e6" providerId="AD" clId="Web-{41F4017C-E1B0-88C5-E032-A528A573FC70}" dt="2020-09-08T17:14:36.640" v="79"/>
        <pc:sldMkLst>
          <pc:docMk/>
          <pc:sldMk cId="3167990918" sldId="274"/>
        </pc:sldMkLst>
      </pc:sldChg>
      <pc:sldChg chg="mod modClrScheme chgLayout">
        <pc:chgData name="anand pardeshi" userId="S::anand.pardeshi@fcrit.ac.in::4de9f4fb-1776-4d2c-ac4d-7159c8faa6e6" providerId="AD" clId="Web-{41F4017C-E1B0-88C5-E032-A528A573FC70}" dt="2020-09-08T17:14:36.640" v="79"/>
        <pc:sldMkLst>
          <pc:docMk/>
          <pc:sldMk cId="609690290" sldId="275"/>
        </pc:sldMkLst>
      </pc:sldChg>
      <pc:sldChg chg="mod modClrScheme chgLayout">
        <pc:chgData name="anand pardeshi" userId="S::anand.pardeshi@fcrit.ac.in::4de9f4fb-1776-4d2c-ac4d-7159c8faa6e6" providerId="AD" clId="Web-{41F4017C-E1B0-88C5-E032-A528A573FC70}" dt="2020-09-08T17:14:36.640" v="79"/>
        <pc:sldMkLst>
          <pc:docMk/>
          <pc:sldMk cId="2752882175" sldId="276"/>
        </pc:sldMkLst>
      </pc:sldChg>
      <pc:sldChg chg="mod modClrScheme chgLayout">
        <pc:chgData name="anand pardeshi" userId="S::anand.pardeshi@fcrit.ac.in::4de9f4fb-1776-4d2c-ac4d-7159c8faa6e6" providerId="AD" clId="Web-{41F4017C-E1B0-88C5-E032-A528A573FC70}" dt="2020-09-08T17:14:36.640" v="79"/>
        <pc:sldMkLst>
          <pc:docMk/>
          <pc:sldMk cId="4073974348" sldId="277"/>
        </pc:sldMkLst>
      </pc:sldChg>
      <pc:sldChg chg="mod modClrScheme chgLayout">
        <pc:chgData name="anand pardeshi" userId="S::anand.pardeshi@fcrit.ac.in::4de9f4fb-1776-4d2c-ac4d-7159c8faa6e6" providerId="AD" clId="Web-{41F4017C-E1B0-88C5-E032-A528A573FC70}" dt="2020-09-08T17:14:36.640" v="79"/>
        <pc:sldMkLst>
          <pc:docMk/>
          <pc:sldMk cId="4146412539" sldId="278"/>
        </pc:sldMkLst>
      </pc:sldChg>
      <pc:sldMasterChg chg="del delSldLayout">
        <pc:chgData name="anand pardeshi" userId="S::anand.pardeshi@fcrit.ac.in::4de9f4fb-1776-4d2c-ac4d-7159c8faa6e6" providerId="AD" clId="Web-{41F4017C-E1B0-88C5-E032-A528A573FC70}" dt="2020-09-08T17:14:01.389" v="78"/>
        <pc:sldMasterMkLst>
          <pc:docMk/>
          <pc:sldMasterMk cId="2460954070" sldId="2147483660"/>
        </pc:sldMasterMkLst>
        <pc:sldLayoutChg chg="del">
          <pc:chgData name="anand pardeshi" userId="S::anand.pardeshi@fcrit.ac.in::4de9f4fb-1776-4d2c-ac4d-7159c8faa6e6" providerId="AD" clId="Web-{41F4017C-E1B0-88C5-E032-A528A573FC70}" dt="2020-09-08T17:14:01.389" v="78"/>
          <pc:sldLayoutMkLst>
            <pc:docMk/>
            <pc:sldMasterMk cId="2460954070" sldId="2147483660"/>
            <pc:sldLayoutMk cId="2385387890" sldId="2147483661"/>
          </pc:sldLayoutMkLst>
        </pc:sldLayoutChg>
        <pc:sldLayoutChg chg="del">
          <pc:chgData name="anand pardeshi" userId="S::anand.pardeshi@fcrit.ac.in::4de9f4fb-1776-4d2c-ac4d-7159c8faa6e6" providerId="AD" clId="Web-{41F4017C-E1B0-88C5-E032-A528A573FC70}" dt="2020-09-08T17:14:01.389" v="78"/>
          <pc:sldLayoutMkLst>
            <pc:docMk/>
            <pc:sldMasterMk cId="2460954070" sldId="2147483660"/>
            <pc:sldLayoutMk cId="949138452" sldId="2147483662"/>
          </pc:sldLayoutMkLst>
        </pc:sldLayoutChg>
        <pc:sldLayoutChg chg="del">
          <pc:chgData name="anand pardeshi" userId="S::anand.pardeshi@fcrit.ac.in::4de9f4fb-1776-4d2c-ac4d-7159c8faa6e6" providerId="AD" clId="Web-{41F4017C-E1B0-88C5-E032-A528A573FC70}" dt="2020-09-08T17:14:01.389" v="78"/>
          <pc:sldLayoutMkLst>
            <pc:docMk/>
            <pc:sldMasterMk cId="2460954070" sldId="2147483660"/>
            <pc:sldLayoutMk cId="2591524520" sldId="2147483663"/>
          </pc:sldLayoutMkLst>
        </pc:sldLayoutChg>
        <pc:sldLayoutChg chg="del">
          <pc:chgData name="anand pardeshi" userId="S::anand.pardeshi@fcrit.ac.in::4de9f4fb-1776-4d2c-ac4d-7159c8faa6e6" providerId="AD" clId="Web-{41F4017C-E1B0-88C5-E032-A528A573FC70}" dt="2020-09-08T17:14:01.389" v="78"/>
          <pc:sldLayoutMkLst>
            <pc:docMk/>
            <pc:sldMasterMk cId="2460954070" sldId="2147483660"/>
            <pc:sldLayoutMk cId="1203092039" sldId="2147483664"/>
          </pc:sldLayoutMkLst>
        </pc:sldLayoutChg>
        <pc:sldLayoutChg chg="del">
          <pc:chgData name="anand pardeshi" userId="S::anand.pardeshi@fcrit.ac.in::4de9f4fb-1776-4d2c-ac4d-7159c8faa6e6" providerId="AD" clId="Web-{41F4017C-E1B0-88C5-E032-A528A573FC70}" dt="2020-09-08T17:14:01.389" v="78"/>
          <pc:sldLayoutMkLst>
            <pc:docMk/>
            <pc:sldMasterMk cId="2460954070" sldId="2147483660"/>
            <pc:sldLayoutMk cId="3733172339" sldId="2147483665"/>
          </pc:sldLayoutMkLst>
        </pc:sldLayoutChg>
        <pc:sldLayoutChg chg="del">
          <pc:chgData name="anand pardeshi" userId="S::anand.pardeshi@fcrit.ac.in::4de9f4fb-1776-4d2c-ac4d-7159c8faa6e6" providerId="AD" clId="Web-{41F4017C-E1B0-88C5-E032-A528A573FC70}" dt="2020-09-08T17:14:01.389" v="78"/>
          <pc:sldLayoutMkLst>
            <pc:docMk/>
            <pc:sldMasterMk cId="2460954070" sldId="2147483660"/>
            <pc:sldLayoutMk cId="3210312558" sldId="2147483666"/>
          </pc:sldLayoutMkLst>
        </pc:sldLayoutChg>
        <pc:sldLayoutChg chg="del">
          <pc:chgData name="anand pardeshi" userId="S::anand.pardeshi@fcrit.ac.in::4de9f4fb-1776-4d2c-ac4d-7159c8faa6e6" providerId="AD" clId="Web-{41F4017C-E1B0-88C5-E032-A528A573FC70}" dt="2020-09-08T17:14:01.389" v="78"/>
          <pc:sldLayoutMkLst>
            <pc:docMk/>
            <pc:sldMasterMk cId="2460954070" sldId="2147483660"/>
            <pc:sldLayoutMk cId="3146388984" sldId="2147483667"/>
          </pc:sldLayoutMkLst>
        </pc:sldLayoutChg>
        <pc:sldLayoutChg chg="del">
          <pc:chgData name="anand pardeshi" userId="S::anand.pardeshi@fcrit.ac.in::4de9f4fb-1776-4d2c-ac4d-7159c8faa6e6" providerId="AD" clId="Web-{41F4017C-E1B0-88C5-E032-A528A573FC70}" dt="2020-09-08T17:14:01.389" v="78"/>
          <pc:sldLayoutMkLst>
            <pc:docMk/>
            <pc:sldMasterMk cId="2460954070" sldId="2147483660"/>
            <pc:sldLayoutMk cId="3171841454" sldId="2147483668"/>
          </pc:sldLayoutMkLst>
        </pc:sldLayoutChg>
        <pc:sldLayoutChg chg="del">
          <pc:chgData name="anand pardeshi" userId="S::anand.pardeshi@fcrit.ac.in::4de9f4fb-1776-4d2c-ac4d-7159c8faa6e6" providerId="AD" clId="Web-{41F4017C-E1B0-88C5-E032-A528A573FC70}" dt="2020-09-08T17:14:01.389" v="78"/>
          <pc:sldLayoutMkLst>
            <pc:docMk/>
            <pc:sldMasterMk cId="2460954070" sldId="2147483660"/>
            <pc:sldLayoutMk cId="1718958274" sldId="2147483669"/>
          </pc:sldLayoutMkLst>
        </pc:sldLayoutChg>
        <pc:sldLayoutChg chg="del">
          <pc:chgData name="anand pardeshi" userId="S::anand.pardeshi@fcrit.ac.in::4de9f4fb-1776-4d2c-ac4d-7159c8faa6e6" providerId="AD" clId="Web-{41F4017C-E1B0-88C5-E032-A528A573FC70}" dt="2020-09-08T17:14:01.389" v="78"/>
          <pc:sldLayoutMkLst>
            <pc:docMk/>
            <pc:sldMasterMk cId="2460954070" sldId="2147483660"/>
            <pc:sldLayoutMk cId="2202905451" sldId="2147483670"/>
          </pc:sldLayoutMkLst>
        </pc:sldLayoutChg>
        <pc:sldLayoutChg chg="del">
          <pc:chgData name="anand pardeshi" userId="S::anand.pardeshi@fcrit.ac.in::4de9f4fb-1776-4d2c-ac4d-7159c8faa6e6" providerId="AD" clId="Web-{41F4017C-E1B0-88C5-E032-A528A573FC70}" dt="2020-09-08T17:14:01.389" v="78"/>
          <pc:sldLayoutMkLst>
            <pc:docMk/>
            <pc:sldMasterMk cId="2460954070" sldId="2147483660"/>
            <pc:sldLayoutMk cId="3479445657" sldId="2147483671"/>
          </pc:sldLayoutMkLst>
        </pc:sldLayoutChg>
      </pc:sldMasterChg>
      <pc:sldMasterChg chg="add del addSldLayout delSldLayout modSldLayout">
        <pc:chgData name="anand pardeshi" userId="S::anand.pardeshi@fcrit.ac.in::4de9f4fb-1776-4d2c-ac4d-7159c8faa6e6" providerId="AD" clId="Web-{41F4017C-E1B0-88C5-E032-A528A573FC70}" dt="2020-09-08T17:14:36.640" v="79"/>
        <pc:sldMasterMkLst>
          <pc:docMk/>
          <pc:sldMasterMk cId="824317149" sldId="2147483672"/>
        </pc:sldMasterMkLst>
        <pc:sldLayoutChg chg="add del mod replId">
          <pc:chgData name="anand pardeshi" userId="S::anand.pardeshi@fcrit.ac.in::4de9f4fb-1776-4d2c-ac4d-7159c8faa6e6" providerId="AD" clId="Web-{41F4017C-E1B0-88C5-E032-A528A573FC70}" dt="2020-09-08T17:14:36.640" v="79"/>
          <pc:sldLayoutMkLst>
            <pc:docMk/>
            <pc:sldMasterMk cId="824317149" sldId="2147483672"/>
            <pc:sldLayoutMk cId="4127630182" sldId="2147483673"/>
          </pc:sldLayoutMkLst>
        </pc:sldLayoutChg>
        <pc:sldLayoutChg chg="add del mod replId">
          <pc:chgData name="anand pardeshi" userId="S::anand.pardeshi@fcrit.ac.in::4de9f4fb-1776-4d2c-ac4d-7159c8faa6e6" providerId="AD" clId="Web-{41F4017C-E1B0-88C5-E032-A528A573FC70}" dt="2020-09-08T17:14:36.640" v="79"/>
          <pc:sldLayoutMkLst>
            <pc:docMk/>
            <pc:sldMasterMk cId="824317149" sldId="2147483672"/>
            <pc:sldLayoutMk cId="1634600928" sldId="2147483674"/>
          </pc:sldLayoutMkLst>
        </pc:sldLayoutChg>
        <pc:sldLayoutChg chg="add del mod replId">
          <pc:chgData name="anand pardeshi" userId="S::anand.pardeshi@fcrit.ac.in::4de9f4fb-1776-4d2c-ac4d-7159c8faa6e6" providerId="AD" clId="Web-{41F4017C-E1B0-88C5-E032-A528A573FC70}" dt="2020-09-08T17:14:36.640" v="79"/>
          <pc:sldLayoutMkLst>
            <pc:docMk/>
            <pc:sldMasterMk cId="824317149" sldId="2147483672"/>
            <pc:sldLayoutMk cId="4284172282" sldId="2147483675"/>
          </pc:sldLayoutMkLst>
        </pc:sldLayoutChg>
        <pc:sldLayoutChg chg="add del mod replId">
          <pc:chgData name="anand pardeshi" userId="S::anand.pardeshi@fcrit.ac.in::4de9f4fb-1776-4d2c-ac4d-7159c8faa6e6" providerId="AD" clId="Web-{41F4017C-E1B0-88C5-E032-A528A573FC70}" dt="2020-09-08T17:14:36.640" v="79"/>
          <pc:sldLayoutMkLst>
            <pc:docMk/>
            <pc:sldMasterMk cId="824317149" sldId="2147483672"/>
            <pc:sldLayoutMk cId="3211918458" sldId="2147483676"/>
          </pc:sldLayoutMkLst>
        </pc:sldLayoutChg>
        <pc:sldLayoutChg chg="add del mod replId">
          <pc:chgData name="anand pardeshi" userId="S::anand.pardeshi@fcrit.ac.in::4de9f4fb-1776-4d2c-ac4d-7159c8faa6e6" providerId="AD" clId="Web-{41F4017C-E1B0-88C5-E032-A528A573FC70}" dt="2020-09-08T17:14:36.640" v="79"/>
          <pc:sldLayoutMkLst>
            <pc:docMk/>
            <pc:sldMasterMk cId="824317149" sldId="2147483672"/>
            <pc:sldLayoutMk cId="507672881" sldId="2147483677"/>
          </pc:sldLayoutMkLst>
        </pc:sldLayoutChg>
        <pc:sldLayoutChg chg="add del mod replId">
          <pc:chgData name="anand pardeshi" userId="S::anand.pardeshi@fcrit.ac.in::4de9f4fb-1776-4d2c-ac4d-7159c8faa6e6" providerId="AD" clId="Web-{41F4017C-E1B0-88C5-E032-A528A573FC70}" dt="2020-09-08T17:14:36.640" v="79"/>
          <pc:sldLayoutMkLst>
            <pc:docMk/>
            <pc:sldMasterMk cId="824317149" sldId="2147483672"/>
            <pc:sldLayoutMk cId="1924654812" sldId="2147483678"/>
          </pc:sldLayoutMkLst>
        </pc:sldLayoutChg>
        <pc:sldLayoutChg chg="add del mod replId">
          <pc:chgData name="anand pardeshi" userId="S::anand.pardeshi@fcrit.ac.in::4de9f4fb-1776-4d2c-ac4d-7159c8faa6e6" providerId="AD" clId="Web-{41F4017C-E1B0-88C5-E032-A528A573FC70}" dt="2020-09-08T17:14:36.640" v="79"/>
          <pc:sldLayoutMkLst>
            <pc:docMk/>
            <pc:sldMasterMk cId="824317149" sldId="2147483672"/>
            <pc:sldLayoutMk cId="1110210748" sldId="2147483679"/>
          </pc:sldLayoutMkLst>
        </pc:sldLayoutChg>
        <pc:sldLayoutChg chg="add del mod replId">
          <pc:chgData name="anand pardeshi" userId="S::anand.pardeshi@fcrit.ac.in::4de9f4fb-1776-4d2c-ac4d-7159c8faa6e6" providerId="AD" clId="Web-{41F4017C-E1B0-88C5-E032-A528A573FC70}" dt="2020-09-08T17:14:36.640" v="79"/>
          <pc:sldLayoutMkLst>
            <pc:docMk/>
            <pc:sldMasterMk cId="824317149" sldId="2147483672"/>
            <pc:sldLayoutMk cId="3640348879" sldId="2147483680"/>
          </pc:sldLayoutMkLst>
        </pc:sldLayoutChg>
        <pc:sldLayoutChg chg="add del mod replId">
          <pc:chgData name="anand pardeshi" userId="S::anand.pardeshi@fcrit.ac.in::4de9f4fb-1776-4d2c-ac4d-7159c8faa6e6" providerId="AD" clId="Web-{41F4017C-E1B0-88C5-E032-A528A573FC70}" dt="2020-09-08T17:14:36.640" v="79"/>
          <pc:sldLayoutMkLst>
            <pc:docMk/>
            <pc:sldMasterMk cId="824317149" sldId="2147483672"/>
            <pc:sldLayoutMk cId="1244068532" sldId="2147483681"/>
          </pc:sldLayoutMkLst>
        </pc:sldLayoutChg>
        <pc:sldLayoutChg chg="add del mod replId">
          <pc:chgData name="anand pardeshi" userId="S::anand.pardeshi@fcrit.ac.in::4de9f4fb-1776-4d2c-ac4d-7159c8faa6e6" providerId="AD" clId="Web-{41F4017C-E1B0-88C5-E032-A528A573FC70}" dt="2020-09-08T17:14:36.640" v="79"/>
          <pc:sldLayoutMkLst>
            <pc:docMk/>
            <pc:sldMasterMk cId="824317149" sldId="2147483672"/>
            <pc:sldLayoutMk cId="2458049221" sldId="2147483682"/>
          </pc:sldLayoutMkLst>
        </pc:sldLayoutChg>
        <pc:sldLayoutChg chg="add del mod replId">
          <pc:chgData name="anand pardeshi" userId="S::anand.pardeshi@fcrit.ac.in::4de9f4fb-1776-4d2c-ac4d-7159c8faa6e6" providerId="AD" clId="Web-{41F4017C-E1B0-88C5-E032-A528A573FC70}" dt="2020-09-08T17:14:36.640" v="79"/>
          <pc:sldLayoutMkLst>
            <pc:docMk/>
            <pc:sldMasterMk cId="824317149" sldId="2147483672"/>
            <pc:sldLayoutMk cId="3028677725" sldId="2147483683"/>
          </pc:sldLayoutMkLst>
        </pc:sldLayoutChg>
      </pc:sldMasterChg>
      <pc:sldMasterChg chg="add addSldLayout modSldLayout">
        <pc:chgData name="anand pardeshi" userId="S::anand.pardeshi@fcrit.ac.in::4de9f4fb-1776-4d2c-ac4d-7159c8faa6e6" providerId="AD" clId="Web-{41F4017C-E1B0-88C5-E032-A528A573FC70}" dt="2020-09-08T17:14:36.640" v="79"/>
        <pc:sldMasterMkLst>
          <pc:docMk/>
          <pc:sldMasterMk cId="3492998441" sldId="2147483684"/>
        </pc:sldMasterMkLst>
        <pc:sldLayoutChg chg="add mod replId">
          <pc:chgData name="anand pardeshi" userId="S::anand.pardeshi@fcrit.ac.in::4de9f4fb-1776-4d2c-ac4d-7159c8faa6e6" providerId="AD" clId="Web-{41F4017C-E1B0-88C5-E032-A528A573FC70}" dt="2020-09-08T17:14:36.640" v="79"/>
          <pc:sldLayoutMkLst>
            <pc:docMk/>
            <pc:sldMasterMk cId="3492998441" sldId="2147483684"/>
            <pc:sldLayoutMk cId="1468288125" sldId="2147483685"/>
          </pc:sldLayoutMkLst>
        </pc:sldLayoutChg>
        <pc:sldLayoutChg chg="add mod replId">
          <pc:chgData name="anand pardeshi" userId="S::anand.pardeshi@fcrit.ac.in::4de9f4fb-1776-4d2c-ac4d-7159c8faa6e6" providerId="AD" clId="Web-{41F4017C-E1B0-88C5-E032-A528A573FC70}" dt="2020-09-08T17:14:36.640" v="79"/>
          <pc:sldLayoutMkLst>
            <pc:docMk/>
            <pc:sldMasterMk cId="3492998441" sldId="2147483684"/>
            <pc:sldLayoutMk cId="3754844809" sldId="2147483686"/>
          </pc:sldLayoutMkLst>
        </pc:sldLayoutChg>
        <pc:sldLayoutChg chg="add mod replId">
          <pc:chgData name="anand pardeshi" userId="S::anand.pardeshi@fcrit.ac.in::4de9f4fb-1776-4d2c-ac4d-7159c8faa6e6" providerId="AD" clId="Web-{41F4017C-E1B0-88C5-E032-A528A573FC70}" dt="2020-09-08T17:14:36.640" v="79"/>
          <pc:sldLayoutMkLst>
            <pc:docMk/>
            <pc:sldMasterMk cId="3492998441" sldId="2147483684"/>
            <pc:sldLayoutMk cId="2885283479" sldId="2147483687"/>
          </pc:sldLayoutMkLst>
        </pc:sldLayoutChg>
        <pc:sldLayoutChg chg="add mod replId">
          <pc:chgData name="anand pardeshi" userId="S::anand.pardeshi@fcrit.ac.in::4de9f4fb-1776-4d2c-ac4d-7159c8faa6e6" providerId="AD" clId="Web-{41F4017C-E1B0-88C5-E032-A528A573FC70}" dt="2020-09-08T17:14:36.640" v="79"/>
          <pc:sldLayoutMkLst>
            <pc:docMk/>
            <pc:sldMasterMk cId="3492998441" sldId="2147483684"/>
            <pc:sldLayoutMk cId="2786614925" sldId="2147483688"/>
          </pc:sldLayoutMkLst>
        </pc:sldLayoutChg>
        <pc:sldLayoutChg chg="add mod replId">
          <pc:chgData name="anand pardeshi" userId="S::anand.pardeshi@fcrit.ac.in::4de9f4fb-1776-4d2c-ac4d-7159c8faa6e6" providerId="AD" clId="Web-{41F4017C-E1B0-88C5-E032-A528A573FC70}" dt="2020-09-08T17:14:36.640" v="79"/>
          <pc:sldLayoutMkLst>
            <pc:docMk/>
            <pc:sldMasterMk cId="3492998441" sldId="2147483684"/>
            <pc:sldLayoutMk cId="1418650833" sldId="2147483689"/>
          </pc:sldLayoutMkLst>
        </pc:sldLayoutChg>
        <pc:sldLayoutChg chg="add mod replId">
          <pc:chgData name="anand pardeshi" userId="S::anand.pardeshi@fcrit.ac.in::4de9f4fb-1776-4d2c-ac4d-7159c8faa6e6" providerId="AD" clId="Web-{41F4017C-E1B0-88C5-E032-A528A573FC70}" dt="2020-09-08T17:14:36.640" v="79"/>
          <pc:sldLayoutMkLst>
            <pc:docMk/>
            <pc:sldMasterMk cId="3492998441" sldId="2147483684"/>
            <pc:sldLayoutMk cId="575612974" sldId="2147483690"/>
          </pc:sldLayoutMkLst>
        </pc:sldLayoutChg>
        <pc:sldLayoutChg chg="add mod replId">
          <pc:chgData name="anand pardeshi" userId="S::anand.pardeshi@fcrit.ac.in::4de9f4fb-1776-4d2c-ac4d-7159c8faa6e6" providerId="AD" clId="Web-{41F4017C-E1B0-88C5-E032-A528A573FC70}" dt="2020-09-08T17:14:36.640" v="79"/>
          <pc:sldLayoutMkLst>
            <pc:docMk/>
            <pc:sldMasterMk cId="3492998441" sldId="2147483684"/>
            <pc:sldLayoutMk cId="500764665" sldId="2147483691"/>
          </pc:sldLayoutMkLst>
        </pc:sldLayoutChg>
        <pc:sldLayoutChg chg="add mod replId">
          <pc:chgData name="anand pardeshi" userId="S::anand.pardeshi@fcrit.ac.in::4de9f4fb-1776-4d2c-ac4d-7159c8faa6e6" providerId="AD" clId="Web-{41F4017C-E1B0-88C5-E032-A528A573FC70}" dt="2020-09-08T17:14:36.640" v="79"/>
          <pc:sldLayoutMkLst>
            <pc:docMk/>
            <pc:sldMasterMk cId="3492998441" sldId="2147483684"/>
            <pc:sldLayoutMk cId="1372199120" sldId="2147483692"/>
          </pc:sldLayoutMkLst>
        </pc:sldLayoutChg>
        <pc:sldLayoutChg chg="add mod replId">
          <pc:chgData name="anand pardeshi" userId="S::anand.pardeshi@fcrit.ac.in::4de9f4fb-1776-4d2c-ac4d-7159c8faa6e6" providerId="AD" clId="Web-{41F4017C-E1B0-88C5-E032-A528A573FC70}" dt="2020-09-08T17:14:36.640" v="79"/>
          <pc:sldLayoutMkLst>
            <pc:docMk/>
            <pc:sldMasterMk cId="3492998441" sldId="2147483684"/>
            <pc:sldLayoutMk cId="3158503202" sldId="2147483693"/>
          </pc:sldLayoutMkLst>
        </pc:sldLayoutChg>
        <pc:sldLayoutChg chg="add mod replId">
          <pc:chgData name="anand pardeshi" userId="S::anand.pardeshi@fcrit.ac.in::4de9f4fb-1776-4d2c-ac4d-7159c8faa6e6" providerId="AD" clId="Web-{41F4017C-E1B0-88C5-E032-A528A573FC70}" dt="2020-09-08T17:14:36.640" v="79"/>
          <pc:sldLayoutMkLst>
            <pc:docMk/>
            <pc:sldMasterMk cId="3492998441" sldId="2147483684"/>
            <pc:sldLayoutMk cId="2335734777" sldId="2147483694"/>
          </pc:sldLayoutMkLst>
        </pc:sldLayoutChg>
        <pc:sldLayoutChg chg="add mod replId">
          <pc:chgData name="anand pardeshi" userId="S::anand.pardeshi@fcrit.ac.in::4de9f4fb-1776-4d2c-ac4d-7159c8faa6e6" providerId="AD" clId="Web-{41F4017C-E1B0-88C5-E032-A528A573FC70}" dt="2020-09-08T17:14:36.640" v="79"/>
          <pc:sldLayoutMkLst>
            <pc:docMk/>
            <pc:sldMasterMk cId="3492998441" sldId="2147483684"/>
            <pc:sldLayoutMk cId="49750605" sldId="2147483695"/>
          </pc:sldLayoutMkLst>
        </pc:sldLayoutChg>
      </pc:sldMasterChg>
    </pc:docChg>
  </pc:docChgLst>
  <pc:docChgLst>
    <pc:chgData name="anand pardeshi" userId="S::anand.pardeshi@fcrit.ac.in::4de9f4fb-1776-4d2c-ac4d-7159c8faa6e6" providerId="AD" clId="Web-{C820EF70-7CDB-BF3B-62E3-FD1228B009B1}"/>
    <pc:docChg chg="modSld">
      <pc:chgData name="anand pardeshi" userId="S::anand.pardeshi@fcrit.ac.in::4de9f4fb-1776-4d2c-ac4d-7159c8faa6e6" providerId="AD" clId="Web-{C820EF70-7CDB-BF3B-62E3-FD1228B009B1}" dt="2020-09-01T14:54:41.820" v="165"/>
      <pc:docMkLst>
        <pc:docMk/>
      </pc:docMkLst>
      <pc:sldChg chg="addSp modSp">
        <pc:chgData name="anand pardeshi" userId="S::anand.pardeshi@fcrit.ac.in::4de9f4fb-1776-4d2c-ac4d-7159c8faa6e6" providerId="AD" clId="Web-{C820EF70-7CDB-BF3B-62E3-FD1228B009B1}" dt="2020-09-01T14:54:41.820" v="165"/>
        <pc:sldMkLst>
          <pc:docMk/>
          <pc:sldMk cId="96309676" sldId="260"/>
        </pc:sldMkLst>
        <pc:graphicFrameChg chg="add mod modGraphic">
          <ac:chgData name="anand pardeshi" userId="S::anand.pardeshi@fcrit.ac.in::4de9f4fb-1776-4d2c-ac4d-7159c8faa6e6" providerId="AD" clId="Web-{C820EF70-7CDB-BF3B-62E3-FD1228B009B1}" dt="2020-09-01T14:54:41.820" v="165"/>
          <ac:graphicFrameMkLst>
            <pc:docMk/>
            <pc:sldMk cId="96309676" sldId="260"/>
            <ac:graphicFrameMk id="2" creationId="{00196394-185D-4040-A543-AC0747B2655D}"/>
          </ac:graphicFrameMkLst>
        </pc:graphicFrameChg>
      </pc:sldChg>
    </pc:docChg>
  </pc:docChgLst>
  <pc:docChgLst>
    <pc:chgData name="anand pardeshi" userId="S::anand.pardeshi@fcrit.ac.in::4de9f4fb-1776-4d2c-ac4d-7159c8faa6e6" providerId="AD" clId="Web-{375787A2-DA9B-46E7-68D8-67F6C66988CD}"/>
    <pc:docChg chg="modSld">
      <pc:chgData name="anand pardeshi" userId="S::anand.pardeshi@fcrit.ac.in::4de9f4fb-1776-4d2c-ac4d-7159c8faa6e6" providerId="AD" clId="Web-{375787A2-DA9B-46E7-68D8-67F6C66988CD}" dt="2020-09-10T14:00:41.422" v="97" actId="1076"/>
      <pc:docMkLst>
        <pc:docMk/>
      </pc:docMkLst>
      <pc:sldChg chg="modSp">
        <pc:chgData name="anand pardeshi" userId="S::anand.pardeshi@fcrit.ac.in::4de9f4fb-1776-4d2c-ac4d-7159c8faa6e6" providerId="AD" clId="Web-{375787A2-DA9B-46E7-68D8-67F6C66988CD}" dt="2020-09-10T13:46:33.696" v="0" actId="20577"/>
        <pc:sldMkLst>
          <pc:docMk/>
          <pc:sldMk cId="370936823" sldId="264"/>
        </pc:sldMkLst>
        <pc:spChg chg="mod">
          <ac:chgData name="anand pardeshi" userId="S::anand.pardeshi@fcrit.ac.in::4de9f4fb-1776-4d2c-ac4d-7159c8faa6e6" providerId="AD" clId="Web-{375787A2-DA9B-46E7-68D8-67F6C66988CD}" dt="2020-09-10T13:46:33.696" v="0" actId="20577"/>
          <ac:spMkLst>
            <pc:docMk/>
            <pc:sldMk cId="370936823" sldId="264"/>
            <ac:spMk id="11" creationId="{5973432B-D569-4527-BE4D-B728D810B8DD}"/>
          </ac:spMkLst>
        </pc:spChg>
      </pc:sldChg>
      <pc:sldChg chg="addSp delSp modSp">
        <pc:chgData name="anand pardeshi" userId="S::anand.pardeshi@fcrit.ac.in::4de9f4fb-1776-4d2c-ac4d-7159c8faa6e6" providerId="AD" clId="Web-{375787A2-DA9B-46E7-68D8-67F6C66988CD}" dt="2020-09-10T14:00:41.422" v="97" actId="1076"/>
        <pc:sldMkLst>
          <pc:docMk/>
          <pc:sldMk cId="3537033419" sldId="270"/>
        </pc:sldMkLst>
        <pc:picChg chg="mod">
          <ac:chgData name="anand pardeshi" userId="S::anand.pardeshi@fcrit.ac.in::4de9f4fb-1776-4d2c-ac4d-7159c8faa6e6" providerId="AD" clId="Web-{375787A2-DA9B-46E7-68D8-67F6C66988CD}" dt="2020-09-10T14:00:41.422" v="97" actId="1076"/>
          <ac:picMkLst>
            <pc:docMk/>
            <pc:sldMk cId="3537033419" sldId="270"/>
            <ac:picMk id="2" creationId="{5E4B4B78-A91D-4620-A1CC-412032CA39B5}"/>
          </ac:picMkLst>
        </pc:picChg>
        <pc:inkChg chg="add del">
          <ac:chgData name="anand pardeshi" userId="S::anand.pardeshi@fcrit.ac.in::4de9f4fb-1776-4d2c-ac4d-7159c8faa6e6" providerId="AD" clId="Web-{375787A2-DA9B-46E7-68D8-67F6C66988CD}" dt="2020-09-10T13:47:59.230" v="34"/>
          <ac:inkMkLst>
            <pc:docMk/>
            <pc:sldMk cId="3537033419" sldId="270"/>
            <ac:inkMk id="3" creationId="{F813D3C7-1CF4-452F-8E7A-A1617C4ECAC4}"/>
          </ac:inkMkLst>
        </pc:inkChg>
        <pc:inkChg chg="add del">
          <ac:chgData name="anand pardeshi" userId="S::anand.pardeshi@fcrit.ac.in::4de9f4fb-1776-4d2c-ac4d-7159c8faa6e6" providerId="AD" clId="Web-{375787A2-DA9B-46E7-68D8-67F6C66988CD}" dt="2020-09-10T13:47:59.230" v="33"/>
          <ac:inkMkLst>
            <pc:docMk/>
            <pc:sldMk cId="3537033419" sldId="270"/>
            <ac:inkMk id="4" creationId="{A6FD55BB-B84C-4869-918C-DA74AE3063E9}"/>
          </ac:inkMkLst>
        </pc:inkChg>
        <pc:inkChg chg="add del">
          <ac:chgData name="anand pardeshi" userId="S::anand.pardeshi@fcrit.ac.in::4de9f4fb-1776-4d2c-ac4d-7159c8faa6e6" providerId="AD" clId="Web-{375787A2-DA9B-46E7-68D8-67F6C66988CD}" dt="2020-09-10T13:47:36.354" v="18"/>
          <ac:inkMkLst>
            <pc:docMk/>
            <pc:sldMk cId="3537033419" sldId="270"/>
            <ac:inkMk id="5" creationId="{1177D69B-2C77-4F3B-A374-8827289FF606}"/>
          </ac:inkMkLst>
        </pc:inkChg>
        <pc:inkChg chg="add del">
          <ac:chgData name="anand pardeshi" userId="S::anand.pardeshi@fcrit.ac.in::4de9f4fb-1776-4d2c-ac4d-7159c8faa6e6" providerId="AD" clId="Web-{375787A2-DA9B-46E7-68D8-67F6C66988CD}" dt="2020-09-10T13:47:59.230" v="32"/>
          <ac:inkMkLst>
            <pc:docMk/>
            <pc:sldMk cId="3537033419" sldId="270"/>
            <ac:inkMk id="6" creationId="{F5F576F0-F4F0-42D7-BB68-C4EF7DF2E584}"/>
          </ac:inkMkLst>
        </pc:inkChg>
        <pc:inkChg chg="add del">
          <ac:chgData name="anand pardeshi" userId="S::anand.pardeshi@fcrit.ac.in::4de9f4fb-1776-4d2c-ac4d-7159c8faa6e6" providerId="AD" clId="Web-{375787A2-DA9B-46E7-68D8-67F6C66988CD}" dt="2020-09-10T13:47:59.230" v="31"/>
          <ac:inkMkLst>
            <pc:docMk/>
            <pc:sldMk cId="3537033419" sldId="270"/>
            <ac:inkMk id="7" creationId="{2B045476-0E90-40F6-A9F2-5A1E5111F6F5}"/>
          </ac:inkMkLst>
        </pc:inkChg>
        <pc:inkChg chg="add del">
          <ac:chgData name="anand pardeshi" userId="S::anand.pardeshi@fcrit.ac.in::4de9f4fb-1776-4d2c-ac4d-7159c8faa6e6" providerId="AD" clId="Web-{375787A2-DA9B-46E7-68D8-67F6C66988CD}" dt="2020-09-10T13:47:59.230" v="30"/>
          <ac:inkMkLst>
            <pc:docMk/>
            <pc:sldMk cId="3537033419" sldId="270"/>
            <ac:inkMk id="8" creationId="{D6C19155-4E97-4B91-9281-32A830174533}"/>
          </ac:inkMkLst>
        </pc:inkChg>
        <pc:inkChg chg="add del">
          <ac:chgData name="anand pardeshi" userId="S::anand.pardeshi@fcrit.ac.in::4de9f4fb-1776-4d2c-ac4d-7159c8faa6e6" providerId="AD" clId="Web-{375787A2-DA9B-46E7-68D8-67F6C66988CD}" dt="2020-09-10T13:47:59.230" v="29"/>
          <ac:inkMkLst>
            <pc:docMk/>
            <pc:sldMk cId="3537033419" sldId="270"/>
            <ac:inkMk id="9" creationId="{8573E825-A728-4C6D-B469-A2AC0DB19E8A}"/>
          </ac:inkMkLst>
        </pc:inkChg>
        <pc:inkChg chg="add del">
          <ac:chgData name="anand pardeshi" userId="S::anand.pardeshi@fcrit.ac.in::4de9f4fb-1776-4d2c-ac4d-7159c8faa6e6" providerId="AD" clId="Web-{375787A2-DA9B-46E7-68D8-67F6C66988CD}" dt="2020-09-10T13:47:59.230" v="28"/>
          <ac:inkMkLst>
            <pc:docMk/>
            <pc:sldMk cId="3537033419" sldId="270"/>
            <ac:inkMk id="10" creationId="{1CDB99C2-0041-4BF7-9CB1-3152099D7069}"/>
          </ac:inkMkLst>
        </pc:inkChg>
        <pc:inkChg chg="add del">
          <ac:chgData name="anand pardeshi" userId="S::anand.pardeshi@fcrit.ac.in::4de9f4fb-1776-4d2c-ac4d-7159c8faa6e6" providerId="AD" clId="Web-{375787A2-DA9B-46E7-68D8-67F6C66988CD}" dt="2020-09-10T13:47:59.230" v="27"/>
          <ac:inkMkLst>
            <pc:docMk/>
            <pc:sldMk cId="3537033419" sldId="270"/>
            <ac:inkMk id="11" creationId="{F187D6F6-F101-47E1-B54F-802247344CD6}"/>
          </ac:inkMkLst>
        </pc:inkChg>
        <pc:inkChg chg="add del">
          <ac:chgData name="anand pardeshi" userId="S::anand.pardeshi@fcrit.ac.in::4de9f4fb-1776-4d2c-ac4d-7159c8faa6e6" providerId="AD" clId="Web-{375787A2-DA9B-46E7-68D8-67F6C66988CD}" dt="2020-09-10T13:47:59.230" v="26"/>
          <ac:inkMkLst>
            <pc:docMk/>
            <pc:sldMk cId="3537033419" sldId="270"/>
            <ac:inkMk id="12" creationId="{03D6221D-0DBD-42CF-8FC4-0B5E8CCD9839}"/>
          </ac:inkMkLst>
        </pc:inkChg>
        <pc:inkChg chg="add del">
          <ac:chgData name="anand pardeshi" userId="S::anand.pardeshi@fcrit.ac.in::4de9f4fb-1776-4d2c-ac4d-7159c8faa6e6" providerId="AD" clId="Web-{375787A2-DA9B-46E7-68D8-67F6C66988CD}" dt="2020-09-10T13:47:59.230" v="25"/>
          <ac:inkMkLst>
            <pc:docMk/>
            <pc:sldMk cId="3537033419" sldId="270"/>
            <ac:inkMk id="13" creationId="{E54977E6-C153-49F9-B193-7AA9B6FD2732}"/>
          </ac:inkMkLst>
        </pc:inkChg>
        <pc:inkChg chg="add del">
          <ac:chgData name="anand pardeshi" userId="S::anand.pardeshi@fcrit.ac.in::4de9f4fb-1776-4d2c-ac4d-7159c8faa6e6" providerId="AD" clId="Web-{375787A2-DA9B-46E7-68D8-67F6C66988CD}" dt="2020-09-10T13:47:59.230" v="24"/>
          <ac:inkMkLst>
            <pc:docMk/>
            <pc:sldMk cId="3537033419" sldId="270"/>
            <ac:inkMk id="14" creationId="{29B23B9C-D09A-42E7-A6B9-C199F97AE50B}"/>
          </ac:inkMkLst>
        </pc:inkChg>
        <pc:inkChg chg="add del">
          <ac:chgData name="anand pardeshi" userId="S::anand.pardeshi@fcrit.ac.in::4de9f4fb-1776-4d2c-ac4d-7159c8faa6e6" providerId="AD" clId="Web-{375787A2-DA9B-46E7-68D8-67F6C66988CD}" dt="2020-09-10T13:47:59.230" v="23"/>
          <ac:inkMkLst>
            <pc:docMk/>
            <pc:sldMk cId="3537033419" sldId="270"/>
            <ac:inkMk id="15" creationId="{90C1DAD7-DA9B-4816-BB6D-9E974C9E1E2B}"/>
          </ac:inkMkLst>
        </pc:inkChg>
        <pc:inkChg chg="add del">
          <ac:chgData name="anand pardeshi" userId="S::anand.pardeshi@fcrit.ac.in::4de9f4fb-1776-4d2c-ac4d-7159c8faa6e6" providerId="AD" clId="Web-{375787A2-DA9B-46E7-68D8-67F6C66988CD}" dt="2020-09-10T13:47:59.230" v="22"/>
          <ac:inkMkLst>
            <pc:docMk/>
            <pc:sldMk cId="3537033419" sldId="270"/>
            <ac:inkMk id="16" creationId="{DAE9EE08-4095-49C5-BC96-789036B7CDCF}"/>
          </ac:inkMkLst>
        </pc:inkChg>
        <pc:inkChg chg="add del">
          <ac:chgData name="anand pardeshi" userId="S::anand.pardeshi@fcrit.ac.in::4de9f4fb-1776-4d2c-ac4d-7159c8faa6e6" providerId="AD" clId="Web-{375787A2-DA9B-46E7-68D8-67F6C66988CD}" dt="2020-09-10T13:47:59.230" v="21"/>
          <ac:inkMkLst>
            <pc:docMk/>
            <pc:sldMk cId="3537033419" sldId="270"/>
            <ac:inkMk id="17" creationId="{091439E6-CC5D-484B-83C0-309FCA370058}"/>
          </ac:inkMkLst>
        </pc:inkChg>
        <pc:inkChg chg="add del">
          <ac:chgData name="anand pardeshi" userId="S::anand.pardeshi@fcrit.ac.in::4de9f4fb-1776-4d2c-ac4d-7159c8faa6e6" providerId="AD" clId="Web-{375787A2-DA9B-46E7-68D8-67F6C66988CD}" dt="2020-09-10T13:47:59.230" v="20"/>
          <ac:inkMkLst>
            <pc:docMk/>
            <pc:sldMk cId="3537033419" sldId="270"/>
            <ac:inkMk id="18" creationId="{407F009D-6F57-43D3-BA05-0E226DE748DB}"/>
          </ac:inkMkLst>
        </pc:inkChg>
        <pc:inkChg chg="add del">
          <ac:chgData name="anand pardeshi" userId="S::anand.pardeshi@fcrit.ac.in::4de9f4fb-1776-4d2c-ac4d-7159c8faa6e6" providerId="AD" clId="Web-{375787A2-DA9B-46E7-68D8-67F6C66988CD}" dt="2020-09-10T13:49:36.951" v="96"/>
          <ac:inkMkLst>
            <pc:docMk/>
            <pc:sldMk cId="3537033419" sldId="270"/>
            <ac:inkMk id="19" creationId="{D39C710F-49CE-4CFD-806D-462B0BEEEE24}"/>
          </ac:inkMkLst>
        </pc:inkChg>
        <pc:inkChg chg="add del">
          <ac:chgData name="anand pardeshi" userId="S::anand.pardeshi@fcrit.ac.in::4de9f4fb-1776-4d2c-ac4d-7159c8faa6e6" providerId="AD" clId="Web-{375787A2-DA9B-46E7-68D8-67F6C66988CD}" dt="2020-09-10T13:49:36.951" v="95"/>
          <ac:inkMkLst>
            <pc:docMk/>
            <pc:sldMk cId="3537033419" sldId="270"/>
            <ac:inkMk id="20" creationId="{8144547D-60FC-410A-A8AC-756CB13431DD}"/>
          </ac:inkMkLst>
        </pc:inkChg>
        <pc:inkChg chg="add del">
          <ac:chgData name="anand pardeshi" userId="S::anand.pardeshi@fcrit.ac.in::4de9f4fb-1776-4d2c-ac4d-7159c8faa6e6" providerId="AD" clId="Web-{375787A2-DA9B-46E7-68D8-67F6C66988CD}" dt="2020-09-10T13:49:36.951" v="94"/>
          <ac:inkMkLst>
            <pc:docMk/>
            <pc:sldMk cId="3537033419" sldId="270"/>
            <ac:inkMk id="21" creationId="{9AF0AECF-182C-4C71-9E67-5D6A488713FF}"/>
          </ac:inkMkLst>
        </pc:inkChg>
        <pc:inkChg chg="add del">
          <ac:chgData name="anand pardeshi" userId="S::anand.pardeshi@fcrit.ac.in::4de9f4fb-1776-4d2c-ac4d-7159c8faa6e6" providerId="AD" clId="Web-{375787A2-DA9B-46E7-68D8-67F6C66988CD}" dt="2020-09-10T13:49:36.951" v="93"/>
          <ac:inkMkLst>
            <pc:docMk/>
            <pc:sldMk cId="3537033419" sldId="270"/>
            <ac:inkMk id="22" creationId="{6D2D0DCB-10D9-428B-BFE2-1A132CD00AC3}"/>
          </ac:inkMkLst>
        </pc:inkChg>
        <pc:inkChg chg="add del">
          <ac:chgData name="anand pardeshi" userId="S::anand.pardeshi@fcrit.ac.in::4de9f4fb-1776-4d2c-ac4d-7159c8faa6e6" providerId="AD" clId="Web-{375787A2-DA9B-46E7-68D8-67F6C66988CD}" dt="2020-09-10T13:49:36.951" v="92"/>
          <ac:inkMkLst>
            <pc:docMk/>
            <pc:sldMk cId="3537033419" sldId="270"/>
            <ac:inkMk id="23" creationId="{803023A0-05C5-4D3F-BA7D-BA3F720874C4}"/>
          </ac:inkMkLst>
        </pc:inkChg>
        <pc:inkChg chg="add del">
          <ac:chgData name="anand pardeshi" userId="S::anand.pardeshi@fcrit.ac.in::4de9f4fb-1776-4d2c-ac4d-7159c8faa6e6" providerId="AD" clId="Web-{375787A2-DA9B-46E7-68D8-67F6C66988CD}" dt="2020-09-10T13:49:36.951" v="91"/>
          <ac:inkMkLst>
            <pc:docMk/>
            <pc:sldMk cId="3537033419" sldId="270"/>
            <ac:inkMk id="24" creationId="{0C6DFFEA-C961-4032-80EF-0C3DF33ADFBA}"/>
          </ac:inkMkLst>
        </pc:inkChg>
        <pc:inkChg chg="add del">
          <ac:chgData name="anand pardeshi" userId="S::anand.pardeshi@fcrit.ac.in::4de9f4fb-1776-4d2c-ac4d-7159c8faa6e6" providerId="AD" clId="Web-{375787A2-DA9B-46E7-68D8-67F6C66988CD}" dt="2020-09-10T13:49:36.951" v="90"/>
          <ac:inkMkLst>
            <pc:docMk/>
            <pc:sldMk cId="3537033419" sldId="270"/>
            <ac:inkMk id="25" creationId="{4D53F917-3DE4-47C9-9678-A8229F2D378F}"/>
          </ac:inkMkLst>
        </pc:inkChg>
        <pc:inkChg chg="add del">
          <ac:chgData name="anand pardeshi" userId="S::anand.pardeshi@fcrit.ac.in::4de9f4fb-1776-4d2c-ac4d-7159c8faa6e6" providerId="AD" clId="Web-{375787A2-DA9B-46E7-68D8-67F6C66988CD}" dt="2020-09-10T13:49:36.951" v="89"/>
          <ac:inkMkLst>
            <pc:docMk/>
            <pc:sldMk cId="3537033419" sldId="270"/>
            <ac:inkMk id="26" creationId="{06D8D192-2500-445B-913C-57B9BCAB85B7}"/>
          </ac:inkMkLst>
        </pc:inkChg>
        <pc:inkChg chg="add del">
          <ac:chgData name="anand pardeshi" userId="S::anand.pardeshi@fcrit.ac.in::4de9f4fb-1776-4d2c-ac4d-7159c8faa6e6" providerId="AD" clId="Web-{375787A2-DA9B-46E7-68D8-67F6C66988CD}" dt="2020-09-10T13:49:36.951" v="88"/>
          <ac:inkMkLst>
            <pc:docMk/>
            <pc:sldMk cId="3537033419" sldId="270"/>
            <ac:inkMk id="27" creationId="{AB6DDA0D-CCB0-4811-B2E7-594E402EEEEC}"/>
          </ac:inkMkLst>
        </pc:inkChg>
        <pc:inkChg chg="add del">
          <ac:chgData name="anand pardeshi" userId="S::anand.pardeshi@fcrit.ac.in::4de9f4fb-1776-4d2c-ac4d-7159c8faa6e6" providerId="AD" clId="Web-{375787A2-DA9B-46E7-68D8-67F6C66988CD}" dt="2020-09-10T13:49:36.951" v="87"/>
          <ac:inkMkLst>
            <pc:docMk/>
            <pc:sldMk cId="3537033419" sldId="270"/>
            <ac:inkMk id="28" creationId="{89316909-BC22-4AD0-993A-AA5115E1697E}"/>
          </ac:inkMkLst>
        </pc:inkChg>
        <pc:inkChg chg="add del">
          <ac:chgData name="anand pardeshi" userId="S::anand.pardeshi@fcrit.ac.in::4de9f4fb-1776-4d2c-ac4d-7159c8faa6e6" providerId="AD" clId="Web-{375787A2-DA9B-46E7-68D8-67F6C66988CD}" dt="2020-09-10T13:49:36.951" v="86"/>
          <ac:inkMkLst>
            <pc:docMk/>
            <pc:sldMk cId="3537033419" sldId="270"/>
            <ac:inkMk id="29" creationId="{7BDEB66C-D061-4BD8-B1F6-513745852A13}"/>
          </ac:inkMkLst>
        </pc:inkChg>
        <pc:inkChg chg="add del">
          <ac:chgData name="anand pardeshi" userId="S::anand.pardeshi@fcrit.ac.in::4de9f4fb-1776-4d2c-ac4d-7159c8faa6e6" providerId="AD" clId="Web-{375787A2-DA9B-46E7-68D8-67F6C66988CD}" dt="2020-09-10T13:49:36.951" v="85"/>
          <ac:inkMkLst>
            <pc:docMk/>
            <pc:sldMk cId="3537033419" sldId="270"/>
            <ac:inkMk id="30" creationId="{C03DF2F6-D16F-4C6A-90C6-4BD863036853}"/>
          </ac:inkMkLst>
        </pc:inkChg>
        <pc:inkChg chg="add del">
          <ac:chgData name="anand pardeshi" userId="S::anand.pardeshi@fcrit.ac.in::4de9f4fb-1776-4d2c-ac4d-7159c8faa6e6" providerId="AD" clId="Web-{375787A2-DA9B-46E7-68D8-67F6C66988CD}" dt="2020-09-10T13:49:36.951" v="84"/>
          <ac:inkMkLst>
            <pc:docMk/>
            <pc:sldMk cId="3537033419" sldId="270"/>
            <ac:inkMk id="31" creationId="{E2E2BC43-91DC-42AD-B66E-0B0A87AD155B}"/>
          </ac:inkMkLst>
        </pc:inkChg>
        <pc:inkChg chg="add del">
          <ac:chgData name="anand pardeshi" userId="S::anand.pardeshi@fcrit.ac.in::4de9f4fb-1776-4d2c-ac4d-7159c8faa6e6" providerId="AD" clId="Web-{375787A2-DA9B-46E7-68D8-67F6C66988CD}" dt="2020-09-10T13:49:36.951" v="83"/>
          <ac:inkMkLst>
            <pc:docMk/>
            <pc:sldMk cId="3537033419" sldId="270"/>
            <ac:inkMk id="32" creationId="{FFF17BBB-52CE-4869-B4EB-9E3D769999B0}"/>
          </ac:inkMkLst>
        </pc:inkChg>
        <pc:inkChg chg="add del">
          <ac:chgData name="anand pardeshi" userId="S::anand.pardeshi@fcrit.ac.in::4de9f4fb-1776-4d2c-ac4d-7159c8faa6e6" providerId="AD" clId="Web-{375787A2-DA9B-46E7-68D8-67F6C66988CD}" dt="2020-09-10T13:49:36.935" v="82"/>
          <ac:inkMkLst>
            <pc:docMk/>
            <pc:sldMk cId="3537033419" sldId="270"/>
            <ac:inkMk id="33" creationId="{F9F95065-F4CB-4E6C-AD44-7E5DB8032EE2}"/>
          </ac:inkMkLst>
        </pc:inkChg>
        <pc:inkChg chg="add del">
          <ac:chgData name="anand pardeshi" userId="S::anand.pardeshi@fcrit.ac.in::4de9f4fb-1776-4d2c-ac4d-7159c8faa6e6" providerId="AD" clId="Web-{375787A2-DA9B-46E7-68D8-67F6C66988CD}" dt="2020-09-10T13:49:36.935" v="81"/>
          <ac:inkMkLst>
            <pc:docMk/>
            <pc:sldMk cId="3537033419" sldId="270"/>
            <ac:inkMk id="34" creationId="{D6768705-E5A5-4A4F-A0F0-58067E8B2BE8}"/>
          </ac:inkMkLst>
        </pc:inkChg>
        <pc:inkChg chg="add del">
          <ac:chgData name="anand pardeshi" userId="S::anand.pardeshi@fcrit.ac.in::4de9f4fb-1776-4d2c-ac4d-7159c8faa6e6" providerId="AD" clId="Web-{375787A2-DA9B-46E7-68D8-67F6C66988CD}" dt="2020-09-10T13:49:36.935" v="80"/>
          <ac:inkMkLst>
            <pc:docMk/>
            <pc:sldMk cId="3537033419" sldId="270"/>
            <ac:inkMk id="35" creationId="{3EDB09E8-FA2F-4FC8-8F65-4606DF888A22}"/>
          </ac:inkMkLst>
        </pc:inkChg>
        <pc:inkChg chg="add del">
          <ac:chgData name="anand pardeshi" userId="S::anand.pardeshi@fcrit.ac.in::4de9f4fb-1776-4d2c-ac4d-7159c8faa6e6" providerId="AD" clId="Web-{375787A2-DA9B-46E7-68D8-67F6C66988CD}" dt="2020-09-10T13:49:36.935" v="79"/>
          <ac:inkMkLst>
            <pc:docMk/>
            <pc:sldMk cId="3537033419" sldId="270"/>
            <ac:inkMk id="36" creationId="{15EA1A79-1495-446F-905F-C63A4ED4394A}"/>
          </ac:inkMkLst>
        </pc:inkChg>
        <pc:inkChg chg="add del">
          <ac:chgData name="anand pardeshi" userId="S::anand.pardeshi@fcrit.ac.in::4de9f4fb-1776-4d2c-ac4d-7159c8faa6e6" providerId="AD" clId="Web-{375787A2-DA9B-46E7-68D8-67F6C66988CD}" dt="2020-09-10T13:49:36.935" v="78"/>
          <ac:inkMkLst>
            <pc:docMk/>
            <pc:sldMk cId="3537033419" sldId="270"/>
            <ac:inkMk id="37" creationId="{020E8D7C-8EA8-4605-AD27-DDF3F06CFC4D}"/>
          </ac:inkMkLst>
        </pc:inkChg>
        <pc:inkChg chg="add del">
          <ac:chgData name="anand pardeshi" userId="S::anand.pardeshi@fcrit.ac.in::4de9f4fb-1776-4d2c-ac4d-7159c8faa6e6" providerId="AD" clId="Web-{375787A2-DA9B-46E7-68D8-67F6C66988CD}" dt="2020-09-10T13:49:36.935" v="77"/>
          <ac:inkMkLst>
            <pc:docMk/>
            <pc:sldMk cId="3537033419" sldId="270"/>
            <ac:inkMk id="38" creationId="{45A8ED39-C20F-4332-9722-688CE6343785}"/>
          </ac:inkMkLst>
        </pc:inkChg>
        <pc:inkChg chg="add del">
          <ac:chgData name="anand pardeshi" userId="S::anand.pardeshi@fcrit.ac.in::4de9f4fb-1776-4d2c-ac4d-7159c8faa6e6" providerId="AD" clId="Web-{375787A2-DA9B-46E7-68D8-67F6C66988CD}" dt="2020-09-10T13:49:36.935" v="76"/>
          <ac:inkMkLst>
            <pc:docMk/>
            <pc:sldMk cId="3537033419" sldId="270"/>
            <ac:inkMk id="39" creationId="{FADD8F70-EA89-4417-9024-12ED9B351223}"/>
          </ac:inkMkLst>
        </pc:inkChg>
        <pc:inkChg chg="add del">
          <ac:chgData name="anand pardeshi" userId="S::anand.pardeshi@fcrit.ac.in::4de9f4fb-1776-4d2c-ac4d-7159c8faa6e6" providerId="AD" clId="Web-{375787A2-DA9B-46E7-68D8-67F6C66988CD}" dt="2020-09-10T13:49:36.935" v="75"/>
          <ac:inkMkLst>
            <pc:docMk/>
            <pc:sldMk cId="3537033419" sldId="270"/>
            <ac:inkMk id="40" creationId="{220C7A99-98BA-4791-B8C4-1B1F18FD86B7}"/>
          </ac:inkMkLst>
        </pc:inkChg>
        <pc:inkChg chg="add del">
          <ac:chgData name="anand pardeshi" userId="S::anand.pardeshi@fcrit.ac.in::4de9f4fb-1776-4d2c-ac4d-7159c8faa6e6" providerId="AD" clId="Web-{375787A2-DA9B-46E7-68D8-67F6C66988CD}" dt="2020-09-10T13:49:36.935" v="74"/>
          <ac:inkMkLst>
            <pc:docMk/>
            <pc:sldMk cId="3537033419" sldId="270"/>
            <ac:inkMk id="41" creationId="{6D278D44-33D3-4C5D-90E1-D2CCDA09050F}"/>
          </ac:inkMkLst>
        </pc:inkChg>
        <pc:inkChg chg="add del">
          <ac:chgData name="anand pardeshi" userId="S::anand.pardeshi@fcrit.ac.in::4de9f4fb-1776-4d2c-ac4d-7159c8faa6e6" providerId="AD" clId="Web-{375787A2-DA9B-46E7-68D8-67F6C66988CD}" dt="2020-09-10T13:49:36.935" v="73"/>
          <ac:inkMkLst>
            <pc:docMk/>
            <pc:sldMk cId="3537033419" sldId="270"/>
            <ac:inkMk id="42" creationId="{DBBCF78B-A9DB-44C6-800E-306C53A77160}"/>
          </ac:inkMkLst>
        </pc:inkChg>
        <pc:inkChg chg="add del">
          <ac:chgData name="anand pardeshi" userId="S::anand.pardeshi@fcrit.ac.in::4de9f4fb-1776-4d2c-ac4d-7159c8faa6e6" providerId="AD" clId="Web-{375787A2-DA9B-46E7-68D8-67F6C66988CD}" dt="2020-09-10T13:49:36.935" v="72"/>
          <ac:inkMkLst>
            <pc:docMk/>
            <pc:sldMk cId="3537033419" sldId="270"/>
            <ac:inkMk id="43" creationId="{A52639C6-DAC7-42AB-AEF7-A53FC7144B6D}"/>
          </ac:inkMkLst>
        </pc:inkChg>
        <pc:inkChg chg="add del">
          <ac:chgData name="anand pardeshi" userId="S::anand.pardeshi@fcrit.ac.in::4de9f4fb-1776-4d2c-ac4d-7159c8faa6e6" providerId="AD" clId="Web-{375787A2-DA9B-46E7-68D8-67F6C66988CD}" dt="2020-09-10T13:49:36.935" v="71"/>
          <ac:inkMkLst>
            <pc:docMk/>
            <pc:sldMk cId="3537033419" sldId="270"/>
            <ac:inkMk id="44" creationId="{72E6259B-9FD2-48A9-93E8-9CC6812F9DD9}"/>
          </ac:inkMkLst>
        </pc:inkChg>
        <pc:inkChg chg="add del">
          <ac:chgData name="anand pardeshi" userId="S::anand.pardeshi@fcrit.ac.in::4de9f4fb-1776-4d2c-ac4d-7159c8faa6e6" providerId="AD" clId="Web-{375787A2-DA9B-46E7-68D8-67F6C66988CD}" dt="2020-09-10T13:49:36.935" v="70"/>
          <ac:inkMkLst>
            <pc:docMk/>
            <pc:sldMk cId="3537033419" sldId="270"/>
            <ac:inkMk id="45" creationId="{FAB7BE04-BC3F-4D29-BBBB-376856C66C7B}"/>
          </ac:inkMkLst>
        </pc:inkChg>
        <pc:inkChg chg="add del">
          <ac:chgData name="anand pardeshi" userId="S::anand.pardeshi@fcrit.ac.in::4de9f4fb-1776-4d2c-ac4d-7159c8faa6e6" providerId="AD" clId="Web-{375787A2-DA9B-46E7-68D8-67F6C66988CD}" dt="2020-09-10T13:49:36.935" v="69"/>
          <ac:inkMkLst>
            <pc:docMk/>
            <pc:sldMk cId="3537033419" sldId="270"/>
            <ac:inkMk id="46" creationId="{8F56ED57-9D6F-4B19-A223-227CDBF6ECB2}"/>
          </ac:inkMkLst>
        </pc:inkChg>
        <pc:inkChg chg="add del">
          <ac:chgData name="anand pardeshi" userId="S::anand.pardeshi@fcrit.ac.in::4de9f4fb-1776-4d2c-ac4d-7159c8faa6e6" providerId="AD" clId="Web-{375787A2-DA9B-46E7-68D8-67F6C66988CD}" dt="2020-09-10T13:49:36.935" v="68"/>
          <ac:inkMkLst>
            <pc:docMk/>
            <pc:sldMk cId="3537033419" sldId="270"/>
            <ac:inkMk id="47" creationId="{F5091631-D8BA-484A-95A9-CE314FC43C20}"/>
          </ac:inkMkLst>
        </pc:inkChg>
        <pc:inkChg chg="add del">
          <ac:chgData name="anand pardeshi" userId="S::anand.pardeshi@fcrit.ac.in::4de9f4fb-1776-4d2c-ac4d-7159c8faa6e6" providerId="AD" clId="Web-{375787A2-DA9B-46E7-68D8-67F6C66988CD}" dt="2020-09-10T13:49:36.935" v="67"/>
          <ac:inkMkLst>
            <pc:docMk/>
            <pc:sldMk cId="3537033419" sldId="270"/>
            <ac:inkMk id="48" creationId="{908CD0CE-EB9E-4384-A5B8-4B75DC17BE3B}"/>
          </ac:inkMkLst>
        </pc:inkChg>
        <pc:inkChg chg="add del">
          <ac:chgData name="anand pardeshi" userId="S::anand.pardeshi@fcrit.ac.in::4de9f4fb-1776-4d2c-ac4d-7159c8faa6e6" providerId="AD" clId="Web-{375787A2-DA9B-46E7-68D8-67F6C66988CD}" dt="2020-09-10T13:49:36.935" v="66"/>
          <ac:inkMkLst>
            <pc:docMk/>
            <pc:sldMk cId="3537033419" sldId="270"/>
            <ac:inkMk id="49" creationId="{E3884203-F004-4EF3-85B0-5DC861A8D02B}"/>
          </ac:inkMkLst>
        </pc:inkChg>
      </pc:sldChg>
    </pc:docChg>
  </pc:docChgLst>
  <pc:docChgLst>
    <pc:chgData name="anand pardeshi" userId="S::anand.pardeshi@fcrit.ac.in::4de9f4fb-1776-4d2c-ac4d-7159c8faa6e6" providerId="AD" clId="Web-{F5682F41-2F87-A8E1-D832-E3433E9FAE36}"/>
    <pc:docChg chg="modSld">
      <pc:chgData name="anand pardeshi" userId="S::anand.pardeshi@fcrit.ac.in::4de9f4fb-1776-4d2c-ac4d-7159c8faa6e6" providerId="AD" clId="Web-{F5682F41-2F87-A8E1-D832-E3433E9FAE36}" dt="2020-09-02T12:31:26.994" v="0" actId="1076"/>
      <pc:docMkLst>
        <pc:docMk/>
      </pc:docMkLst>
      <pc:sldChg chg="modSp">
        <pc:chgData name="anand pardeshi" userId="S::anand.pardeshi@fcrit.ac.in::4de9f4fb-1776-4d2c-ac4d-7159c8faa6e6" providerId="AD" clId="Web-{F5682F41-2F87-A8E1-D832-E3433E9FAE36}" dt="2020-09-02T12:31:26.994" v="0" actId="1076"/>
        <pc:sldMkLst>
          <pc:docMk/>
          <pc:sldMk cId="2559746631" sldId="261"/>
        </pc:sldMkLst>
        <pc:spChg chg="mod">
          <ac:chgData name="anand pardeshi" userId="S::anand.pardeshi@fcrit.ac.in::4de9f4fb-1776-4d2c-ac4d-7159c8faa6e6" providerId="AD" clId="Web-{F5682F41-2F87-A8E1-D832-E3433E9FAE36}" dt="2020-09-02T12:31:26.994" v="0" actId="1076"/>
          <ac:spMkLst>
            <pc:docMk/>
            <pc:sldMk cId="2559746631" sldId="261"/>
            <ac:spMk id="2" creationId="{60651523-68DB-4DF5-B852-0292B300DC7A}"/>
          </ac:spMkLst>
        </pc:spChg>
      </pc:sldChg>
    </pc:docChg>
  </pc:docChgLst>
  <pc:docChgLst>
    <pc:chgData name="anand pardeshi" userId="S::anand.pardeshi@fcrit.ac.in::4de9f4fb-1776-4d2c-ac4d-7159c8faa6e6" providerId="AD" clId="Web-{4A5E2702-EB6F-CF5F-56FF-911FD4FA06B0}"/>
    <pc:docChg chg="delSld">
      <pc:chgData name="anand pardeshi" userId="S::anand.pardeshi@fcrit.ac.in::4de9f4fb-1776-4d2c-ac4d-7159c8faa6e6" providerId="AD" clId="Web-{4A5E2702-EB6F-CF5F-56FF-911FD4FA06B0}" dt="2021-09-24T12:48:39.491" v="3"/>
      <pc:docMkLst>
        <pc:docMk/>
      </pc:docMkLst>
      <pc:sldChg chg="del">
        <pc:chgData name="anand pardeshi" userId="S::anand.pardeshi@fcrit.ac.in::4de9f4fb-1776-4d2c-ac4d-7159c8faa6e6" providerId="AD" clId="Web-{4A5E2702-EB6F-CF5F-56FF-911FD4FA06B0}" dt="2021-09-24T12:48:30.304" v="1"/>
        <pc:sldMkLst>
          <pc:docMk/>
          <pc:sldMk cId="4220391085" sldId="267"/>
        </pc:sldMkLst>
      </pc:sldChg>
      <pc:sldChg chg="del">
        <pc:chgData name="anand pardeshi" userId="S::anand.pardeshi@fcrit.ac.in::4de9f4fb-1776-4d2c-ac4d-7159c8faa6e6" providerId="AD" clId="Web-{4A5E2702-EB6F-CF5F-56FF-911FD4FA06B0}" dt="2021-09-24T12:48:39.491" v="3"/>
        <pc:sldMkLst>
          <pc:docMk/>
          <pc:sldMk cId="609690290" sldId="275"/>
        </pc:sldMkLst>
      </pc:sldChg>
      <pc:sldChg chg="del">
        <pc:chgData name="anand pardeshi" userId="S::anand.pardeshi@fcrit.ac.in::4de9f4fb-1776-4d2c-ac4d-7159c8faa6e6" providerId="AD" clId="Web-{4A5E2702-EB6F-CF5F-56FF-911FD4FA06B0}" dt="2021-09-24T12:48:29.226" v="0"/>
        <pc:sldMkLst>
          <pc:docMk/>
          <pc:sldMk cId="4146412539" sldId="278"/>
        </pc:sldMkLst>
      </pc:sldChg>
      <pc:sldChg chg="del">
        <pc:chgData name="anand pardeshi" userId="S::anand.pardeshi@fcrit.ac.in::4de9f4fb-1776-4d2c-ac4d-7159c8faa6e6" providerId="AD" clId="Web-{4A5E2702-EB6F-CF5F-56FF-911FD4FA06B0}" dt="2021-09-24T12:48:36.507" v="2"/>
        <pc:sldMkLst>
          <pc:docMk/>
          <pc:sldMk cId="2847328259" sldId="283"/>
        </pc:sldMkLst>
      </pc:sldChg>
    </pc:docChg>
  </pc:docChgLst>
  <pc:docChgLst>
    <pc:chgData name="anand pardeshi" userId="S::anand.pardeshi@fcrit.ac.in::4de9f4fb-1776-4d2c-ac4d-7159c8faa6e6" providerId="AD" clId="Web-{9258CD07-212C-0F98-4864-9CCA2A743976}"/>
    <pc:docChg chg="addSld delSld modSld">
      <pc:chgData name="anand pardeshi" userId="S::anand.pardeshi@fcrit.ac.in::4de9f4fb-1776-4d2c-ac4d-7159c8faa6e6" providerId="AD" clId="Web-{9258CD07-212C-0F98-4864-9CCA2A743976}" dt="2020-09-04T05:46:29.091" v="69" actId="1076"/>
      <pc:docMkLst>
        <pc:docMk/>
      </pc:docMkLst>
      <pc:sldChg chg="addSp modSp mod setBg">
        <pc:chgData name="anand pardeshi" userId="S::anand.pardeshi@fcrit.ac.in::4de9f4fb-1776-4d2c-ac4d-7159c8faa6e6" providerId="AD" clId="Web-{9258CD07-212C-0F98-4864-9CCA2A743976}" dt="2020-09-04T05:44:32.354" v="55"/>
        <pc:sldMkLst>
          <pc:docMk/>
          <pc:sldMk cId="109857222" sldId="256"/>
        </pc:sldMkLst>
        <pc:spChg chg="mod ord">
          <ac:chgData name="anand pardeshi" userId="S::anand.pardeshi@fcrit.ac.in::4de9f4fb-1776-4d2c-ac4d-7159c8faa6e6" providerId="AD" clId="Web-{9258CD07-212C-0F98-4864-9CCA2A743976}" dt="2020-09-04T05:44:32.354" v="55"/>
          <ac:spMkLst>
            <pc:docMk/>
            <pc:sldMk cId="109857222" sldId="256"/>
            <ac:spMk id="2" creationId="{00000000-0000-0000-0000-000000000000}"/>
          </ac:spMkLst>
        </pc:spChg>
        <pc:spChg chg="mod">
          <ac:chgData name="anand pardeshi" userId="S::anand.pardeshi@fcrit.ac.in::4de9f4fb-1776-4d2c-ac4d-7159c8faa6e6" providerId="AD" clId="Web-{9258CD07-212C-0F98-4864-9CCA2A743976}" dt="2020-09-04T05:44:32.354" v="55"/>
          <ac:spMkLst>
            <pc:docMk/>
            <pc:sldMk cId="109857222" sldId="256"/>
            <ac:spMk id="3" creationId="{00000000-0000-0000-0000-000000000000}"/>
          </ac:spMkLst>
        </pc:spChg>
        <pc:spChg chg="add">
          <ac:chgData name="anand pardeshi" userId="S::anand.pardeshi@fcrit.ac.in::4de9f4fb-1776-4d2c-ac4d-7159c8faa6e6" providerId="AD" clId="Web-{9258CD07-212C-0F98-4864-9CCA2A743976}" dt="2020-09-04T05:44:32.354" v="55"/>
          <ac:spMkLst>
            <pc:docMk/>
            <pc:sldMk cId="109857222" sldId="256"/>
            <ac:spMk id="8" creationId="{88294908-8B00-4F58-BBBA-20F71A40AA9E}"/>
          </ac:spMkLst>
        </pc:spChg>
        <pc:spChg chg="add">
          <ac:chgData name="anand pardeshi" userId="S::anand.pardeshi@fcrit.ac.in::4de9f4fb-1776-4d2c-ac4d-7159c8faa6e6" providerId="AD" clId="Web-{9258CD07-212C-0F98-4864-9CCA2A743976}" dt="2020-09-04T05:44:32.354" v="55"/>
          <ac:spMkLst>
            <pc:docMk/>
            <pc:sldMk cId="109857222" sldId="256"/>
            <ac:spMk id="10" creationId="{4364C879-1404-4203-8E9D-CC5DE0A621A2}"/>
          </ac:spMkLst>
        </pc:spChg>
        <pc:spChg chg="add">
          <ac:chgData name="anand pardeshi" userId="S::anand.pardeshi@fcrit.ac.in::4de9f4fb-1776-4d2c-ac4d-7159c8faa6e6" providerId="AD" clId="Web-{9258CD07-212C-0F98-4864-9CCA2A743976}" dt="2020-09-04T05:44:32.354" v="55"/>
          <ac:spMkLst>
            <pc:docMk/>
            <pc:sldMk cId="109857222" sldId="256"/>
            <ac:spMk id="12" creationId="{84617302-4B0D-4351-A6BB-6F0930D943AC}"/>
          </ac:spMkLst>
        </pc:spChg>
        <pc:spChg chg="add">
          <ac:chgData name="anand pardeshi" userId="S::anand.pardeshi@fcrit.ac.in::4de9f4fb-1776-4d2c-ac4d-7159c8faa6e6" providerId="AD" clId="Web-{9258CD07-212C-0F98-4864-9CCA2A743976}" dt="2020-09-04T05:44:32.354" v="55"/>
          <ac:spMkLst>
            <pc:docMk/>
            <pc:sldMk cId="109857222" sldId="256"/>
            <ac:spMk id="14" creationId="{DA2C7802-C2E0-4218-8F89-8DD7CCD2CD1C}"/>
          </ac:spMkLst>
        </pc:spChg>
        <pc:spChg chg="add">
          <ac:chgData name="anand pardeshi" userId="S::anand.pardeshi@fcrit.ac.in::4de9f4fb-1776-4d2c-ac4d-7159c8faa6e6" providerId="AD" clId="Web-{9258CD07-212C-0F98-4864-9CCA2A743976}" dt="2020-09-04T05:44:32.354" v="55"/>
          <ac:spMkLst>
            <pc:docMk/>
            <pc:sldMk cId="109857222" sldId="256"/>
            <ac:spMk id="16" creationId="{A6D7111A-21E5-4EE9-8A78-10E5530F0116}"/>
          </ac:spMkLst>
        </pc:spChg>
        <pc:spChg chg="add">
          <ac:chgData name="anand pardeshi" userId="S::anand.pardeshi@fcrit.ac.in::4de9f4fb-1776-4d2c-ac4d-7159c8faa6e6" providerId="AD" clId="Web-{9258CD07-212C-0F98-4864-9CCA2A743976}" dt="2020-09-04T05:44:32.354" v="55"/>
          <ac:spMkLst>
            <pc:docMk/>
            <pc:sldMk cId="109857222" sldId="256"/>
            <ac:spMk id="18" creationId="{A3969E80-A77B-49FC-9122-D89AFD5EE118}"/>
          </ac:spMkLst>
        </pc:spChg>
        <pc:spChg chg="add">
          <ac:chgData name="anand pardeshi" userId="S::anand.pardeshi@fcrit.ac.in::4de9f4fb-1776-4d2c-ac4d-7159c8faa6e6" providerId="AD" clId="Web-{9258CD07-212C-0F98-4864-9CCA2A743976}" dt="2020-09-04T05:44:32.354" v="55"/>
          <ac:spMkLst>
            <pc:docMk/>
            <pc:sldMk cId="109857222" sldId="256"/>
            <ac:spMk id="20" creationId="{1849CA57-76BD-4CF2-80BA-D7A46A01B7B1}"/>
          </ac:spMkLst>
        </pc:spChg>
        <pc:spChg chg="add">
          <ac:chgData name="anand pardeshi" userId="S::anand.pardeshi@fcrit.ac.in::4de9f4fb-1776-4d2c-ac4d-7159c8faa6e6" providerId="AD" clId="Web-{9258CD07-212C-0F98-4864-9CCA2A743976}" dt="2020-09-04T05:44:32.354" v="55"/>
          <ac:spMkLst>
            <pc:docMk/>
            <pc:sldMk cId="109857222" sldId="256"/>
            <ac:spMk id="22" creationId="{35E9085E-E730-4768-83D4-6CB7E9897153}"/>
          </ac:spMkLst>
        </pc:spChg>
        <pc:spChg chg="add">
          <ac:chgData name="anand pardeshi" userId="S::anand.pardeshi@fcrit.ac.in::4de9f4fb-1776-4d2c-ac4d-7159c8faa6e6" providerId="AD" clId="Web-{9258CD07-212C-0F98-4864-9CCA2A743976}" dt="2020-09-04T05:44:32.354" v="55"/>
          <ac:spMkLst>
            <pc:docMk/>
            <pc:sldMk cId="109857222" sldId="256"/>
            <ac:spMk id="24" creationId="{973272FE-A474-4CAE-8CA2-BCC8B476C3F4}"/>
          </ac:spMkLst>
        </pc:spChg>
        <pc:spChg chg="add">
          <ac:chgData name="anand pardeshi" userId="S::anand.pardeshi@fcrit.ac.in::4de9f4fb-1776-4d2c-ac4d-7159c8faa6e6" providerId="AD" clId="Web-{9258CD07-212C-0F98-4864-9CCA2A743976}" dt="2020-09-04T05:44:32.354" v="55"/>
          <ac:spMkLst>
            <pc:docMk/>
            <pc:sldMk cId="109857222" sldId="256"/>
            <ac:spMk id="26" creationId="{E07981EA-05A6-437C-88D7-B377B92B031D}"/>
          </ac:spMkLst>
        </pc:spChg>
        <pc:spChg chg="add">
          <ac:chgData name="anand pardeshi" userId="S::anand.pardeshi@fcrit.ac.in::4de9f4fb-1776-4d2c-ac4d-7159c8faa6e6" providerId="AD" clId="Web-{9258CD07-212C-0F98-4864-9CCA2A743976}" dt="2020-09-04T05:44:32.354" v="55"/>
          <ac:spMkLst>
            <pc:docMk/>
            <pc:sldMk cId="109857222" sldId="256"/>
            <ac:spMk id="28" creationId="{15E3C750-986E-4769-B1AE-49289FBEE757}"/>
          </ac:spMkLst>
        </pc:spChg>
      </pc:sldChg>
      <pc:sldChg chg="addSp modSp mod setBg">
        <pc:chgData name="anand pardeshi" userId="S::anand.pardeshi@fcrit.ac.in::4de9f4fb-1776-4d2c-ac4d-7159c8faa6e6" providerId="AD" clId="Web-{9258CD07-212C-0F98-4864-9CCA2A743976}" dt="2020-09-04T05:44:53.996" v="59" actId="20577"/>
        <pc:sldMkLst>
          <pc:docMk/>
          <pc:sldMk cId="3763825323" sldId="257"/>
        </pc:sldMkLst>
        <pc:spChg chg="mod">
          <ac:chgData name="anand pardeshi" userId="S::anand.pardeshi@fcrit.ac.in::4de9f4fb-1776-4d2c-ac4d-7159c8faa6e6" providerId="AD" clId="Web-{9258CD07-212C-0F98-4864-9CCA2A743976}" dt="2020-09-04T05:44:53.996" v="59" actId="20577"/>
          <ac:spMkLst>
            <pc:docMk/>
            <pc:sldMk cId="3763825323" sldId="257"/>
            <ac:spMk id="4" creationId="{8CE6760B-438B-408B-81F0-D02ABAD1CE65}"/>
          </ac:spMkLst>
        </pc:spChg>
        <pc:spChg chg="add">
          <ac:chgData name="anand pardeshi" userId="S::anand.pardeshi@fcrit.ac.in::4de9f4fb-1776-4d2c-ac4d-7159c8faa6e6" providerId="AD" clId="Web-{9258CD07-212C-0F98-4864-9CCA2A743976}" dt="2020-09-04T05:44:43.073" v="56"/>
          <ac:spMkLst>
            <pc:docMk/>
            <pc:sldMk cId="3763825323" sldId="257"/>
            <ac:spMk id="10" creationId="{D4771268-CB57-404A-9271-370EB28F6090}"/>
          </ac:spMkLst>
        </pc:spChg>
        <pc:graphicFrameChg chg="mod modGraphic">
          <ac:chgData name="anand pardeshi" userId="S::anand.pardeshi@fcrit.ac.in::4de9f4fb-1776-4d2c-ac4d-7159c8faa6e6" providerId="AD" clId="Web-{9258CD07-212C-0F98-4864-9CCA2A743976}" dt="2020-09-04T05:44:43.073" v="56"/>
          <ac:graphicFrameMkLst>
            <pc:docMk/>
            <pc:sldMk cId="3763825323" sldId="257"/>
            <ac:graphicFrameMk id="5" creationId="{92544238-81E3-4D55-8F31-FB530D4FABCD}"/>
          </ac:graphicFrameMkLst>
        </pc:graphicFrameChg>
      </pc:sldChg>
      <pc:sldChg chg="addSp modSp mod setBg setClrOvrMap">
        <pc:chgData name="anand pardeshi" userId="S::anand.pardeshi@fcrit.ac.in::4de9f4fb-1776-4d2c-ac4d-7159c8faa6e6" providerId="AD" clId="Web-{9258CD07-212C-0F98-4864-9CCA2A743976}" dt="2020-09-04T05:46:29.091" v="69" actId="1076"/>
        <pc:sldMkLst>
          <pc:docMk/>
          <pc:sldMk cId="448762942" sldId="262"/>
        </pc:sldMkLst>
        <pc:spChg chg="mod">
          <ac:chgData name="anand pardeshi" userId="S::anand.pardeshi@fcrit.ac.in::4de9f4fb-1776-4d2c-ac4d-7159c8faa6e6" providerId="AD" clId="Web-{9258CD07-212C-0F98-4864-9CCA2A743976}" dt="2020-09-04T05:46:26.294" v="68" actId="1076"/>
          <ac:spMkLst>
            <pc:docMk/>
            <pc:sldMk cId="448762942" sldId="262"/>
            <ac:spMk id="2" creationId="{45915B27-6C01-4642-8246-CBC29F3F438E}"/>
          </ac:spMkLst>
        </pc:spChg>
        <pc:spChg chg="mod">
          <ac:chgData name="anand pardeshi" userId="S::anand.pardeshi@fcrit.ac.in::4de9f4fb-1776-4d2c-ac4d-7159c8faa6e6" providerId="AD" clId="Web-{9258CD07-212C-0F98-4864-9CCA2A743976}" dt="2020-09-04T05:46:29.091" v="69" actId="1076"/>
          <ac:spMkLst>
            <pc:docMk/>
            <pc:sldMk cId="448762942" sldId="262"/>
            <ac:spMk id="6" creationId="{3EEAF147-1477-4751-9112-EAA602C3C852}"/>
          </ac:spMkLst>
        </pc:spChg>
        <pc:spChg chg="add">
          <ac:chgData name="anand pardeshi" userId="S::anand.pardeshi@fcrit.ac.in::4de9f4fb-1776-4d2c-ac4d-7159c8faa6e6" providerId="AD" clId="Web-{9258CD07-212C-0F98-4864-9CCA2A743976}" dt="2020-09-04T05:46:07.419" v="63"/>
          <ac:spMkLst>
            <pc:docMk/>
            <pc:sldMk cId="448762942" sldId="262"/>
            <ac:spMk id="11" creationId="{4F74D28C-3268-4E35-8EE1-D92CB4A85A7D}"/>
          </ac:spMkLst>
        </pc:spChg>
        <pc:spChg chg="add">
          <ac:chgData name="anand pardeshi" userId="S::anand.pardeshi@fcrit.ac.in::4de9f4fb-1776-4d2c-ac4d-7159c8faa6e6" providerId="AD" clId="Web-{9258CD07-212C-0F98-4864-9CCA2A743976}" dt="2020-09-04T05:46:07.419" v="63"/>
          <ac:spMkLst>
            <pc:docMk/>
            <pc:sldMk cId="448762942" sldId="262"/>
            <ac:spMk id="13" creationId="{58D44E42-C462-4105-BC86-FE75B4E3C4AF}"/>
          </ac:spMkLst>
        </pc:spChg>
        <pc:graphicFrameChg chg="mod ord modGraphic">
          <ac:chgData name="anand pardeshi" userId="S::anand.pardeshi@fcrit.ac.in::4de9f4fb-1776-4d2c-ac4d-7159c8faa6e6" providerId="AD" clId="Web-{9258CD07-212C-0F98-4864-9CCA2A743976}" dt="2020-09-04T05:46:07.419" v="63"/>
          <ac:graphicFrameMkLst>
            <pc:docMk/>
            <pc:sldMk cId="448762942" sldId="262"/>
            <ac:graphicFrameMk id="5" creationId="{84C94C32-415D-4B30-B3EF-F054C1A46A22}"/>
          </ac:graphicFrameMkLst>
        </pc:graphicFrameChg>
      </pc:sldChg>
      <pc:sldChg chg="addSp modSp">
        <pc:chgData name="anand pardeshi" userId="S::anand.pardeshi@fcrit.ac.in::4de9f4fb-1776-4d2c-ac4d-7159c8faa6e6" providerId="AD" clId="Web-{9258CD07-212C-0F98-4864-9CCA2A743976}" dt="2020-09-04T05:21:13.574" v="30" actId="1076"/>
        <pc:sldMkLst>
          <pc:docMk/>
          <pc:sldMk cId="1277241851" sldId="263"/>
        </pc:sldMkLst>
        <pc:spChg chg="mod">
          <ac:chgData name="anand pardeshi" userId="S::anand.pardeshi@fcrit.ac.in::4de9f4fb-1776-4d2c-ac4d-7159c8faa6e6" providerId="AD" clId="Web-{9258CD07-212C-0F98-4864-9CCA2A743976}" dt="2020-09-04T05:21:04.418" v="27" actId="1076"/>
          <ac:spMkLst>
            <pc:docMk/>
            <pc:sldMk cId="1277241851" sldId="263"/>
            <ac:spMk id="2" creationId="{E8D27BEB-ADBE-45CD-88A3-00365B76BAF6}"/>
          </ac:spMkLst>
        </pc:spChg>
        <pc:graphicFrameChg chg="mod">
          <ac:chgData name="anand pardeshi" userId="S::anand.pardeshi@fcrit.ac.in::4de9f4fb-1776-4d2c-ac4d-7159c8faa6e6" providerId="AD" clId="Web-{9258CD07-212C-0F98-4864-9CCA2A743976}" dt="2020-09-04T05:21:07.168" v="28" actId="1076"/>
          <ac:graphicFrameMkLst>
            <pc:docMk/>
            <pc:sldMk cId="1277241851" sldId="263"/>
            <ac:graphicFrameMk id="3" creationId="{CC7F2D4B-3CB3-4986-8FFD-92CB7F29373F}"/>
          </ac:graphicFrameMkLst>
        </pc:graphicFrameChg>
        <pc:graphicFrameChg chg="add mod modGraphic">
          <ac:chgData name="anand pardeshi" userId="S::anand.pardeshi@fcrit.ac.in::4de9f4fb-1776-4d2c-ac4d-7159c8faa6e6" providerId="AD" clId="Web-{9258CD07-212C-0F98-4864-9CCA2A743976}" dt="2020-09-04T05:21:09.512" v="29" actId="1076"/>
          <ac:graphicFrameMkLst>
            <pc:docMk/>
            <pc:sldMk cId="1277241851" sldId="263"/>
            <ac:graphicFrameMk id="4" creationId="{BA598FB4-F08A-4A89-9521-B6096F3B66C6}"/>
          </ac:graphicFrameMkLst>
        </pc:graphicFrameChg>
        <pc:graphicFrameChg chg="add mod">
          <ac:chgData name="anand pardeshi" userId="S::anand.pardeshi@fcrit.ac.in::4de9f4fb-1776-4d2c-ac4d-7159c8faa6e6" providerId="AD" clId="Web-{9258CD07-212C-0F98-4864-9CCA2A743976}" dt="2020-09-04T05:21:13.574" v="30" actId="1076"/>
          <ac:graphicFrameMkLst>
            <pc:docMk/>
            <pc:sldMk cId="1277241851" sldId="263"/>
            <ac:graphicFrameMk id="5" creationId="{C2D9FD34-8494-4A8B-9E9E-148D1EF81C19}"/>
          </ac:graphicFrameMkLst>
        </pc:graphicFrameChg>
      </pc:sldChg>
      <pc:sldChg chg="addSp modSp">
        <pc:chgData name="anand pardeshi" userId="S::anand.pardeshi@fcrit.ac.in::4de9f4fb-1776-4d2c-ac4d-7159c8faa6e6" providerId="AD" clId="Web-{9258CD07-212C-0F98-4864-9CCA2A743976}" dt="2020-09-04T05:21:44.231" v="37" actId="1076"/>
        <pc:sldMkLst>
          <pc:docMk/>
          <pc:sldMk cId="370936823" sldId="264"/>
        </pc:sldMkLst>
        <pc:graphicFrameChg chg="add mod">
          <ac:chgData name="anand pardeshi" userId="S::anand.pardeshi@fcrit.ac.in::4de9f4fb-1776-4d2c-ac4d-7159c8faa6e6" providerId="AD" clId="Web-{9258CD07-212C-0F98-4864-9CCA2A743976}" dt="2020-09-04T05:21:39.418" v="36" actId="1076"/>
          <ac:graphicFrameMkLst>
            <pc:docMk/>
            <pc:sldMk cId="370936823" sldId="264"/>
            <ac:graphicFrameMk id="3" creationId="{D54361FB-F12C-47E0-A7D6-D93AEEEBDC92}"/>
          </ac:graphicFrameMkLst>
        </pc:graphicFrameChg>
        <pc:graphicFrameChg chg="add mod">
          <ac:chgData name="anand pardeshi" userId="S::anand.pardeshi@fcrit.ac.in::4de9f4fb-1776-4d2c-ac4d-7159c8faa6e6" providerId="AD" clId="Web-{9258CD07-212C-0F98-4864-9CCA2A743976}" dt="2020-09-04T05:21:44.231" v="37" actId="1076"/>
          <ac:graphicFrameMkLst>
            <pc:docMk/>
            <pc:sldMk cId="370936823" sldId="264"/>
            <ac:graphicFrameMk id="5" creationId="{2030E550-6DB0-47B5-92A8-2673298F42D2}"/>
          </ac:graphicFrameMkLst>
        </pc:graphicFrameChg>
      </pc:sldChg>
      <pc:sldChg chg="del">
        <pc:chgData name="anand pardeshi" userId="S::anand.pardeshi@fcrit.ac.in::4de9f4fb-1776-4d2c-ac4d-7159c8faa6e6" providerId="AD" clId="Web-{9258CD07-212C-0F98-4864-9CCA2A743976}" dt="2020-09-04T05:36:16.891" v="54"/>
        <pc:sldMkLst>
          <pc:docMk/>
          <pc:sldMk cId="503391878" sldId="265"/>
        </pc:sldMkLst>
      </pc:sldChg>
      <pc:sldChg chg="add replId">
        <pc:chgData name="anand pardeshi" userId="S::anand.pardeshi@fcrit.ac.in::4de9f4fb-1776-4d2c-ac4d-7159c8faa6e6" providerId="AD" clId="Web-{9258CD07-212C-0F98-4864-9CCA2A743976}" dt="2020-09-04T05:20:01.666" v="0"/>
        <pc:sldMkLst>
          <pc:docMk/>
          <pc:sldMk cId="4220391085" sldId="267"/>
        </pc:sldMkLst>
      </pc:sldChg>
      <pc:sldChg chg="add replId">
        <pc:chgData name="anand pardeshi" userId="S::anand.pardeshi@fcrit.ac.in::4de9f4fb-1776-4d2c-ac4d-7159c8faa6e6" providerId="AD" clId="Web-{9258CD07-212C-0F98-4864-9CCA2A743976}" dt="2020-09-04T05:20:02.385" v="1"/>
        <pc:sldMkLst>
          <pc:docMk/>
          <pc:sldMk cId="757875734" sldId="268"/>
        </pc:sldMkLst>
      </pc:sldChg>
      <pc:sldChg chg="add replId">
        <pc:chgData name="anand pardeshi" userId="S::anand.pardeshi@fcrit.ac.in::4de9f4fb-1776-4d2c-ac4d-7159c8faa6e6" providerId="AD" clId="Web-{9258CD07-212C-0F98-4864-9CCA2A743976}" dt="2020-09-04T05:20:03.385" v="2"/>
        <pc:sldMkLst>
          <pc:docMk/>
          <pc:sldMk cId="4100525566" sldId="269"/>
        </pc:sldMkLst>
      </pc:sldChg>
      <pc:sldChg chg="add replId">
        <pc:chgData name="anand pardeshi" userId="S::anand.pardeshi@fcrit.ac.in::4de9f4fb-1776-4d2c-ac4d-7159c8faa6e6" providerId="AD" clId="Web-{9258CD07-212C-0F98-4864-9CCA2A743976}" dt="2020-09-04T05:22:03.794" v="38"/>
        <pc:sldMkLst>
          <pc:docMk/>
          <pc:sldMk cId="3537033419" sldId="270"/>
        </pc:sldMkLst>
      </pc:sldChg>
      <pc:sldChg chg="add replId">
        <pc:chgData name="anand pardeshi" userId="S::anand.pardeshi@fcrit.ac.in::4de9f4fb-1776-4d2c-ac4d-7159c8faa6e6" providerId="AD" clId="Web-{9258CD07-212C-0F98-4864-9CCA2A743976}" dt="2020-09-04T05:22:15.169" v="39"/>
        <pc:sldMkLst>
          <pc:docMk/>
          <pc:sldMk cId="509249357" sldId="271"/>
        </pc:sldMkLst>
      </pc:sldChg>
      <pc:sldChg chg="add replId">
        <pc:chgData name="anand pardeshi" userId="S::anand.pardeshi@fcrit.ac.in::4de9f4fb-1776-4d2c-ac4d-7159c8faa6e6" providerId="AD" clId="Web-{9258CD07-212C-0F98-4864-9CCA2A743976}" dt="2020-09-04T05:22:16.435" v="40"/>
        <pc:sldMkLst>
          <pc:docMk/>
          <pc:sldMk cId="2137724572" sldId="272"/>
        </pc:sldMkLst>
      </pc:sldChg>
      <pc:sldChg chg="add replId">
        <pc:chgData name="anand pardeshi" userId="S::anand.pardeshi@fcrit.ac.in::4de9f4fb-1776-4d2c-ac4d-7159c8faa6e6" providerId="AD" clId="Web-{9258CD07-212C-0F98-4864-9CCA2A743976}" dt="2020-09-04T05:22:19.357" v="41"/>
        <pc:sldMkLst>
          <pc:docMk/>
          <pc:sldMk cId="2124857735" sldId="273"/>
        </pc:sldMkLst>
      </pc:sldChg>
      <pc:sldChg chg="addSp modSp add replId addAnim">
        <pc:chgData name="anand pardeshi" userId="S::anand.pardeshi@fcrit.ac.in::4de9f4fb-1776-4d2c-ac4d-7159c8faa6e6" providerId="AD" clId="Web-{9258CD07-212C-0F98-4864-9CCA2A743976}" dt="2020-09-04T05:45:34.918" v="62" actId="1076"/>
        <pc:sldMkLst>
          <pc:docMk/>
          <pc:sldMk cId="3167990918" sldId="274"/>
        </pc:sldMkLst>
        <pc:graphicFrameChg chg="add mod">
          <ac:chgData name="anand pardeshi" userId="S::anand.pardeshi@fcrit.ac.in::4de9f4fb-1776-4d2c-ac4d-7159c8faa6e6" providerId="AD" clId="Web-{9258CD07-212C-0F98-4864-9CCA2A743976}" dt="2020-09-04T05:45:31.309" v="61" actId="1076"/>
          <ac:graphicFrameMkLst>
            <pc:docMk/>
            <pc:sldMk cId="3167990918" sldId="274"/>
            <ac:graphicFrameMk id="3" creationId="{BE23FA6F-CFD6-4C1C-8318-4D010E4FE73F}"/>
          </ac:graphicFrameMkLst>
        </pc:graphicFrameChg>
        <pc:graphicFrameChg chg="add mod">
          <ac:chgData name="anand pardeshi" userId="S::anand.pardeshi@fcrit.ac.in::4de9f4fb-1776-4d2c-ac4d-7159c8faa6e6" providerId="AD" clId="Web-{9258CD07-212C-0F98-4864-9CCA2A743976}" dt="2020-09-04T05:45:34.918" v="62" actId="1076"/>
          <ac:graphicFrameMkLst>
            <pc:docMk/>
            <pc:sldMk cId="3167990918" sldId="274"/>
            <ac:graphicFrameMk id="5" creationId="{6BDAA5C3-9A2C-425B-94DC-3FFD275C2382}"/>
          </ac:graphicFrameMkLst>
        </pc:graphicFrameChg>
      </pc:sldChg>
      <pc:sldChg chg="add replId">
        <pc:chgData name="anand pardeshi" userId="S::anand.pardeshi@fcrit.ac.in::4de9f4fb-1776-4d2c-ac4d-7159c8faa6e6" providerId="AD" clId="Web-{9258CD07-212C-0F98-4864-9CCA2A743976}" dt="2020-09-04T05:35:25.436" v="43"/>
        <pc:sldMkLst>
          <pc:docMk/>
          <pc:sldMk cId="609690290" sldId="275"/>
        </pc:sldMkLst>
      </pc:sldChg>
      <pc:sldChg chg="add replId">
        <pc:chgData name="anand pardeshi" userId="S::anand.pardeshi@fcrit.ac.in::4de9f4fb-1776-4d2c-ac4d-7159c8faa6e6" providerId="AD" clId="Web-{9258CD07-212C-0F98-4864-9CCA2A743976}" dt="2020-09-04T05:35:25.452" v="44"/>
        <pc:sldMkLst>
          <pc:docMk/>
          <pc:sldMk cId="2752882175" sldId="276"/>
        </pc:sldMkLst>
      </pc:sldChg>
      <pc:sldChg chg="add replId">
        <pc:chgData name="anand pardeshi" userId="S::anand.pardeshi@fcrit.ac.in::4de9f4fb-1776-4d2c-ac4d-7159c8faa6e6" providerId="AD" clId="Web-{9258CD07-212C-0F98-4864-9CCA2A743976}" dt="2020-09-04T05:36:09.703" v="52"/>
        <pc:sldMkLst>
          <pc:docMk/>
          <pc:sldMk cId="4073974348" sldId="277"/>
        </pc:sldMkLst>
      </pc:sldChg>
      <pc:sldChg chg="add replId">
        <pc:chgData name="anand pardeshi" userId="S::anand.pardeshi@fcrit.ac.in::4de9f4fb-1776-4d2c-ac4d-7159c8faa6e6" providerId="AD" clId="Web-{9258CD07-212C-0F98-4864-9CCA2A743976}" dt="2020-09-04T05:36:15.516" v="53"/>
        <pc:sldMkLst>
          <pc:docMk/>
          <pc:sldMk cId="4146412539" sldId="278"/>
        </pc:sldMkLst>
      </pc:sldChg>
    </pc:docChg>
  </pc:docChgLst>
  <pc:docChgLst>
    <pc:chgData name="anand pardeshi" userId="S::anand.pardeshi@fcrit.ac.in::4de9f4fb-1776-4d2c-ac4d-7159c8faa6e6" providerId="AD" clId="Web-{FB883F6E-D658-E982-9E65-D7E70A4301E9}"/>
    <pc:docChg chg="modSld">
      <pc:chgData name="anand pardeshi" userId="S::anand.pardeshi@fcrit.ac.in::4de9f4fb-1776-4d2c-ac4d-7159c8faa6e6" providerId="AD" clId="Web-{FB883F6E-D658-E982-9E65-D7E70A4301E9}" dt="2020-09-08T17:04:54.861" v="102"/>
      <pc:docMkLst>
        <pc:docMk/>
      </pc:docMkLst>
      <pc:sldChg chg="addSp delSp modSp">
        <pc:chgData name="anand pardeshi" userId="S::anand.pardeshi@fcrit.ac.in::4de9f4fb-1776-4d2c-ac4d-7159c8faa6e6" providerId="AD" clId="Web-{FB883F6E-D658-E982-9E65-D7E70A4301E9}" dt="2020-09-08T17:04:54.861" v="102"/>
        <pc:sldMkLst>
          <pc:docMk/>
          <pc:sldMk cId="3537033419" sldId="270"/>
        </pc:sldMkLst>
        <pc:spChg chg="add del mod">
          <ac:chgData name="anand pardeshi" userId="S::anand.pardeshi@fcrit.ac.in::4de9f4fb-1776-4d2c-ac4d-7159c8faa6e6" providerId="AD" clId="Web-{FB883F6E-D658-E982-9E65-D7E70A4301E9}" dt="2020-09-08T17:02:16.483" v="54"/>
          <ac:spMkLst>
            <pc:docMk/>
            <pc:sldMk cId="3537033419" sldId="270"/>
            <ac:spMk id="26" creationId="{468FA466-DAC1-4E19-B33D-C10CD42DB70F}"/>
          </ac:spMkLst>
        </pc:spChg>
        <pc:spChg chg="add del mod">
          <ac:chgData name="anand pardeshi" userId="S::anand.pardeshi@fcrit.ac.in::4de9f4fb-1776-4d2c-ac4d-7159c8faa6e6" providerId="AD" clId="Web-{FB883F6E-D658-E982-9E65-D7E70A4301E9}" dt="2020-09-08T17:02:07.232" v="53"/>
          <ac:spMkLst>
            <pc:docMk/>
            <pc:sldMk cId="3537033419" sldId="270"/>
            <ac:spMk id="27" creationId="{BE0699D9-A4E2-44A2-9FA8-78BA9CFA996A}"/>
          </ac:spMkLst>
        </pc:spChg>
        <pc:spChg chg="add del mod">
          <ac:chgData name="anand pardeshi" userId="S::anand.pardeshi@fcrit.ac.in::4de9f4fb-1776-4d2c-ac4d-7159c8faa6e6" providerId="AD" clId="Web-{FB883F6E-D658-E982-9E65-D7E70A4301E9}" dt="2020-09-08T17:02:19.576" v="55"/>
          <ac:spMkLst>
            <pc:docMk/>
            <pc:sldMk cId="3537033419" sldId="270"/>
            <ac:spMk id="28" creationId="{F838FA1F-6561-4EA5-BBD4-EFF317207460}"/>
          </ac:spMkLst>
        </pc:spChg>
        <pc:spChg chg="add del mod">
          <ac:chgData name="anand pardeshi" userId="S::anand.pardeshi@fcrit.ac.in::4de9f4fb-1776-4d2c-ac4d-7159c8faa6e6" providerId="AD" clId="Web-{FB883F6E-D658-E982-9E65-D7E70A4301E9}" dt="2020-09-08T17:02:07.232" v="52"/>
          <ac:spMkLst>
            <pc:docMk/>
            <pc:sldMk cId="3537033419" sldId="270"/>
            <ac:spMk id="29" creationId="{9D28602A-895E-445A-8B41-39605AE4EA1D}"/>
          </ac:spMkLst>
        </pc:spChg>
        <pc:spChg chg="add del mod">
          <ac:chgData name="anand pardeshi" userId="S::anand.pardeshi@fcrit.ac.in::4de9f4fb-1776-4d2c-ac4d-7159c8faa6e6" providerId="AD" clId="Web-{FB883F6E-D658-E982-9E65-D7E70A4301E9}" dt="2020-09-08T17:02:07.232" v="51"/>
          <ac:spMkLst>
            <pc:docMk/>
            <pc:sldMk cId="3537033419" sldId="270"/>
            <ac:spMk id="30" creationId="{0720E43B-B5D4-4152-8402-14B644EF2AE3}"/>
          </ac:spMkLst>
        </pc:spChg>
        <pc:spChg chg="add del mod">
          <ac:chgData name="anand pardeshi" userId="S::anand.pardeshi@fcrit.ac.in::4de9f4fb-1776-4d2c-ac4d-7159c8faa6e6" providerId="AD" clId="Web-{FB883F6E-D658-E982-9E65-D7E70A4301E9}" dt="2020-09-08T17:02:07.232" v="50"/>
          <ac:spMkLst>
            <pc:docMk/>
            <pc:sldMk cId="3537033419" sldId="270"/>
            <ac:spMk id="31" creationId="{645CCFD6-9B6F-4A2F-A169-6AA55F5E540A}"/>
          </ac:spMkLst>
        </pc:spChg>
        <pc:spChg chg="add del mod">
          <ac:chgData name="anand pardeshi" userId="S::anand.pardeshi@fcrit.ac.in::4de9f4fb-1776-4d2c-ac4d-7159c8faa6e6" providerId="AD" clId="Web-{FB883F6E-D658-E982-9E65-D7E70A4301E9}" dt="2020-09-08T17:02:22.983" v="56"/>
          <ac:spMkLst>
            <pc:docMk/>
            <pc:sldMk cId="3537033419" sldId="270"/>
            <ac:spMk id="32" creationId="{652F6052-12C1-45AE-A0C5-8C91B2EEF244}"/>
          </ac:spMkLst>
        </pc:spChg>
        <pc:graphicFrameChg chg="add del mod modGraphic">
          <ac:chgData name="anand pardeshi" userId="S::anand.pardeshi@fcrit.ac.in::4de9f4fb-1776-4d2c-ac4d-7159c8faa6e6" providerId="AD" clId="Web-{FB883F6E-D658-E982-9E65-D7E70A4301E9}" dt="2020-09-08T16:57:53.040" v="2"/>
          <ac:graphicFrameMkLst>
            <pc:docMk/>
            <pc:sldMk cId="3537033419" sldId="270"/>
            <ac:graphicFrameMk id="3" creationId="{4E4DECF9-17EA-4450-A0E7-7919151783E8}"/>
          </ac:graphicFrameMkLst>
        </pc:graphicFrameChg>
        <pc:inkChg chg="add del">
          <ac:chgData name="anand pardeshi" userId="S::anand.pardeshi@fcrit.ac.in::4de9f4fb-1776-4d2c-ac4d-7159c8faa6e6" providerId="AD" clId="Web-{FB883F6E-D658-E982-9E65-D7E70A4301E9}" dt="2020-09-08T17:04:54.861" v="102"/>
          <ac:inkMkLst>
            <pc:docMk/>
            <pc:sldMk cId="3537033419" sldId="270"/>
            <ac:inkMk id="33" creationId="{6FBD29ED-85A8-4BF0-946E-047F3A0794F1}"/>
          </ac:inkMkLst>
        </pc:inkChg>
        <pc:inkChg chg="add del">
          <ac:chgData name="anand pardeshi" userId="S::anand.pardeshi@fcrit.ac.in::4de9f4fb-1776-4d2c-ac4d-7159c8faa6e6" providerId="AD" clId="Web-{FB883F6E-D658-E982-9E65-D7E70A4301E9}" dt="2020-09-08T17:04:54.861" v="101"/>
          <ac:inkMkLst>
            <pc:docMk/>
            <pc:sldMk cId="3537033419" sldId="270"/>
            <ac:inkMk id="34" creationId="{5639845C-1F59-44F3-BF6D-A5977620FF9E}"/>
          </ac:inkMkLst>
        </pc:inkChg>
        <pc:inkChg chg="add del">
          <ac:chgData name="anand pardeshi" userId="S::anand.pardeshi@fcrit.ac.in::4de9f4fb-1776-4d2c-ac4d-7159c8faa6e6" providerId="AD" clId="Web-{FB883F6E-D658-E982-9E65-D7E70A4301E9}" dt="2020-09-08T17:04:04.329" v="78"/>
          <ac:inkMkLst>
            <pc:docMk/>
            <pc:sldMk cId="3537033419" sldId="270"/>
            <ac:inkMk id="35" creationId="{FE6311E7-F4B5-4A24-A881-F9D1B6162562}"/>
          </ac:inkMkLst>
        </pc:inkChg>
        <pc:inkChg chg="add del">
          <ac:chgData name="anand pardeshi" userId="S::anand.pardeshi@fcrit.ac.in::4de9f4fb-1776-4d2c-ac4d-7159c8faa6e6" providerId="AD" clId="Web-{FB883F6E-D658-E982-9E65-D7E70A4301E9}" dt="2020-09-08T17:04:54.861" v="100"/>
          <ac:inkMkLst>
            <pc:docMk/>
            <pc:sldMk cId="3537033419" sldId="270"/>
            <ac:inkMk id="36" creationId="{D3FE770D-37EF-44DF-B679-538809DD3D1C}"/>
          </ac:inkMkLst>
        </pc:inkChg>
        <pc:inkChg chg="add del">
          <ac:chgData name="anand pardeshi" userId="S::anand.pardeshi@fcrit.ac.in::4de9f4fb-1776-4d2c-ac4d-7159c8faa6e6" providerId="AD" clId="Web-{FB883F6E-D658-E982-9E65-D7E70A4301E9}" dt="2020-09-08T17:04:54.861" v="99"/>
          <ac:inkMkLst>
            <pc:docMk/>
            <pc:sldMk cId="3537033419" sldId="270"/>
            <ac:inkMk id="37" creationId="{0A5C5940-2C56-40EF-820A-F52735ED2927}"/>
          </ac:inkMkLst>
        </pc:inkChg>
        <pc:inkChg chg="add del">
          <ac:chgData name="anand pardeshi" userId="S::anand.pardeshi@fcrit.ac.in::4de9f4fb-1776-4d2c-ac4d-7159c8faa6e6" providerId="AD" clId="Web-{FB883F6E-D658-E982-9E65-D7E70A4301E9}" dt="2020-09-08T17:04:54.861" v="98"/>
          <ac:inkMkLst>
            <pc:docMk/>
            <pc:sldMk cId="3537033419" sldId="270"/>
            <ac:inkMk id="38" creationId="{6D88C7A2-BCF4-4467-BA5F-BB120FBC9BE5}"/>
          </ac:inkMkLst>
        </pc:inkChg>
        <pc:inkChg chg="add del">
          <ac:chgData name="anand pardeshi" userId="S::anand.pardeshi@fcrit.ac.in::4de9f4fb-1776-4d2c-ac4d-7159c8faa6e6" providerId="AD" clId="Web-{FB883F6E-D658-E982-9E65-D7E70A4301E9}" dt="2020-09-08T17:04:54.861" v="97"/>
          <ac:inkMkLst>
            <pc:docMk/>
            <pc:sldMk cId="3537033419" sldId="270"/>
            <ac:inkMk id="39" creationId="{A8F2A087-CE49-436F-A481-F6082855ACDC}"/>
          </ac:inkMkLst>
        </pc:inkChg>
        <pc:inkChg chg="add del">
          <ac:chgData name="anand pardeshi" userId="S::anand.pardeshi@fcrit.ac.in::4de9f4fb-1776-4d2c-ac4d-7159c8faa6e6" providerId="AD" clId="Web-{FB883F6E-D658-E982-9E65-D7E70A4301E9}" dt="2020-09-08T17:04:54.861" v="96"/>
          <ac:inkMkLst>
            <pc:docMk/>
            <pc:sldMk cId="3537033419" sldId="270"/>
            <ac:inkMk id="40" creationId="{433AB2B6-6660-47CF-9B13-A7E53D514726}"/>
          </ac:inkMkLst>
        </pc:inkChg>
        <pc:inkChg chg="add del">
          <ac:chgData name="anand pardeshi" userId="S::anand.pardeshi@fcrit.ac.in::4de9f4fb-1776-4d2c-ac4d-7159c8faa6e6" providerId="AD" clId="Web-{FB883F6E-D658-E982-9E65-D7E70A4301E9}" dt="2020-09-08T17:04:54.861" v="95"/>
          <ac:inkMkLst>
            <pc:docMk/>
            <pc:sldMk cId="3537033419" sldId="270"/>
            <ac:inkMk id="41" creationId="{218C94A0-C354-4414-A1B2-CDCD782A4C0D}"/>
          </ac:inkMkLst>
        </pc:inkChg>
        <pc:inkChg chg="add del">
          <ac:chgData name="anand pardeshi" userId="S::anand.pardeshi@fcrit.ac.in::4de9f4fb-1776-4d2c-ac4d-7159c8faa6e6" providerId="AD" clId="Web-{FB883F6E-D658-E982-9E65-D7E70A4301E9}" dt="2020-09-08T17:04:54.861" v="94"/>
          <ac:inkMkLst>
            <pc:docMk/>
            <pc:sldMk cId="3537033419" sldId="270"/>
            <ac:inkMk id="42" creationId="{CB7D04BE-6993-4597-BD91-40C3676CC90C}"/>
          </ac:inkMkLst>
        </pc:inkChg>
        <pc:inkChg chg="add del">
          <ac:chgData name="anand pardeshi" userId="S::anand.pardeshi@fcrit.ac.in::4de9f4fb-1776-4d2c-ac4d-7159c8faa6e6" providerId="AD" clId="Web-{FB883F6E-D658-E982-9E65-D7E70A4301E9}" dt="2020-09-08T17:04:54.861" v="93"/>
          <ac:inkMkLst>
            <pc:docMk/>
            <pc:sldMk cId="3537033419" sldId="270"/>
            <ac:inkMk id="43" creationId="{FF8DF1FD-B18F-43DC-945B-A32B45D65B6D}"/>
          </ac:inkMkLst>
        </pc:inkChg>
        <pc:inkChg chg="add del">
          <ac:chgData name="anand pardeshi" userId="S::anand.pardeshi@fcrit.ac.in::4de9f4fb-1776-4d2c-ac4d-7159c8faa6e6" providerId="AD" clId="Web-{FB883F6E-D658-E982-9E65-D7E70A4301E9}" dt="2020-09-08T17:04:54.861" v="92"/>
          <ac:inkMkLst>
            <pc:docMk/>
            <pc:sldMk cId="3537033419" sldId="270"/>
            <ac:inkMk id="44" creationId="{5ACA0663-57B5-4779-842D-A1FB6C82A606}"/>
          </ac:inkMkLst>
        </pc:inkChg>
        <pc:inkChg chg="add del">
          <ac:chgData name="anand pardeshi" userId="S::anand.pardeshi@fcrit.ac.in::4de9f4fb-1776-4d2c-ac4d-7159c8faa6e6" providerId="AD" clId="Web-{FB883F6E-D658-E982-9E65-D7E70A4301E9}" dt="2020-09-08T17:04:54.861" v="91"/>
          <ac:inkMkLst>
            <pc:docMk/>
            <pc:sldMk cId="3537033419" sldId="270"/>
            <ac:inkMk id="45" creationId="{312716B7-0F5F-4C5D-85AC-FBB4294AD32D}"/>
          </ac:inkMkLst>
        </pc:inkChg>
        <pc:inkChg chg="add del">
          <ac:chgData name="anand pardeshi" userId="S::anand.pardeshi@fcrit.ac.in::4de9f4fb-1776-4d2c-ac4d-7159c8faa6e6" providerId="AD" clId="Web-{FB883F6E-D658-E982-9E65-D7E70A4301E9}" dt="2020-09-08T17:04:54.861" v="90"/>
          <ac:inkMkLst>
            <pc:docMk/>
            <pc:sldMk cId="3537033419" sldId="270"/>
            <ac:inkMk id="46" creationId="{E922A901-DAD0-4D40-9DCE-4374C8C45012}"/>
          </ac:inkMkLst>
        </pc:inkChg>
        <pc:inkChg chg="add del">
          <ac:chgData name="anand pardeshi" userId="S::anand.pardeshi@fcrit.ac.in::4de9f4fb-1776-4d2c-ac4d-7159c8faa6e6" providerId="AD" clId="Web-{FB883F6E-D658-E982-9E65-D7E70A4301E9}" dt="2020-09-08T17:04:54.861" v="89"/>
          <ac:inkMkLst>
            <pc:docMk/>
            <pc:sldMk cId="3537033419" sldId="270"/>
            <ac:inkMk id="47" creationId="{AA60A4E9-6CBA-4B45-8D01-CCA2A0C80145}"/>
          </ac:inkMkLst>
        </pc:inkChg>
        <pc:inkChg chg="add del">
          <ac:chgData name="anand pardeshi" userId="S::anand.pardeshi@fcrit.ac.in::4de9f4fb-1776-4d2c-ac4d-7159c8faa6e6" providerId="AD" clId="Web-{FB883F6E-D658-E982-9E65-D7E70A4301E9}" dt="2020-09-08T17:04:07.344" v="79"/>
          <ac:inkMkLst>
            <pc:docMk/>
            <pc:sldMk cId="3537033419" sldId="270"/>
            <ac:inkMk id="48" creationId="{58F11A9E-1CB5-44CE-B81E-AF5BA26ABA6F}"/>
          </ac:inkMkLst>
        </pc:inkChg>
        <pc:inkChg chg="add del">
          <ac:chgData name="anand pardeshi" userId="S::anand.pardeshi@fcrit.ac.in::4de9f4fb-1776-4d2c-ac4d-7159c8faa6e6" providerId="AD" clId="Web-{FB883F6E-D658-E982-9E65-D7E70A4301E9}" dt="2020-09-08T17:04:54.861" v="88"/>
          <ac:inkMkLst>
            <pc:docMk/>
            <pc:sldMk cId="3537033419" sldId="270"/>
            <ac:inkMk id="49" creationId="{DCE4357A-1481-4957-8EF1-10872CF7D2AA}"/>
          </ac:inkMkLst>
        </pc:inkChg>
        <pc:inkChg chg="add del">
          <ac:chgData name="anand pardeshi" userId="S::anand.pardeshi@fcrit.ac.in::4de9f4fb-1776-4d2c-ac4d-7159c8faa6e6" providerId="AD" clId="Web-{FB883F6E-D658-E982-9E65-D7E70A4301E9}" dt="2020-09-08T17:04:54.845" v="87"/>
          <ac:inkMkLst>
            <pc:docMk/>
            <pc:sldMk cId="3537033419" sldId="270"/>
            <ac:inkMk id="50" creationId="{38F274C2-FC74-4472-A3BE-E22B0F46EFC1}"/>
          </ac:inkMkLst>
        </pc:inkChg>
        <pc:inkChg chg="add del">
          <ac:chgData name="anand pardeshi" userId="S::anand.pardeshi@fcrit.ac.in::4de9f4fb-1776-4d2c-ac4d-7159c8faa6e6" providerId="AD" clId="Web-{FB883F6E-D658-E982-9E65-D7E70A4301E9}" dt="2020-09-08T17:04:54.845" v="86"/>
          <ac:inkMkLst>
            <pc:docMk/>
            <pc:sldMk cId="3537033419" sldId="270"/>
            <ac:inkMk id="51" creationId="{8D39C700-0BB3-4894-B98A-2F1EFD27EFBF}"/>
          </ac:inkMkLst>
        </pc:inkChg>
        <pc:inkChg chg="add del">
          <ac:chgData name="anand pardeshi" userId="S::anand.pardeshi@fcrit.ac.in::4de9f4fb-1776-4d2c-ac4d-7159c8faa6e6" providerId="AD" clId="Web-{FB883F6E-D658-E982-9E65-D7E70A4301E9}" dt="2020-09-08T17:04:54.845" v="85"/>
          <ac:inkMkLst>
            <pc:docMk/>
            <pc:sldMk cId="3537033419" sldId="270"/>
            <ac:inkMk id="52" creationId="{7C154770-8A3E-4910-BB83-90EE24BF7E07}"/>
          </ac:inkMkLst>
        </pc:inkChg>
        <pc:inkChg chg="add del">
          <ac:chgData name="anand pardeshi" userId="S::anand.pardeshi@fcrit.ac.in::4de9f4fb-1776-4d2c-ac4d-7159c8faa6e6" providerId="AD" clId="Web-{FB883F6E-D658-E982-9E65-D7E70A4301E9}" dt="2020-09-08T17:04:54.845" v="84"/>
          <ac:inkMkLst>
            <pc:docMk/>
            <pc:sldMk cId="3537033419" sldId="270"/>
            <ac:inkMk id="53" creationId="{FB690A34-80F8-4DB0-BA62-A35BD4F4B2ED}"/>
          </ac:inkMkLst>
        </pc:inkChg>
        <pc:inkChg chg="add del">
          <ac:chgData name="anand pardeshi" userId="S::anand.pardeshi@fcrit.ac.in::4de9f4fb-1776-4d2c-ac4d-7159c8faa6e6" providerId="AD" clId="Web-{FB883F6E-D658-E982-9E65-D7E70A4301E9}" dt="2020-09-08T17:04:54.845" v="83"/>
          <ac:inkMkLst>
            <pc:docMk/>
            <pc:sldMk cId="3537033419" sldId="270"/>
            <ac:inkMk id="54" creationId="{F1CD8FAC-2AD2-447C-A8E2-F81375BA1233}"/>
          </ac:inkMkLst>
        </pc:inkChg>
        <pc:inkChg chg="add del">
          <ac:chgData name="anand pardeshi" userId="S::anand.pardeshi@fcrit.ac.in::4de9f4fb-1776-4d2c-ac4d-7159c8faa6e6" providerId="AD" clId="Web-{FB883F6E-D658-E982-9E65-D7E70A4301E9}" dt="2020-09-08T17:04:54.845" v="82"/>
          <ac:inkMkLst>
            <pc:docMk/>
            <pc:sldMk cId="3537033419" sldId="270"/>
            <ac:inkMk id="55" creationId="{5CE1974C-6146-43E7-9244-0BBEB207B3CB}"/>
          </ac:inkMkLst>
        </pc:inkChg>
      </pc:sldChg>
    </pc:docChg>
  </pc:docChgLst>
  <pc:docChgLst>
    <pc:chgData name="anand pardeshi" userId="S::anand.pardeshi@fcrit.ac.in::4de9f4fb-1776-4d2c-ac4d-7159c8faa6e6" providerId="AD" clId="Web-{7374D166-A205-42DA-6A59-6152E6B3CC12}"/>
    <pc:docChg chg="addSld modSld">
      <pc:chgData name="anand pardeshi" userId="S::anand.pardeshi@fcrit.ac.in::4de9f4fb-1776-4d2c-ac4d-7159c8faa6e6" providerId="AD" clId="Web-{7374D166-A205-42DA-6A59-6152E6B3CC12}" dt="2020-09-01T14:47:51.873" v="918"/>
      <pc:docMkLst>
        <pc:docMk/>
      </pc:docMkLst>
      <pc:sldChg chg="modSp">
        <pc:chgData name="anand pardeshi" userId="S::anand.pardeshi@fcrit.ac.in::4de9f4fb-1776-4d2c-ac4d-7159c8faa6e6" providerId="AD" clId="Web-{7374D166-A205-42DA-6A59-6152E6B3CC12}" dt="2020-09-01T13:59:27.583" v="27" actId="20577"/>
        <pc:sldMkLst>
          <pc:docMk/>
          <pc:sldMk cId="109857222" sldId="256"/>
        </pc:sldMkLst>
        <pc:spChg chg="mod">
          <ac:chgData name="anand pardeshi" userId="S::anand.pardeshi@fcrit.ac.in::4de9f4fb-1776-4d2c-ac4d-7159c8faa6e6" providerId="AD" clId="Web-{7374D166-A205-42DA-6A59-6152E6B3CC12}" dt="2020-09-01T13:59:27.583" v="27" actId="20577"/>
          <ac:spMkLst>
            <pc:docMk/>
            <pc:sldMk cId="109857222" sldId="256"/>
            <ac:spMk id="2" creationId="{00000000-0000-0000-0000-000000000000}"/>
          </ac:spMkLst>
        </pc:spChg>
      </pc:sldChg>
      <pc:sldChg chg="addSp delSp modSp new">
        <pc:chgData name="anand pardeshi" userId="S::anand.pardeshi@fcrit.ac.in::4de9f4fb-1776-4d2c-ac4d-7159c8faa6e6" providerId="AD" clId="Web-{7374D166-A205-42DA-6A59-6152E6B3CC12}" dt="2020-09-01T14:06:17.296" v="306" actId="1076"/>
        <pc:sldMkLst>
          <pc:docMk/>
          <pc:sldMk cId="3763825323" sldId="257"/>
        </pc:sldMkLst>
        <pc:spChg chg="del">
          <ac:chgData name="anand pardeshi" userId="S::anand.pardeshi@fcrit.ac.in::4de9f4fb-1776-4d2c-ac4d-7159c8faa6e6" providerId="AD" clId="Web-{7374D166-A205-42DA-6A59-6152E6B3CC12}" dt="2020-09-01T13:59:37.661" v="31"/>
          <ac:spMkLst>
            <pc:docMk/>
            <pc:sldMk cId="3763825323" sldId="257"/>
            <ac:spMk id="2" creationId="{5DFE8CD7-25EF-4BE6-A86F-BADCCEEF6080}"/>
          </ac:spMkLst>
        </pc:spChg>
        <pc:spChg chg="del">
          <ac:chgData name="anand pardeshi" userId="S::anand.pardeshi@fcrit.ac.in::4de9f4fb-1776-4d2c-ac4d-7159c8faa6e6" providerId="AD" clId="Web-{7374D166-A205-42DA-6A59-6152E6B3CC12}" dt="2020-09-01T13:59:48.599" v="32"/>
          <ac:spMkLst>
            <pc:docMk/>
            <pc:sldMk cId="3763825323" sldId="257"/>
            <ac:spMk id="3" creationId="{12C0DDFE-9178-4626-9810-7BFAE8E9532C}"/>
          </ac:spMkLst>
        </pc:spChg>
        <pc:spChg chg="add mod">
          <ac:chgData name="anand pardeshi" userId="S::anand.pardeshi@fcrit.ac.in::4de9f4fb-1776-4d2c-ac4d-7159c8faa6e6" providerId="AD" clId="Web-{7374D166-A205-42DA-6A59-6152E6B3CC12}" dt="2020-09-01T14:02:18.665" v="135" actId="20577"/>
          <ac:spMkLst>
            <pc:docMk/>
            <pc:sldMk cId="3763825323" sldId="257"/>
            <ac:spMk id="4" creationId="{8CE6760B-438B-408B-81F0-D02ABAD1CE65}"/>
          </ac:spMkLst>
        </pc:spChg>
        <pc:graphicFrameChg chg="add mod modGraphic">
          <ac:chgData name="anand pardeshi" userId="S::anand.pardeshi@fcrit.ac.in::4de9f4fb-1776-4d2c-ac4d-7159c8faa6e6" providerId="AD" clId="Web-{7374D166-A205-42DA-6A59-6152E6B3CC12}" dt="2020-09-01T14:06:17.296" v="306" actId="1076"/>
          <ac:graphicFrameMkLst>
            <pc:docMk/>
            <pc:sldMk cId="3763825323" sldId="257"/>
            <ac:graphicFrameMk id="5" creationId="{92544238-81E3-4D55-8F31-FB530D4FABCD}"/>
          </ac:graphicFrameMkLst>
        </pc:graphicFrameChg>
      </pc:sldChg>
      <pc:sldChg chg="addSp modSp add replId">
        <pc:chgData name="anand pardeshi" userId="S::anand.pardeshi@fcrit.ac.in::4de9f4fb-1776-4d2c-ac4d-7159c8faa6e6" providerId="AD" clId="Web-{7374D166-A205-42DA-6A59-6152E6B3CC12}" dt="2020-09-01T14:15:05.262" v="756" actId="1076"/>
        <pc:sldMkLst>
          <pc:docMk/>
          <pc:sldMk cId="1164372072" sldId="258"/>
        </pc:sldMkLst>
        <pc:spChg chg="add mod">
          <ac:chgData name="anand pardeshi" userId="S::anand.pardeshi@fcrit.ac.in::4de9f4fb-1776-4d2c-ac4d-7159c8faa6e6" providerId="AD" clId="Web-{7374D166-A205-42DA-6A59-6152E6B3CC12}" dt="2020-09-01T14:14:11.105" v="747" actId="1076"/>
          <ac:spMkLst>
            <pc:docMk/>
            <pc:sldMk cId="1164372072" sldId="258"/>
            <ac:spMk id="2" creationId="{1E4E8012-3DE5-4EAC-8534-FB84301073FF}"/>
          </ac:spMkLst>
        </pc:spChg>
        <pc:spChg chg="add mod">
          <ac:chgData name="anand pardeshi" userId="S::anand.pardeshi@fcrit.ac.in::4de9f4fb-1776-4d2c-ac4d-7159c8faa6e6" providerId="AD" clId="Web-{7374D166-A205-42DA-6A59-6152E6B3CC12}" dt="2020-09-01T14:15:05.262" v="756" actId="1076"/>
          <ac:spMkLst>
            <pc:docMk/>
            <pc:sldMk cId="1164372072" sldId="258"/>
            <ac:spMk id="3" creationId="{59CF2A24-9743-4839-A403-8DD51FD20F75}"/>
          </ac:spMkLst>
        </pc:spChg>
      </pc:sldChg>
      <pc:sldChg chg="addSp delSp modSp add replId addAnim modAnim">
        <pc:chgData name="anand pardeshi" userId="S::anand.pardeshi@fcrit.ac.in::4de9f4fb-1776-4d2c-ac4d-7159c8faa6e6" providerId="AD" clId="Web-{7374D166-A205-42DA-6A59-6152E6B3CC12}" dt="2020-09-01T14:47:51.873" v="918"/>
        <pc:sldMkLst>
          <pc:docMk/>
          <pc:sldMk cId="3211058424" sldId="259"/>
        </pc:sldMkLst>
        <pc:spChg chg="add mod">
          <ac:chgData name="anand pardeshi" userId="S::anand.pardeshi@fcrit.ac.in::4de9f4fb-1776-4d2c-ac4d-7159c8faa6e6" providerId="AD" clId="Web-{7374D166-A205-42DA-6A59-6152E6B3CC12}" dt="2020-09-01T14:21:19.350" v="870" actId="1076"/>
          <ac:spMkLst>
            <pc:docMk/>
            <pc:sldMk cId="3211058424" sldId="259"/>
            <ac:spMk id="4" creationId="{8A4014A8-7284-443B-91E1-7E551A6BB8A9}"/>
          </ac:spMkLst>
        </pc:spChg>
        <pc:spChg chg="add mod">
          <ac:chgData name="anand pardeshi" userId="S::anand.pardeshi@fcrit.ac.in::4de9f4fb-1776-4d2c-ac4d-7159c8faa6e6" providerId="AD" clId="Web-{7374D166-A205-42DA-6A59-6152E6B3CC12}" dt="2020-09-01T14:37:44.077" v="890" actId="1076"/>
          <ac:spMkLst>
            <pc:docMk/>
            <pc:sldMk cId="3211058424" sldId="259"/>
            <ac:spMk id="6" creationId="{8868808B-6625-472F-AD73-EA68FDA4A20F}"/>
          </ac:spMkLst>
        </pc:spChg>
        <pc:spChg chg="add del">
          <ac:chgData name="anand pardeshi" userId="S::anand.pardeshi@fcrit.ac.in::4de9f4fb-1776-4d2c-ac4d-7159c8faa6e6" providerId="AD" clId="Web-{7374D166-A205-42DA-6A59-6152E6B3CC12}" dt="2020-09-01T14:20:51.333" v="866"/>
          <ac:spMkLst>
            <pc:docMk/>
            <pc:sldMk cId="3211058424" sldId="259"/>
            <ac:spMk id="7" creationId="{F31B931B-1AEB-4F03-A151-F84E9FDBF88B}"/>
          </ac:spMkLst>
        </pc:spChg>
        <pc:graphicFrameChg chg="add mod modGraphic">
          <ac:chgData name="anand pardeshi" userId="S::anand.pardeshi@fcrit.ac.in::4de9f4fb-1776-4d2c-ac4d-7159c8faa6e6" providerId="AD" clId="Web-{7374D166-A205-42DA-6A59-6152E6B3CC12}" dt="2020-09-01T14:21:43.303" v="873" actId="1076"/>
          <ac:graphicFrameMkLst>
            <pc:docMk/>
            <pc:sldMk cId="3211058424" sldId="259"/>
            <ac:graphicFrameMk id="3" creationId="{8E18F54D-2437-46FF-99EC-1EF1DBCEECE8}"/>
          </ac:graphicFrameMkLst>
        </pc:graphicFrameChg>
        <pc:graphicFrameChg chg="add mod modGraphic">
          <ac:chgData name="anand pardeshi" userId="S::anand.pardeshi@fcrit.ac.in::4de9f4fb-1776-4d2c-ac4d-7159c8faa6e6" providerId="AD" clId="Web-{7374D166-A205-42DA-6A59-6152E6B3CC12}" dt="2020-09-01T14:22:18.148" v="887" actId="1076"/>
          <ac:graphicFrameMkLst>
            <pc:docMk/>
            <pc:sldMk cId="3211058424" sldId="259"/>
            <ac:graphicFrameMk id="5" creationId="{B7C23F26-1CE1-4A06-86E0-85BC1B119D02}"/>
          </ac:graphicFrameMkLst>
        </pc:graphicFrameChg>
        <pc:graphicFrameChg chg="add mod modGraphic">
          <ac:chgData name="anand pardeshi" userId="S::anand.pardeshi@fcrit.ac.in::4de9f4fb-1776-4d2c-ac4d-7159c8faa6e6" providerId="AD" clId="Web-{7374D166-A205-42DA-6A59-6152E6B3CC12}" dt="2020-09-01T14:22:28.148" v="888" actId="1076"/>
          <ac:graphicFrameMkLst>
            <pc:docMk/>
            <pc:sldMk cId="3211058424" sldId="259"/>
            <ac:graphicFrameMk id="8" creationId="{E84CBA93-6800-40A4-B027-21DE8A9ECF76}"/>
          </ac:graphicFrameMkLst>
        </pc:graphicFrameChg>
      </pc:sldChg>
      <pc:sldChg chg="add replId">
        <pc:chgData name="anand pardeshi" userId="S::anand.pardeshi@fcrit.ac.in::4de9f4fb-1776-4d2c-ac4d-7159c8faa6e6" providerId="AD" clId="Web-{7374D166-A205-42DA-6A59-6152E6B3CC12}" dt="2020-09-01T13:59:52.927" v="35"/>
        <pc:sldMkLst>
          <pc:docMk/>
          <pc:sldMk cId="96309676" sldId="260"/>
        </pc:sldMkLst>
      </pc:sldChg>
      <pc:sldChg chg="addSp modSp add replId">
        <pc:chgData name="anand pardeshi" userId="S::anand.pardeshi@fcrit.ac.in::4de9f4fb-1776-4d2c-ac4d-7159c8faa6e6" providerId="AD" clId="Web-{7374D166-A205-42DA-6A59-6152E6B3CC12}" dt="2020-09-01T14:47:23.310" v="905" actId="1076"/>
        <pc:sldMkLst>
          <pc:docMk/>
          <pc:sldMk cId="2559746631" sldId="261"/>
        </pc:sldMkLst>
        <pc:spChg chg="add mod">
          <ac:chgData name="anand pardeshi" userId="S::anand.pardeshi@fcrit.ac.in::4de9f4fb-1776-4d2c-ac4d-7159c8faa6e6" providerId="AD" clId="Web-{7374D166-A205-42DA-6A59-6152E6B3CC12}" dt="2020-09-01T14:47:23.310" v="905" actId="1076"/>
          <ac:spMkLst>
            <pc:docMk/>
            <pc:sldMk cId="2559746631" sldId="261"/>
            <ac:spMk id="2" creationId="{60651523-68DB-4DF5-B852-0292B300DC7A}"/>
          </ac:spMkLst>
        </pc:spChg>
      </pc:sldChg>
      <pc:sldChg chg="add replId">
        <pc:chgData name="anand pardeshi" userId="S::anand.pardeshi@fcrit.ac.in::4de9f4fb-1776-4d2c-ac4d-7159c8faa6e6" providerId="AD" clId="Web-{7374D166-A205-42DA-6A59-6152E6B3CC12}" dt="2020-09-01T14:47:26.420" v="906"/>
        <pc:sldMkLst>
          <pc:docMk/>
          <pc:sldMk cId="448762942" sldId="262"/>
        </pc:sldMkLst>
      </pc:sldChg>
      <pc:sldChg chg="add replId">
        <pc:chgData name="anand pardeshi" userId="S::anand.pardeshi@fcrit.ac.in::4de9f4fb-1776-4d2c-ac4d-7159c8faa6e6" providerId="AD" clId="Web-{7374D166-A205-42DA-6A59-6152E6B3CC12}" dt="2020-09-01T14:47:26.826" v="907"/>
        <pc:sldMkLst>
          <pc:docMk/>
          <pc:sldMk cId="1277241851" sldId="263"/>
        </pc:sldMkLst>
      </pc:sldChg>
      <pc:sldChg chg="add replId">
        <pc:chgData name="anand pardeshi" userId="S::anand.pardeshi@fcrit.ac.in::4de9f4fb-1776-4d2c-ac4d-7159c8faa6e6" providerId="AD" clId="Web-{7374D166-A205-42DA-6A59-6152E6B3CC12}" dt="2020-09-01T14:47:27.232" v="908"/>
        <pc:sldMkLst>
          <pc:docMk/>
          <pc:sldMk cId="370936823" sldId="264"/>
        </pc:sldMkLst>
      </pc:sldChg>
      <pc:sldChg chg="add replId">
        <pc:chgData name="anand pardeshi" userId="S::anand.pardeshi@fcrit.ac.in::4de9f4fb-1776-4d2c-ac4d-7159c8faa6e6" providerId="AD" clId="Web-{7374D166-A205-42DA-6A59-6152E6B3CC12}" dt="2020-09-01T14:47:27.248" v="909"/>
        <pc:sldMkLst>
          <pc:docMk/>
          <pc:sldMk cId="503391878" sldId="265"/>
        </pc:sldMkLst>
      </pc:sldChg>
      <pc:sldChg chg="add replId">
        <pc:chgData name="anand pardeshi" userId="S::anand.pardeshi@fcrit.ac.in::4de9f4fb-1776-4d2c-ac4d-7159c8faa6e6" providerId="AD" clId="Web-{7374D166-A205-42DA-6A59-6152E6B3CC12}" dt="2020-09-01T14:47:27.638" v="910"/>
        <pc:sldMkLst>
          <pc:docMk/>
          <pc:sldMk cId="1607000693" sldId="266"/>
        </pc:sldMkLst>
      </pc:sldChg>
    </pc:docChg>
  </pc:docChgLst>
  <pc:docChgLst>
    <pc:chgData name="anand pardeshi" userId="S::anand.pardeshi@fcrit.ac.in::4de9f4fb-1776-4d2c-ac4d-7159c8faa6e6" providerId="AD" clId="Web-{AA61C571-A873-FBAD-2D80-71F085F61E1A}"/>
    <pc:docChg chg="modSld">
      <pc:chgData name="anand pardeshi" userId="S::anand.pardeshi@fcrit.ac.in::4de9f4fb-1776-4d2c-ac4d-7159c8faa6e6" providerId="AD" clId="Web-{AA61C571-A873-FBAD-2D80-71F085F61E1A}" dt="2020-09-08T18:25:59.263" v="1220"/>
      <pc:docMkLst>
        <pc:docMk/>
      </pc:docMkLst>
      <pc:sldChg chg="modSp">
        <pc:chgData name="anand pardeshi" userId="S::anand.pardeshi@fcrit.ac.in::4de9f4fb-1776-4d2c-ac4d-7159c8faa6e6" providerId="AD" clId="Web-{AA61C571-A873-FBAD-2D80-71F085F61E1A}" dt="2020-09-08T17:22:34.129" v="0" actId="1076"/>
        <pc:sldMkLst>
          <pc:docMk/>
          <pc:sldMk cId="3763825323" sldId="257"/>
        </pc:sldMkLst>
        <pc:graphicFrameChg chg="mod">
          <ac:chgData name="anand pardeshi" userId="S::anand.pardeshi@fcrit.ac.in::4de9f4fb-1776-4d2c-ac4d-7159c8faa6e6" providerId="AD" clId="Web-{AA61C571-A873-FBAD-2D80-71F085F61E1A}" dt="2020-09-08T17:22:34.129" v="0" actId="1076"/>
          <ac:graphicFrameMkLst>
            <pc:docMk/>
            <pc:sldMk cId="3763825323" sldId="257"/>
            <ac:graphicFrameMk id="5" creationId="{92544238-81E3-4D55-8F31-FB530D4FABCD}"/>
          </ac:graphicFrameMkLst>
        </pc:graphicFrameChg>
      </pc:sldChg>
      <pc:sldChg chg="addSp delSp modSp">
        <pc:chgData name="anand pardeshi" userId="S::anand.pardeshi@fcrit.ac.in::4de9f4fb-1776-4d2c-ac4d-7159c8faa6e6" providerId="AD" clId="Web-{AA61C571-A873-FBAD-2D80-71F085F61E1A}" dt="2020-09-08T17:48:45.525" v="793" actId="20577"/>
        <pc:sldMkLst>
          <pc:docMk/>
          <pc:sldMk cId="1277241851" sldId="263"/>
        </pc:sldMkLst>
        <pc:spChg chg="mod">
          <ac:chgData name="anand pardeshi" userId="S::anand.pardeshi@fcrit.ac.in::4de9f4fb-1776-4d2c-ac4d-7159c8faa6e6" providerId="AD" clId="Web-{AA61C571-A873-FBAD-2D80-71F085F61E1A}" dt="2020-09-08T17:47:39.820" v="731" actId="1076"/>
          <ac:spMkLst>
            <pc:docMk/>
            <pc:sldMk cId="1277241851" sldId="263"/>
            <ac:spMk id="6" creationId="{662C9318-501D-47D0-A9E3-70732028A970}"/>
          </ac:spMkLst>
        </pc:spChg>
        <pc:spChg chg="mod">
          <ac:chgData name="anand pardeshi" userId="S::anand.pardeshi@fcrit.ac.in::4de9f4fb-1776-4d2c-ac4d-7159c8faa6e6" providerId="AD" clId="Web-{AA61C571-A873-FBAD-2D80-71F085F61E1A}" dt="2020-09-08T17:44:58.394" v="699" actId="1076"/>
          <ac:spMkLst>
            <pc:docMk/>
            <pc:sldMk cId="1277241851" sldId="263"/>
            <ac:spMk id="11" creationId="{79E436B4-744E-485D-87CC-9721D130EE9B}"/>
          </ac:spMkLst>
        </pc:spChg>
        <pc:spChg chg="mod">
          <ac:chgData name="anand pardeshi" userId="S::anand.pardeshi@fcrit.ac.in::4de9f4fb-1776-4d2c-ac4d-7159c8faa6e6" providerId="AD" clId="Web-{AA61C571-A873-FBAD-2D80-71F085F61E1A}" dt="2020-09-08T17:45:44.692" v="709" actId="1076"/>
          <ac:spMkLst>
            <pc:docMk/>
            <pc:sldMk cId="1277241851" sldId="263"/>
            <ac:spMk id="12" creationId="{73E5DDCD-DF14-4FF1-ABCA-35D7AF333E83}"/>
          </ac:spMkLst>
        </pc:spChg>
        <pc:spChg chg="mod">
          <ac:chgData name="anand pardeshi" userId="S::anand.pardeshi@fcrit.ac.in::4de9f4fb-1776-4d2c-ac4d-7159c8faa6e6" providerId="AD" clId="Web-{AA61C571-A873-FBAD-2D80-71F085F61E1A}" dt="2020-09-08T17:48:45.525" v="793" actId="20577"/>
          <ac:spMkLst>
            <pc:docMk/>
            <pc:sldMk cId="1277241851" sldId="263"/>
            <ac:spMk id="25" creationId="{4DCD133C-9544-48C0-83CB-C70238C63C3D}"/>
          </ac:spMkLst>
        </pc:spChg>
        <pc:graphicFrameChg chg="mod">
          <ac:chgData name="anand pardeshi" userId="S::anand.pardeshi@fcrit.ac.in::4de9f4fb-1776-4d2c-ac4d-7159c8faa6e6" providerId="AD" clId="Web-{AA61C571-A873-FBAD-2D80-71F085F61E1A}" dt="2020-09-08T17:44:53.660" v="698" actId="1076"/>
          <ac:graphicFrameMkLst>
            <pc:docMk/>
            <pc:sldMk cId="1277241851" sldId="263"/>
            <ac:graphicFrameMk id="3" creationId="{CC7F2D4B-3CB3-4986-8FFD-92CB7F29373F}"/>
          </ac:graphicFrameMkLst>
        </pc:graphicFrameChg>
        <pc:graphicFrameChg chg="mod">
          <ac:chgData name="anand pardeshi" userId="S::anand.pardeshi@fcrit.ac.in::4de9f4fb-1776-4d2c-ac4d-7159c8faa6e6" providerId="AD" clId="Web-{AA61C571-A873-FBAD-2D80-71F085F61E1A}" dt="2020-09-08T17:45:07.863" v="700" actId="1076"/>
          <ac:graphicFrameMkLst>
            <pc:docMk/>
            <pc:sldMk cId="1277241851" sldId="263"/>
            <ac:graphicFrameMk id="4" creationId="{BA598FB4-F08A-4A89-9521-B6096F3B66C6}"/>
          </ac:graphicFrameMkLst>
        </pc:graphicFrameChg>
        <pc:graphicFrameChg chg="mod">
          <ac:chgData name="anand pardeshi" userId="S::anand.pardeshi@fcrit.ac.in::4de9f4fb-1776-4d2c-ac4d-7159c8faa6e6" providerId="AD" clId="Web-{AA61C571-A873-FBAD-2D80-71F085F61E1A}" dt="2020-09-08T17:45:48.708" v="710" actId="1076"/>
          <ac:graphicFrameMkLst>
            <pc:docMk/>
            <pc:sldMk cId="1277241851" sldId="263"/>
            <ac:graphicFrameMk id="5" creationId="{C2D9FD34-8494-4A8B-9E9E-148D1EF81C19}"/>
          </ac:graphicFrameMkLst>
        </pc:graphicFrameChg>
        <pc:graphicFrameChg chg="mod">
          <ac:chgData name="anand pardeshi" userId="S::anand.pardeshi@fcrit.ac.in::4de9f4fb-1776-4d2c-ac4d-7159c8faa6e6" providerId="AD" clId="Web-{AA61C571-A873-FBAD-2D80-71F085F61E1A}" dt="2020-09-08T17:45:09.785" v="701" actId="1076"/>
          <ac:graphicFrameMkLst>
            <pc:docMk/>
            <pc:sldMk cId="1277241851" sldId="263"/>
            <ac:graphicFrameMk id="7" creationId="{7EE9E856-EF25-47B5-98E8-A047B779EF5A}"/>
          </ac:graphicFrameMkLst>
        </pc:graphicFrameChg>
        <pc:graphicFrameChg chg="mod modGraphic">
          <ac:chgData name="anand pardeshi" userId="S::anand.pardeshi@fcrit.ac.in::4de9f4fb-1776-4d2c-ac4d-7159c8faa6e6" providerId="AD" clId="Web-{AA61C571-A873-FBAD-2D80-71F085F61E1A}" dt="2020-09-08T17:46:15.709" v="715"/>
          <ac:graphicFrameMkLst>
            <pc:docMk/>
            <pc:sldMk cId="1277241851" sldId="263"/>
            <ac:graphicFrameMk id="10" creationId="{38DBAA75-B712-46EB-B08B-45807C4CE9F5}"/>
          </ac:graphicFrameMkLst>
        </pc:graphicFrameChg>
        <pc:inkChg chg="del">
          <ac:chgData name="anand pardeshi" userId="S::anand.pardeshi@fcrit.ac.in::4de9f4fb-1776-4d2c-ac4d-7159c8faa6e6" providerId="AD" clId="Web-{AA61C571-A873-FBAD-2D80-71F085F61E1A}" dt="2020-09-08T17:45:19.364" v="705"/>
          <ac:inkMkLst>
            <pc:docMk/>
            <pc:sldMk cId="1277241851" sldId="263"/>
            <ac:inkMk id="8" creationId="{060BA5DD-2725-423A-BC1B-2AD8EE2ED51C}"/>
          </ac:inkMkLst>
        </pc:inkChg>
        <pc:inkChg chg="del">
          <ac:chgData name="anand pardeshi" userId="S::anand.pardeshi@fcrit.ac.in::4de9f4fb-1776-4d2c-ac4d-7159c8faa6e6" providerId="AD" clId="Web-{AA61C571-A873-FBAD-2D80-71F085F61E1A}" dt="2020-09-08T17:45:19.364" v="704"/>
          <ac:inkMkLst>
            <pc:docMk/>
            <pc:sldMk cId="1277241851" sldId="263"/>
            <ac:inkMk id="9" creationId="{28B70244-2516-4C87-BB7B-37E68F40B8D8}"/>
          </ac:inkMkLst>
        </pc:inkChg>
        <pc:inkChg chg="del">
          <ac:chgData name="anand pardeshi" userId="S::anand.pardeshi@fcrit.ac.in::4de9f4fb-1776-4d2c-ac4d-7159c8faa6e6" providerId="AD" clId="Web-{AA61C571-A873-FBAD-2D80-71F085F61E1A}" dt="2020-09-08T17:45:19.364" v="703"/>
          <ac:inkMkLst>
            <pc:docMk/>
            <pc:sldMk cId="1277241851" sldId="263"/>
            <ac:inkMk id="13" creationId="{BADED07F-3081-49BD-9256-724A9B87FE91}"/>
          </ac:inkMkLst>
        </pc:inkChg>
        <pc:inkChg chg="del">
          <ac:chgData name="anand pardeshi" userId="S::anand.pardeshi@fcrit.ac.in::4de9f4fb-1776-4d2c-ac4d-7159c8faa6e6" providerId="AD" clId="Web-{AA61C571-A873-FBAD-2D80-71F085F61E1A}" dt="2020-09-08T17:45:19.364" v="702"/>
          <ac:inkMkLst>
            <pc:docMk/>
            <pc:sldMk cId="1277241851" sldId="263"/>
            <ac:inkMk id="14" creationId="{5DE347AB-2C80-4729-A700-1B77745116A0}"/>
          </ac:inkMkLst>
        </pc:inkChg>
        <pc:inkChg chg="del">
          <ac:chgData name="anand pardeshi" userId="S::anand.pardeshi@fcrit.ac.in::4de9f4fb-1776-4d2c-ac4d-7159c8faa6e6" providerId="AD" clId="Web-{AA61C571-A873-FBAD-2D80-71F085F61E1A}" dt="2020-09-08T17:45:22.911" v="708"/>
          <ac:inkMkLst>
            <pc:docMk/>
            <pc:sldMk cId="1277241851" sldId="263"/>
            <ac:inkMk id="15" creationId="{32730383-0155-4AF3-9874-A40433C4BFF5}"/>
          </ac:inkMkLst>
        </pc:inkChg>
        <pc:inkChg chg="del">
          <ac:chgData name="anand pardeshi" userId="S::anand.pardeshi@fcrit.ac.in::4de9f4fb-1776-4d2c-ac4d-7159c8faa6e6" providerId="AD" clId="Web-{AA61C571-A873-FBAD-2D80-71F085F61E1A}" dt="2020-09-08T17:45:22.911" v="707"/>
          <ac:inkMkLst>
            <pc:docMk/>
            <pc:sldMk cId="1277241851" sldId="263"/>
            <ac:inkMk id="16" creationId="{D94C5B98-99DB-474B-8C77-7B658AFD4A25}"/>
          </ac:inkMkLst>
        </pc:inkChg>
        <pc:inkChg chg="del">
          <ac:chgData name="anand pardeshi" userId="S::anand.pardeshi@fcrit.ac.in::4de9f4fb-1776-4d2c-ac4d-7159c8faa6e6" providerId="AD" clId="Web-{AA61C571-A873-FBAD-2D80-71F085F61E1A}" dt="2020-09-08T17:45:22.911" v="706"/>
          <ac:inkMkLst>
            <pc:docMk/>
            <pc:sldMk cId="1277241851" sldId="263"/>
            <ac:inkMk id="17" creationId="{C6458E9A-1A27-476C-8D32-E263875108D2}"/>
          </ac:inkMkLst>
        </pc:inkChg>
        <pc:inkChg chg="add">
          <ac:chgData name="anand pardeshi" userId="S::anand.pardeshi@fcrit.ac.in::4de9f4fb-1776-4d2c-ac4d-7159c8faa6e6" providerId="AD" clId="Web-{AA61C571-A873-FBAD-2D80-71F085F61E1A}" dt="2020-09-08T17:46:31.178" v="716"/>
          <ac:inkMkLst>
            <pc:docMk/>
            <pc:sldMk cId="1277241851" sldId="263"/>
            <ac:inkMk id="18" creationId="{A5B0F5F6-FD52-4140-B357-6B65CA057E08}"/>
          </ac:inkMkLst>
        </pc:inkChg>
        <pc:inkChg chg="add">
          <ac:chgData name="anand pardeshi" userId="S::anand.pardeshi@fcrit.ac.in::4de9f4fb-1776-4d2c-ac4d-7159c8faa6e6" providerId="AD" clId="Web-{AA61C571-A873-FBAD-2D80-71F085F61E1A}" dt="2020-09-08T17:46:34.662" v="717"/>
          <ac:inkMkLst>
            <pc:docMk/>
            <pc:sldMk cId="1277241851" sldId="263"/>
            <ac:inkMk id="19" creationId="{D1C0A157-2E2B-46F6-A241-A15B4B7D0C29}"/>
          </ac:inkMkLst>
        </pc:inkChg>
        <pc:inkChg chg="add del">
          <ac:chgData name="anand pardeshi" userId="S::anand.pardeshi@fcrit.ac.in::4de9f4fb-1776-4d2c-ac4d-7159c8faa6e6" providerId="AD" clId="Web-{AA61C571-A873-FBAD-2D80-71F085F61E1A}" dt="2020-09-08T17:46:43.756" v="719"/>
          <ac:inkMkLst>
            <pc:docMk/>
            <pc:sldMk cId="1277241851" sldId="263"/>
            <ac:inkMk id="20" creationId="{D4CC1EAC-F5D2-468D-86E9-4C71E15725CE}"/>
          </ac:inkMkLst>
        </pc:inkChg>
        <pc:inkChg chg="add">
          <ac:chgData name="anand pardeshi" userId="S::anand.pardeshi@fcrit.ac.in::4de9f4fb-1776-4d2c-ac4d-7159c8faa6e6" providerId="AD" clId="Web-{AA61C571-A873-FBAD-2D80-71F085F61E1A}" dt="2020-09-08T17:46:50.319" v="720"/>
          <ac:inkMkLst>
            <pc:docMk/>
            <pc:sldMk cId="1277241851" sldId="263"/>
            <ac:inkMk id="21" creationId="{CBAED155-EF1B-4C45-9277-DA942204430F}"/>
          </ac:inkMkLst>
        </pc:inkChg>
        <pc:inkChg chg="add del">
          <ac:chgData name="anand pardeshi" userId="S::anand.pardeshi@fcrit.ac.in::4de9f4fb-1776-4d2c-ac4d-7159c8faa6e6" providerId="AD" clId="Web-{AA61C571-A873-FBAD-2D80-71F085F61E1A}" dt="2020-09-08T17:47:18.882" v="728"/>
          <ac:inkMkLst>
            <pc:docMk/>
            <pc:sldMk cId="1277241851" sldId="263"/>
            <ac:inkMk id="22" creationId="{C9F22530-6C2B-4633-9580-5FCD4D2FEA3C}"/>
          </ac:inkMkLst>
        </pc:inkChg>
        <pc:inkChg chg="add del">
          <ac:chgData name="anand pardeshi" userId="S::anand.pardeshi@fcrit.ac.in::4de9f4fb-1776-4d2c-ac4d-7159c8faa6e6" providerId="AD" clId="Web-{AA61C571-A873-FBAD-2D80-71F085F61E1A}" dt="2020-09-08T17:47:31.726" v="730"/>
          <ac:inkMkLst>
            <pc:docMk/>
            <pc:sldMk cId="1277241851" sldId="263"/>
            <ac:inkMk id="23" creationId="{C12B2FBE-3EE8-484E-B6AF-45E39C6B9C39}"/>
          </ac:inkMkLst>
        </pc:inkChg>
        <pc:inkChg chg="add del">
          <ac:chgData name="anand pardeshi" userId="S::anand.pardeshi@fcrit.ac.in::4de9f4fb-1776-4d2c-ac4d-7159c8faa6e6" providerId="AD" clId="Web-{AA61C571-A873-FBAD-2D80-71F085F61E1A}" dt="2020-09-08T17:47:31.726" v="729"/>
          <ac:inkMkLst>
            <pc:docMk/>
            <pc:sldMk cId="1277241851" sldId="263"/>
            <ac:inkMk id="24" creationId="{09D7E7BD-C4EB-42AC-A11E-75BEF891B3CF}"/>
          </ac:inkMkLst>
        </pc:inkChg>
        <pc:inkChg chg="add del">
          <ac:chgData name="anand pardeshi" userId="S::anand.pardeshi@fcrit.ac.in::4de9f4fb-1776-4d2c-ac4d-7159c8faa6e6" providerId="AD" clId="Web-{AA61C571-A873-FBAD-2D80-71F085F61E1A}" dt="2020-09-08T17:47:11.741" v="727"/>
          <ac:inkMkLst>
            <pc:docMk/>
            <pc:sldMk cId="1277241851" sldId="263"/>
            <ac:inkMk id="26" creationId="{4AD6C4FB-17A9-467E-BE8F-DBF811E9E971}"/>
          </ac:inkMkLst>
        </pc:inkChg>
        <pc:inkChg chg="add del">
          <ac:chgData name="anand pardeshi" userId="S::anand.pardeshi@fcrit.ac.in::4de9f4fb-1776-4d2c-ac4d-7159c8faa6e6" providerId="AD" clId="Web-{AA61C571-A873-FBAD-2D80-71F085F61E1A}" dt="2020-09-08T17:47:11.741" v="726"/>
          <ac:inkMkLst>
            <pc:docMk/>
            <pc:sldMk cId="1277241851" sldId="263"/>
            <ac:inkMk id="27" creationId="{A2F63B21-8A7E-46AA-AA1E-378E7596BF3B}"/>
          </ac:inkMkLst>
        </pc:inkChg>
      </pc:sldChg>
      <pc:sldChg chg="addSp modSp addAnim modAnim">
        <pc:chgData name="anand pardeshi" userId="S::anand.pardeshi@fcrit.ac.in::4de9f4fb-1776-4d2c-ac4d-7159c8faa6e6" providerId="AD" clId="Web-{AA61C571-A873-FBAD-2D80-71F085F61E1A}" dt="2020-09-08T18:21:50.523" v="1198"/>
        <pc:sldMkLst>
          <pc:docMk/>
          <pc:sldMk cId="370936823" sldId="264"/>
        </pc:sldMkLst>
        <pc:spChg chg="add mod">
          <ac:chgData name="anand pardeshi" userId="S::anand.pardeshi@fcrit.ac.in::4de9f4fb-1776-4d2c-ac4d-7159c8faa6e6" providerId="AD" clId="Web-{AA61C571-A873-FBAD-2D80-71F085F61E1A}" dt="2020-09-08T17:49:09.916" v="795" actId="14100"/>
          <ac:spMkLst>
            <pc:docMk/>
            <pc:sldMk cId="370936823" sldId="264"/>
            <ac:spMk id="2" creationId="{D40A255B-909C-4349-B960-EB00A305DB8F}"/>
          </ac:spMkLst>
        </pc:spChg>
        <pc:spChg chg="add mod">
          <ac:chgData name="anand pardeshi" userId="S::anand.pardeshi@fcrit.ac.in::4de9f4fb-1776-4d2c-ac4d-7159c8faa6e6" providerId="AD" clId="Web-{AA61C571-A873-FBAD-2D80-71F085F61E1A}" dt="2020-09-08T17:37:28.915" v="539" actId="14100"/>
          <ac:spMkLst>
            <pc:docMk/>
            <pc:sldMk cId="370936823" sldId="264"/>
            <ac:spMk id="4" creationId="{889362FB-20CF-4FFB-9316-6D9790A0ED66}"/>
          </ac:spMkLst>
        </pc:spChg>
        <pc:spChg chg="add mod">
          <ac:chgData name="anand pardeshi" userId="S::anand.pardeshi@fcrit.ac.in::4de9f4fb-1776-4d2c-ac4d-7159c8faa6e6" providerId="AD" clId="Web-{AA61C571-A873-FBAD-2D80-71F085F61E1A}" dt="2020-09-08T17:42:29.813" v="632" actId="20577"/>
          <ac:spMkLst>
            <pc:docMk/>
            <pc:sldMk cId="370936823" sldId="264"/>
            <ac:spMk id="6" creationId="{A81FA12E-4528-4EB4-9E08-2741377840AA}"/>
          </ac:spMkLst>
        </pc:spChg>
        <pc:spChg chg="add mod">
          <ac:chgData name="anand pardeshi" userId="S::anand.pardeshi@fcrit.ac.in::4de9f4fb-1776-4d2c-ac4d-7159c8faa6e6" providerId="AD" clId="Web-{AA61C571-A873-FBAD-2D80-71F085F61E1A}" dt="2020-09-08T17:38:10.526" v="560" actId="20577"/>
          <ac:spMkLst>
            <pc:docMk/>
            <pc:sldMk cId="370936823" sldId="264"/>
            <ac:spMk id="8" creationId="{9FD9C8A4-F687-4C0E-B120-343A1EAD29F0}"/>
          </ac:spMkLst>
        </pc:spChg>
        <pc:spChg chg="add mod">
          <ac:chgData name="anand pardeshi" userId="S::anand.pardeshi@fcrit.ac.in::4de9f4fb-1776-4d2c-ac4d-7159c8faa6e6" providerId="AD" clId="Web-{AA61C571-A873-FBAD-2D80-71F085F61E1A}" dt="2020-09-08T17:42:21.188" v="627" actId="20577"/>
          <ac:spMkLst>
            <pc:docMk/>
            <pc:sldMk cId="370936823" sldId="264"/>
            <ac:spMk id="9" creationId="{FAA6EBBA-E8AE-473F-AF76-4C389A83C305}"/>
          </ac:spMkLst>
        </pc:spChg>
        <pc:spChg chg="add mod">
          <ac:chgData name="anand pardeshi" userId="S::anand.pardeshi@fcrit.ac.in::4de9f4fb-1776-4d2c-ac4d-7159c8faa6e6" providerId="AD" clId="Web-{AA61C571-A873-FBAD-2D80-71F085F61E1A}" dt="2020-09-08T17:43:14.689" v="648" actId="20577"/>
          <ac:spMkLst>
            <pc:docMk/>
            <pc:sldMk cId="370936823" sldId="264"/>
            <ac:spMk id="10" creationId="{4A46C11C-3A46-4A3B-82AA-701075916102}"/>
          </ac:spMkLst>
        </pc:spChg>
        <pc:spChg chg="add mod">
          <ac:chgData name="anand pardeshi" userId="S::anand.pardeshi@fcrit.ac.in::4de9f4fb-1776-4d2c-ac4d-7159c8faa6e6" providerId="AD" clId="Web-{AA61C571-A873-FBAD-2D80-71F085F61E1A}" dt="2020-09-08T17:49:38.588" v="808" actId="20577"/>
          <ac:spMkLst>
            <pc:docMk/>
            <pc:sldMk cId="370936823" sldId="264"/>
            <ac:spMk id="11" creationId="{5973432B-D569-4527-BE4D-B728D810B8DD}"/>
          </ac:spMkLst>
        </pc:spChg>
        <pc:graphicFrameChg chg="mod modGraphic">
          <ac:chgData name="anand pardeshi" userId="S::anand.pardeshi@fcrit.ac.in::4de9f4fb-1776-4d2c-ac4d-7159c8faa6e6" providerId="AD" clId="Web-{AA61C571-A873-FBAD-2D80-71F085F61E1A}" dt="2020-09-08T17:34:37.208" v="442"/>
          <ac:graphicFrameMkLst>
            <pc:docMk/>
            <pc:sldMk cId="370936823" sldId="264"/>
            <ac:graphicFrameMk id="3" creationId="{D54361FB-F12C-47E0-A7D6-D93AEEEBDC92}"/>
          </ac:graphicFrameMkLst>
        </pc:graphicFrameChg>
        <pc:graphicFrameChg chg="mod modGraphic">
          <ac:chgData name="anand pardeshi" userId="S::anand.pardeshi@fcrit.ac.in::4de9f4fb-1776-4d2c-ac4d-7159c8faa6e6" providerId="AD" clId="Web-{AA61C571-A873-FBAD-2D80-71F085F61E1A}" dt="2020-09-08T17:39:32.996" v="597"/>
          <ac:graphicFrameMkLst>
            <pc:docMk/>
            <pc:sldMk cId="370936823" sldId="264"/>
            <ac:graphicFrameMk id="5" creationId="{2030E550-6DB0-47B5-92A8-2673298F42D2}"/>
          </ac:graphicFrameMkLst>
        </pc:graphicFrameChg>
        <pc:graphicFrameChg chg="add mod modGraphic">
          <ac:chgData name="anand pardeshi" userId="S::anand.pardeshi@fcrit.ac.in::4de9f4fb-1776-4d2c-ac4d-7159c8faa6e6" providerId="AD" clId="Web-{AA61C571-A873-FBAD-2D80-71F085F61E1A}" dt="2020-09-08T17:56:53.301" v="813"/>
          <ac:graphicFrameMkLst>
            <pc:docMk/>
            <pc:sldMk cId="370936823" sldId="264"/>
            <ac:graphicFrameMk id="7" creationId="{4ADA514F-5BEF-4989-941B-D78FF40FA0D0}"/>
          </ac:graphicFrameMkLst>
        </pc:graphicFrameChg>
      </pc:sldChg>
      <pc:sldChg chg="addSp delSp modSp addAnim delAnim modAnim">
        <pc:chgData name="anand pardeshi" userId="S::anand.pardeshi@fcrit.ac.in::4de9f4fb-1776-4d2c-ac4d-7159c8faa6e6" providerId="AD" clId="Web-{AA61C571-A873-FBAD-2D80-71F085F61E1A}" dt="2020-09-08T18:23:39.338" v="1218"/>
        <pc:sldMkLst>
          <pc:docMk/>
          <pc:sldMk cId="4073974348" sldId="277"/>
        </pc:sldMkLst>
        <pc:spChg chg="add mod">
          <ac:chgData name="anand pardeshi" userId="S::anand.pardeshi@fcrit.ac.in::4de9f4fb-1776-4d2c-ac4d-7159c8faa6e6" providerId="AD" clId="Web-{AA61C571-A873-FBAD-2D80-71F085F61E1A}" dt="2020-09-08T17:58:58.601" v="827" actId="1076"/>
          <ac:spMkLst>
            <pc:docMk/>
            <pc:sldMk cId="4073974348" sldId="277"/>
            <ac:spMk id="23" creationId="{63F115A3-5203-4CC7-8829-CFC26D05BEB0}"/>
          </ac:spMkLst>
        </pc:spChg>
        <pc:spChg chg="add del mod">
          <ac:chgData name="anand pardeshi" userId="S::anand.pardeshi@fcrit.ac.in::4de9f4fb-1776-4d2c-ac4d-7159c8faa6e6" providerId="AD" clId="Web-{AA61C571-A873-FBAD-2D80-71F085F61E1A}" dt="2020-09-08T17:59:40.696" v="834" actId="20577"/>
          <ac:spMkLst>
            <pc:docMk/>
            <pc:sldMk cId="4073974348" sldId="277"/>
            <ac:spMk id="24" creationId="{E13CE36B-62BF-41F2-AED9-CBCD0A5F2AA5}"/>
          </ac:spMkLst>
        </pc:spChg>
        <pc:spChg chg="add mod">
          <ac:chgData name="anand pardeshi" userId="S::anand.pardeshi@fcrit.ac.in::4de9f4fb-1776-4d2c-ac4d-7159c8faa6e6" providerId="AD" clId="Web-{AA61C571-A873-FBAD-2D80-71F085F61E1A}" dt="2020-09-08T18:12:30.776" v="1056" actId="1076"/>
          <ac:spMkLst>
            <pc:docMk/>
            <pc:sldMk cId="4073974348" sldId="277"/>
            <ac:spMk id="25" creationId="{A83EE054-27A1-4EA0-8F9E-16B3DB85B903}"/>
          </ac:spMkLst>
        </pc:spChg>
        <pc:spChg chg="add del mod">
          <ac:chgData name="anand pardeshi" userId="S::anand.pardeshi@fcrit.ac.in::4de9f4fb-1776-4d2c-ac4d-7159c8faa6e6" providerId="AD" clId="Web-{AA61C571-A873-FBAD-2D80-71F085F61E1A}" dt="2020-09-08T18:00:11.837" v="839" actId="20577"/>
          <ac:spMkLst>
            <pc:docMk/>
            <pc:sldMk cId="4073974348" sldId="277"/>
            <ac:spMk id="26" creationId="{D14EAF43-A3C4-4821-A79D-295BD5829C03}"/>
          </ac:spMkLst>
        </pc:spChg>
        <pc:spChg chg="add mod">
          <ac:chgData name="anand pardeshi" userId="S::anand.pardeshi@fcrit.ac.in::4de9f4fb-1776-4d2c-ac4d-7159c8faa6e6" providerId="AD" clId="Web-{AA61C571-A873-FBAD-2D80-71F085F61E1A}" dt="2020-09-08T18:14:38.951" v="1072" actId="1076"/>
          <ac:spMkLst>
            <pc:docMk/>
            <pc:sldMk cId="4073974348" sldId="277"/>
            <ac:spMk id="44" creationId="{11CA46DD-ACF3-48D3-83FB-749011C563E6}"/>
          </ac:spMkLst>
        </pc:spChg>
        <pc:spChg chg="add mod">
          <ac:chgData name="anand pardeshi" userId="S::anand.pardeshi@fcrit.ac.in::4de9f4fb-1776-4d2c-ac4d-7159c8faa6e6" providerId="AD" clId="Web-{AA61C571-A873-FBAD-2D80-71F085F61E1A}" dt="2020-09-08T18:15:00.842" v="1075" actId="1076"/>
          <ac:spMkLst>
            <pc:docMk/>
            <pc:sldMk cId="4073974348" sldId="277"/>
            <ac:spMk id="45" creationId="{5DAC04EA-34D6-4AD3-B528-6922E8A13B8E}"/>
          </ac:spMkLst>
        </pc:spChg>
        <pc:spChg chg="add mod">
          <ac:chgData name="anand pardeshi" userId="S::anand.pardeshi@fcrit.ac.in::4de9f4fb-1776-4d2c-ac4d-7159c8faa6e6" providerId="AD" clId="Web-{AA61C571-A873-FBAD-2D80-71F085F61E1A}" dt="2020-09-08T18:14:47.607" v="1074" actId="1076"/>
          <ac:spMkLst>
            <pc:docMk/>
            <pc:sldMk cId="4073974348" sldId="277"/>
            <ac:spMk id="46" creationId="{8B411C98-F6AD-4207-B7C7-35B10CED0CCA}"/>
          </ac:spMkLst>
        </pc:spChg>
        <pc:spChg chg="add mod">
          <ac:chgData name="anand pardeshi" userId="S::anand.pardeshi@fcrit.ac.in::4de9f4fb-1776-4d2c-ac4d-7159c8faa6e6" providerId="AD" clId="Web-{AA61C571-A873-FBAD-2D80-71F085F61E1A}" dt="2020-09-08T18:15:13.420" v="1077" actId="1076"/>
          <ac:spMkLst>
            <pc:docMk/>
            <pc:sldMk cId="4073974348" sldId="277"/>
            <ac:spMk id="47" creationId="{A609A148-622B-4CAA-9C97-E1A34602CF80}"/>
          </ac:spMkLst>
        </pc:spChg>
        <pc:spChg chg="add mod">
          <ac:chgData name="anand pardeshi" userId="S::anand.pardeshi@fcrit.ac.in::4de9f4fb-1776-4d2c-ac4d-7159c8faa6e6" providerId="AD" clId="Web-{AA61C571-A873-FBAD-2D80-71F085F61E1A}" dt="2020-09-08T18:11:54.181" v="1048" actId="20577"/>
          <ac:spMkLst>
            <pc:docMk/>
            <pc:sldMk cId="4073974348" sldId="277"/>
            <ac:spMk id="48" creationId="{D11536DD-D305-4080-8C03-D01F14B6511E}"/>
          </ac:spMkLst>
        </pc:spChg>
        <pc:spChg chg="add mod">
          <ac:chgData name="anand pardeshi" userId="S::anand.pardeshi@fcrit.ac.in::4de9f4fb-1776-4d2c-ac4d-7159c8faa6e6" providerId="AD" clId="Web-{AA61C571-A873-FBAD-2D80-71F085F61E1A}" dt="2020-09-08T18:12:02.150" v="1050" actId="20577"/>
          <ac:spMkLst>
            <pc:docMk/>
            <pc:sldMk cId="4073974348" sldId="277"/>
            <ac:spMk id="49" creationId="{6F082894-27BE-4637-8781-6AFA2A923068}"/>
          </ac:spMkLst>
        </pc:spChg>
        <pc:spChg chg="add mod">
          <ac:chgData name="anand pardeshi" userId="S::anand.pardeshi@fcrit.ac.in::4de9f4fb-1776-4d2c-ac4d-7159c8faa6e6" providerId="AD" clId="Web-{AA61C571-A873-FBAD-2D80-71F085F61E1A}" dt="2020-09-08T18:18:18.346" v="1158" actId="1076"/>
          <ac:spMkLst>
            <pc:docMk/>
            <pc:sldMk cId="4073974348" sldId="277"/>
            <ac:spMk id="58" creationId="{D2CB5E24-9E2B-40B7-92D0-6B97112DC876}"/>
          </ac:spMkLst>
        </pc:spChg>
        <pc:spChg chg="add mod">
          <ac:chgData name="anand pardeshi" userId="S::anand.pardeshi@fcrit.ac.in::4de9f4fb-1776-4d2c-ac4d-7159c8faa6e6" providerId="AD" clId="Web-{AA61C571-A873-FBAD-2D80-71F085F61E1A}" dt="2020-09-08T18:18:46.925" v="1167" actId="20577"/>
          <ac:spMkLst>
            <pc:docMk/>
            <pc:sldMk cId="4073974348" sldId="277"/>
            <ac:spMk id="59" creationId="{D773F6EC-0757-4122-A0CD-5BF3597CAFF4}"/>
          </ac:spMkLst>
        </pc:spChg>
        <pc:spChg chg="add mod">
          <ac:chgData name="anand pardeshi" userId="S::anand.pardeshi@fcrit.ac.in::4de9f4fb-1776-4d2c-ac4d-7159c8faa6e6" providerId="AD" clId="Web-{AA61C571-A873-FBAD-2D80-71F085F61E1A}" dt="2020-09-08T18:20:00.396" v="1180" actId="14100"/>
          <ac:spMkLst>
            <pc:docMk/>
            <pc:sldMk cId="4073974348" sldId="277"/>
            <ac:spMk id="61" creationId="{7CD916B8-5FAB-4664-A778-62170208C784}"/>
          </ac:spMkLst>
        </pc:spChg>
        <pc:grpChg chg="add">
          <ac:chgData name="anand pardeshi" userId="S::anand.pardeshi@fcrit.ac.in::4de9f4fb-1776-4d2c-ac4d-7159c8faa6e6" providerId="AD" clId="Web-{AA61C571-A873-FBAD-2D80-71F085F61E1A}" dt="2020-09-08T18:20:40.693" v="1182"/>
          <ac:grpSpMkLst>
            <pc:docMk/>
            <pc:sldMk cId="4073974348" sldId="277"/>
            <ac:grpSpMk id="63" creationId="{96DB473A-FDAF-452B-A363-D783BC1EF4AF}"/>
          </ac:grpSpMkLst>
        </pc:grpChg>
        <pc:graphicFrameChg chg="add del mod modGraphic">
          <ac:chgData name="anand pardeshi" userId="S::anand.pardeshi@fcrit.ac.in::4de9f4fb-1776-4d2c-ac4d-7159c8faa6e6" providerId="AD" clId="Web-{AA61C571-A873-FBAD-2D80-71F085F61E1A}" dt="2020-09-08T17:58:20.991" v="817"/>
          <ac:graphicFrameMkLst>
            <pc:docMk/>
            <pc:sldMk cId="4073974348" sldId="277"/>
            <ac:graphicFrameMk id="2" creationId="{5BEB3F46-1AEC-41FA-A994-AAF2E36DCCE9}"/>
          </ac:graphicFrameMkLst>
        </pc:graphicFrameChg>
        <pc:graphicFrameChg chg="mod modGraphic">
          <ac:chgData name="anand pardeshi" userId="S::anand.pardeshi@fcrit.ac.in::4de9f4fb-1776-4d2c-ac4d-7159c8faa6e6" providerId="AD" clId="Web-{AA61C571-A873-FBAD-2D80-71F085F61E1A}" dt="2020-09-08T18:14:44.138" v="1073" actId="1076"/>
          <ac:graphicFrameMkLst>
            <pc:docMk/>
            <pc:sldMk cId="4073974348" sldId="277"/>
            <ac:graphicFrameMk id="3" creationId="{D54361FB-F12C-47E0-A7D6-D93AEEEBDC92}"/>
          </ac:graphicFrameMkLst>
        </pc:graphicFrameChg>
        <pc:graphicFrameChg chg="mod modGraphic">
          <ac:chgData name="anand pardeshi" userId="S::anand.pardeshi@fcrit.ac.in::4de9f4fb-1776-4d2c-ac4d-7159c8faa6e6" providerId="AD" clId="Web-{AA61C571-A873-FBAD-2D80-71F085F61E1A}" dt="2020-09-08T18:15:03.998" v="1076" actId="1076"/>
          <ac:graphicFrameMkLst>
            <pc:docMk/>
            <pc:sldMk cId="4073974348" sldId="277"/>
            <ac:graphicFrameMk id="5" creationId="{2030E550-6DB0-47B5-92A8-2673298F42D2}"/>
          </ac:graphicFrameMkLst>
        </pc:graphicFrameChg>
        <pc:graphicFrameChg chg="add mod modGraphic">
          <ac:chgData name="anand pardeshi" userId="S::anand.pardeshi@fcrit.ac.in::4de9f4fb-1776-4d2c-ac4d-7159c8faa6e6" providerId="AD" clId="Web-{AA61C571-A873-FBAD-2D80-71F085F61E1A}" dt="2020-09-08T18:18:14.784" v="1157" actId="1076"/>
          <ac:graphicFrameMkLst>
            <pc:docMk/>
            <pc:sldMk cId="4073974348" sldId="277"/>
            <ac:graphicFrameMk id="57" creationId="{BECFF9E3-B8AC-44EA-A59D-480779571829}"/>
          </ac:graphicFrameMkLst>
        </pc:graphicFrameChg>
        <pc:picChg chg="add mod">
          <ac:chgData name="anand pardeshi" userId="S::anand.pardeshi@fcrit.ac.in::4de9f4fb-1776-4d2c-ac4d-7159c8faa6e6" providerId="AD" clId="Web-{AA61C571-A873-FBAD-2D80-71F085F61E1A}" dt="2020-09-08T18:19:09.113" v="1170" actId="1076"/>
          <ac:picMkLst>
            <pc:docMk/>
            <pc:sldMk cId="4073974348" sldId="277"/>
            <ac:picMk id="60" creationId="{33F5FAC5-6F37-459D-8C82-BC5D660DAAEC}"/>
          </ac:picMkLst>
        </pc:picChg>
        <pc:inkChg chg="add del">
          <ac:chgData name="anand pardeshi" userId="S::anand.pardeshi@fcrit.ac.in::4de9f4fb-1776-4d2c-ac4d-7159c8faa6e6" providerId="AD" clId="Web-{AA61C571-A873-FBAD-2D80-71F085F61E1A}" dt="2020-09-08T18:03:20.638" v="884"/>
          <ac:inkMkLst>
            <pc:docMk/>
            <pc:sldMk cId="4073974348" sldId="277"/>
            <ac:inkMk id="30" creationId="{A749D07D-67AE-4905-B6A0-4839FE571988}"/>
          </ac:inkMkLst>
        </pc:inkChg>
        <pc:inkChg chg="add del">
          <ac:chgData name="anand pardeshi" userId="S::anand.pardeshi@fcrit.ac.in::4de9f4fb-1776-4d2c-ac4d-7159c8faa6e6" providerId="AD" clId="Web-{AA61C571-A873-FBAD-2D80-71F085F61E1A}" dt="2020-09-08T18:03:20.638" v="883"/>
          <ac:inkMkLst>
            <pc:docMk/>
            <pc:sldMk cId="4073974348" sldId="277"/>
            <ac:inkMk id="31" creationId="{5ABD3F1E-71BF-4E08-A498-B6133AF22555}"/>
          </ac:inkMkLst>
        </pc:inkChg>
        <pc:inkChg chg="add del">
          <ac:chgData name="anand pardeshi" userId="S::anand.pardeshi@fcrit.ac.in::4de9f4fb-1776-4d2c-ac4d-7159c8faa6e6" providerId="AD" clId="Web-{AA61C571-A873-FBAD-2D80-71F085F61E1A}" dt="2020-09-08T18:03:20.638" v="882"/>
          <ac:inkMkLst>
            <pc:docMk/>
            <pc:sldMk cId="4073974348" sldId="277"/>
            <ac:inkMk id="32" creationId="{195B2D82-8FBD-4693-AC77-5A54EDA50BEF}"/>
          </ac:inkMkLst>
        </pc:inkChg>
        <pc:inkChg chg="add del">
          <ac:chgData name="anand pardeshi" userId="S::anand.pardeshi@fcrit.ac.in::4de9f4fb-1776-4d2c-ac4d-7159c8faa6e6" providerId="AD" clId="Web-{AA61C571-A873-FBAD-2D80-71F085F61E1A}" dt="2020-09-08T18:03:20.638" v="881"/>
          <ac:inkMkLst>
            <pc:docMk/>
            <pc:sldMk cId="4073974348" sldId="277"/>
            <ac:inkMk id="33" creationId="{53FD6A30-162A-4D45-9D08-48A91E991226}"/>
          </ac:inkMkLst>
        </pc:inkChg>
        <pc:inkChg chg="add del">
          <ac:chgData name="anand pardeshi" userId="S::anand.pardeshi@fcrit.ac.in::4de9f4fb-1776-4d2c-ac4d-7159c8faa6e6" providerId="AD" clId="Web-{AA61C571-A873-FBAD-2D80-71F085F61E1A}" dt="2020-09-08T18:03:20.638" v="880"/>
          <ac:inkMkLst>
            <pc:docMk/>
            <pc:sldMk cId="4073974348" sldId="277"/>
            <ac:inkMk id="34" creationId="{D26945DB-BD00-498C-9FB1-3D975EB025DE}"/>
          </ac:inkMkLst>
        </pc:inkChg>
        <pc:inkChg chg="add del">
          <ac:chgData name="anand pardeshi" userId="S::anand.pardeshi@fcrit.ac.in::4de9f4fb-1776-4d2c-ac4d-7159c8faa6e6" providerId="AD" clId="Web-{AA61C571-A873-FBAD-2D80-71F085F61E1A}" dt="2020-09-08T18:03:20.638" v="879"/>
          <ac:inkMkLst>
            <pc:docMk/>
            <pc:sldMk cId="4073974348" sldId="277"/>
            <ac:inkMk id="35" creationId="{7E2B374B-C05E-4E37-99A3-7D926DC13D9A}"/>
          </ac:inkMkLst>
        </pc:inkChg>
        <pc:inkChg chg="add del">
          <ac:chgData name="anand pardeshi" userId="S::anand.pardeshi@fcrit.ac.in::4de9f4fb-1776-4d2c-ac4d-7159c8faa6e6" providerId="AD" clId="Web-{AA61C571-A873-FBAD-2D80-71F085F61E1A}" dt="2020-09-08T18:03:20.638" v="878"/>
          <ac:inkMkLst>
            <pc:docMk/>
            <pc:sldMk cId="4073974348" sldId="277"/>
            <ac:inkMk id="36" creationId="{961969B4-5B84-40E5-86F9-BC0966A1F780}"/>
          </ac:inkMkLst>
        </pc:inkChg>
        <pc:inkChg chg="add del">
          <ac:chgData name="anand pardeshi" userId="S::anand.pardeshi@fcrit.ac.in::4de9f4fb-1776-4d2c-ac4d-7159c8faa6e6" providerId="AD" clId="Web-{AA61C571-A873-FBAD-2D80-71F085F61E1A}" dt="2020-09-08T18:03:20.638" v="877"/>
          <ac:inkMkLst>
            <pc:docMk/>
            <pc:sldMk cId="4073974348" sldId="277"/>
            <ac:inkMk id="37" creationId="{97AA9A2B-7B3A-41A2-BE8A-4323E6C4DA78}"/>
          </ac:inkMkLst>
        </pc:inkChg>
        <pc:inkChg chg="add del">
          <ac:chgData name="anand pardeshi" userId="S::anand.pardeshi@fcrit.ac.in::4de9f4fb-1776-4d2c-ac4d-7159c8faa6e6" providerId="AD" clId="Web-{AA61C571-A873-FBAD-2D80-71F085F61E1A}" dt="2020-09-08T18:03:20.638" v="876"/>
          <ac:inkMkLst>
            <pc:docMk/>
            <pc:sldMk cId="4073974348" sldId="277"/>
            <ac:inkMk id="38" creationId="{487958A1-4153-47C8-A844-1C8ECBD6697A}"/>
          </ac:inkMkLst>
        </pc:inkChg>
        <pc:inkChg chg="add del">
          <ac:chgData name="anand pardeshi" userId="S::anand.pardeshi@fcrit.ac.in::4de9f4fb-1776-4d2c-ac4d-7159c8faa6e6" providerId="AD" clId="Web-{AA61C571-A873-FBAD-2D80-71F085F61E1A}" dt="2020-09-08T18:03:20.623" v="875"/>
          <ac:inkMkLst>
            <pc:docMk/>
            <pc:sldMk cId="4073974348" sldId="277"/>
            <ac:inkMk id="39" creationId="{A5FA752A-8B70-44AC-830D-52664880699D}"/>
          </ac:inkMkLst>
        </pc:inkChg>
        <pc:inkChg chg="add del">
          <ac:chgData name="anand pardeshi" userId="S::anand.pardeshi@fcrit.ac.in::4de9f4fb-1776-4d2c-ac4d-7159c8faa6e6" providerId="AD" clId="Web-{AA61C571-A873-FBAD-2D80-71F085F61E1A}" dt="2020-09-08T18:03:20.623" v="874"/>
          <ac:inkMkLst>
            <pc:docMk/>
            <pc:sldMk cId="4073974348" sldId="277"/>
            <ac:inkMk id="40" creationId="{49431981-3CAE-4DC6-A962-64ACC7A647DB}"/>
          </ac:inkMkLst>
        </pc:inkChg>
        <pc:inkChg chg="add del">
          <ac:chgData name="anand pardeshi" userId="S::anand.pardeshi@fcrit.ac.in::4de9f4fb-1776-4d2c-ac4d-7159c8faa6e6" providerId="AD" clId="Web-{AA61C571-A873-FBAD-2D80-71F085F61E1A}" dt="2020-09-08T18:03:20.623" v="873"/>
          <ac:inkMkLst>
            <pc:docMk/>
            <pc:sldMk cId="4073974348" sldId="277"/>
            <ac:inkMk id="41" creationId="{CC9E2B15-1AE3-494F-902A-5B4DD1BD4DB8}"/>
          </ac:inkMkLst>
        </pc:inkChg>
        <pc:inkChg chg="add del">
          <ac:chgData name="anand pardeshi" userId="S::anand.pardeshi@fcrit.ac.in::4de9f4fb-1776-4d2c-ac4d-7159c8faa6e6" providerId="AD" clId="Web-{AA61C571-A873-FBAD-2D80-71F085F61E1A}" dt="2020-09-08T18:03:20.623" v="872"/>
          <ac:inkMkLst>
            <pc:docMk/>
            <pc:sldMk cId="4073974348" sldId="277"/>
            <ac:inkMk id="42" creationId="{854162E0-FE31-4B30-8EBD-3B2F12D3D0F0}"/>
          </ac:inkMkLst>
        </pc:inkChg>
        <pc:inkChg chg="add del">
          <ac:chgData name="anand pardeshi" userId="S::anand.pardeshi@fcrit.ac.in::4de9f4fb-1776-4d2c-ac4d-7159c8faa6e6" providerId="AD" clId="Web-{AA61C571-A873-FBAD-2D80-71F085F61E1A}" dt="2020-09-08T18:03:20.623" v="871"/>
          <ac:inkMkLst>
            <pc:docMk/>
            <pc:sldMk cId="4073974348" sldId="277"/>
            <ac:inkMk id="43" creationId="{3929C73A-71F8-472A-812F-D04FC0746520}"/>
          </ac:inkMkLst>
        </pc:inkChg>
        <pc:inkChg chg="add del">
          <ac:chgData name="anand pardeshi" userId="S::anand.pardeshi@fcrit.ac.in::4de9f4fb-1776-4d2c-ac4d-7159c8faa6e6" providerId="AD" clId="Web-{AA61C571-A873-FBAD-2D80-71F085F61E1A}" dt="2020-09-08T18:14:06.372" v="1071"/>
          <ac:inkMkLst>
            <pc:docMk/>
            <pc:sldMk cId="4073974348" sldId="277"/>
            <ac:inkMk id="52" creationId="{9A3697B7-C558-408C-8137-4EBE40BB93DB}"/>
          </ac:inkMkLst>
        </pc:inkChg>
        <pc:inkChg chg="add del">
          <ac:chgData name="anand pardeshi" userId="S::anand.pardeshi@fcrit.ac.in::4de9f4fb-1776-4d2c-ac4d-7159c8faa6e6" providerId="AD" clId="Web-{AA61C571-A873-FBAD-2D80-71F085F61E1A}" dt="2020-09-08T18:14:06.372" v="1070"/>
          <ac:inkMkLst>
            <pc:docMk/>
            <pc:sldMk cId="4073974348" sldId="277"/>
            <ac:inkMk id="53" creationId="{61E413DE-545C-4D82-A811-972A1552BE0F}"/>
          </ac:inkMkLst>
        </pc:inkChg>
        <pc:inkChg chg="add del">
          <ac:chgData name="anand pardeshi" userId="S::anand.pardeshi@fcrit.ac.in::4de9f4fb-1776-4d2c-ac4d-7159c8faa6e6" providerId="AD" clId="Web-{AA61C571-A873-FBAD-2D80-71F085F61E1A}" dt="2020-09-08T18:14:06.372" v="1069"/>
          <ac:inkMkLst>
            <pc:docMk/>
            <pc:sldMk cId="4073974348" sldId="277"/>
            <ac:inkMk id="54" creationId="{147C048B-0BEE-41F7-B900-C0A7D2FCCEDA}"/>
          </ac:inkMkLst>
        </pc:inkChg>
        <pc:inkChg chg="add del">
          <ac:chgData name="anand pardeshi" userId="S::anand.pardeshi@fcrit.ac.in::4de9f4fb-1776-4d2c-ac4d-7159c8faa6e6" providerId="AD" clId="Web-{AA61C571-A873-FBAD-2D80-71F085F61E1A}" dt="2020-09-08T18:14:06.372" v="1068"/>
          <ac:inkMkLst>
            <pc:docMk/>
            <pc:sldMk cId="4073974348" sldId="277"/>
            <ac:inkMk id="55" creationId="{EC4B04D7-6352-4B71-ADE4-1D30CD223DF9}"/>
          </ac:inkMkLst>
        </pc:inkChg>
        <pc:cxnChg chg="add mod">
          <ac:chgData name="anand pardeshi" userId="S::anand.pardeshi@fcrit.ac.in::4de9f4fb-1776-4d2c-ac4d-7159c8faa6e6" providerId="AD" clId="Web-{AA61C571-A873-FBAD-2D80-71F085F61E1A}" dt="2020-09-08T18:01:11.432" v="845" actId="1076"/>
          <ac:cxnSpMkLst>
            <pc:docMk/>
            <pc:sldMk cId="4073974348" sldId="277"/>
            <ac:cxnSpMk id="27" creationId="{AEDD5AA6-8408-4D59-8CC0-D96512E4C455}"/>
          </ac:cxnSpMkLst>
        </pc:cxnChg>
        <pc:cxnChg chg="add mod">
          <ac:chgData name="anand pardeshi" userId="S::anand.pardeshi@fcrit.ac.in::4de9f4fb-1776-4d2c-ac4d-7159c8faa6e6" providerId="AD" clId="Web-{AA61C571-A873-FBAD-2D80-71F085F61E1A}" dt="2020-09-08T18:01:51.871" v="851" actId="14100"/>
          <ac:cxnSpMkLst>
            <pc:docMk/>
            <pc:sldMk cId="4073974348" sldId="277"/>
            <ac:cxnSpMk id="28" creationId="{975FE4C1-115A-4EBC-AE46-6CDB1B2255EB}"/>
          </ac:cxnSpMkLst>
        </pc:cxnChg>
        <pc:cxnChg chg="add mod">
          <ac:chgData name="anand pardeshi" userId="S::anand.pardeshi@fcrit.ac.in::4de9f4fb-1776-4d2c-ac4d-7159c8faa6e6" providerId="AD" clId="Web-{AA61C571-A873-FBAD-2D80-71F085F61E1A}" dt="2020-09-08T18:02:21.059" v="856" actId="14100"/>
          <ac:cxnSpMkLst>
            <pc:docMk/>
            <pc:sldMk cId="4073974348" sldId="277"/>
            <ac:cxnSpMk id="29" creationId="{CBCE7AA2-BC09-47DD-9CBD-19CFEBD9D841}"/>
          </ac:cxnSpMkLst>
        </pc:cxnChg>
        <pc:cxnChg chg="add mod">
          <ac:chgData name="anand pardeshi" userId="S::anand.pardeshi@fcrit.ac.in::4de9f4fb-1776-4d2c-ac4d-7159c8faa6e6" providerId="AD" clId="Web-{AA61C571-A873-FBAD-2D80-71F085F61E1A}" dt="2020-09-08T18:12:25.151" v="1054"/>
          <ac:cxnSpMkLst>
            <pc:docMk/>
            <pc:sldMk cId="4073974348" sldId="277"/>
            <ac:cxnSpMk id="50" creationId="{D3AB9EAE-1F0F-450F-AD23-5B06C386DAEB}"/>
          </ac:cxnSpMkLst>
        </pc:cxnChg>
        <pc:cxnChg chg="add mod">
          <ac:chgData name="anand pardeshi" userId="S::anand.pardeshi@fcrit.ac.in::4de9f4fb-1776-4d2c-ac4d-7159c8faa6e6" providerId="AD" clId="Web-{AA61C571-A873-FBAD-2D80-71F085F61E1A}" dt="2020-09-08T18:13:10.058" v="1063" actId="1076"/>
          <ac:cxnSpMkLst>
            <pc:docMk/>
            <pc:sldMk cId="4073974348" sldId="277"/>
            <ac:cxnSpMk id="51" creationId="{8461ADEE-F645-4232-8BD3-08C454827759}"/>
          </ac:cxnSpMkLst>
        </pc:cxnChg>
        <pc:cxnChg chg="add mod">
          <ac:chgData name="anand pardeshi" userId="S::anand.pardeshi@fcrit.ac.in::4de9f4fb-1776-4d2c-ac4d-7159c8faa6e6" providerId="AD" clId="Web-{AA61C571-A873-FBAD-2D80-71F085F61E1A}" dt="2020-09-08T18:20:03.802" v="1181" actId="14100"/>
          <ac:cxnSpMkLst>
            <pc:docMk/>
            <pc:sldMk cId="4073974348" sldId="277"/>
            <ac:cxnSpMk id="62" creationId="{9A413308-CA2C-464F-98C4-0FB88EB06F0A}"/>
          </ac:cxnSpMkLst>
        </pc:cxnChg>
      </pc:sldChg>
      <pc:sldChg chg="delSp">
        <pc:chgData name="anand pardeshi" userId="S::anand.pardeshi@fcrit.ac.in::4de9f4fb-1776-4d2c-ac4d-7159c8faa6e6" providerId="AD" clId="Web-{AA61C571-A873-FBAD-2D80-71F085F61E1A}" dt="2020-09-08T18:25:59.263" v="1220"/>
        <pc:sldMkLst>
          <pc:docMk/>
          <pc:sldMk cId="4146412539" sldId="278"/>
        </pc:sldMkLst>
        <pc:graphicFrameChg chg="del">
          <ac:chgData name="anand pardeshi" userId="S::anand.pardeshi@fcrit.ac.in::4de9f4fb-1776-4d2c-ac4d-7159c8faa6e6" providerId="AD" clId="Web-{AA61C571-A873-FBAD-2D80-71F085F61E1A}" dt="2020-09-08T18:25:59.247" v="1219"/>
          <ac:graphicFrameMkLst>
            <pc:docMk/>
            <pc:sldMk cId="4146412539" sldId="278"/>
            <ac:graphicFrameMk id="3" creationId="{D54361FB-F12C-47E0-A7D6-D93AEEEBDC92}"/>
          </ac:graphicFrameMkLst>
        </pc:graphicFrameChg>
        <pc:graphicFrameChg chg="del">
          <ac:chgData name="anand pardeshi" userId="S::anand.pardeshi@fcrit.ac.in::4de9f4fb-1776-4d2c-ac4d-7159c8faa6e6" providerId="AD" clId="Web-{AA61C571-A873-FBAD-2D80-71F085F61E1A}" dt="2020-09-08T18:25:59.263" v="1220"/>
          <ac:graphicFrameMkLst>
            <pc:docMk/>
            <pc:sldMk cId="4146412539" sldId="278"/>
            <ac:graphicFrameMk id="5" creationId="{2030E550-6DB0-47B5-92A8-2673298F42D2}"/>
          </ac:graphicFrameMkLst>
        </pc:graphicFrameChg>
      </pc:sldChg>
    </pc:docChg>
  </pc:docChgLst>
  <pc:docChgLst>
    <pc:chgData name="anand pardeshi" userId="S::anand.pardeshi@fcrit.ac.in::4de9f4fb-1776-4d2c-ac4d-7159c8faa6e6" providerId="AD" clId="Web-{108C0061-A978-A697-F777-18805CBAA4CE}"/>
    <pc:docChg chg="modSld">
      <pc:chgData name="anand pardeshi" userId="S::anand.pardeshi@fcrit.ac.in::4de9f4fb-1776-4d2c-ac4d-7159c8faa6e6" providerId="AD" clId="Web-{108C0061-A978-A697-F777-18805CBAA4CE}" dt="2020-09-01T17:13:33.253" v="380" actId="1076"/>
      <pc:docMkLst>
        <pc:docMk/>
      </pc:docMkLst>
      <pc:sldChg chg="addSp modSp addAnim modAnim">
        <pc:chgData name="anand pardeshi" userId="S::anand.pardeshi@fcrit.ac.in::4de9f4fb-1776-4d2c-ac4d-7159c8faa6e6" providerId="AD" clId="Web-{108C0061-A978-A697-F777-18805CBAA4CE}" dt="2020-09-01T16:30:44.069" v="133" actId="1076"/>
        <pc:sldMkLst>
          <pc:docMk/>
          <pc:sldMk cId="96309676" sldId="260"/>
        </pc:sldMkLst>
        <pc:spChg chg="add mod">
          <ac:chgData name="anand pardeshi" userId="S::anand.pardeshi@fcrit.ac.in::4de9f4fb-1776-4d2c-ac4d-7159c8faa6e6" providerId="AD" clId="Web-{108C0061-A978-A697-F777-18805CBAA4CE}" dt="2020-09-01T15:03:50.725" v="110" actId="20577"/>
          <ac:spMkLst>
            <pc:docMk/>
            <pc:sldMk cId="96309676" sldId="260"/>
            <ac:spMk id="4" creationId="{B76D4312-C7CF-4F63-BA5E-DA7637587399}"/>
          </ac:spMkLst>
        </pc:spChg>
        <pc:spChg chg="add mod">
          <ac:chgData name="anand pardeshi" userId="S::anand.pardeshi@fcrit.ac.in::4de9f4fb-1776-4d2c-ac4d-7159c8faa6e6" providerId="AD" clId="Web-{108C0061-A978-A697-F777-18805CBAA4CE}" dt="2020-09-01T16:30:44.069" v="133" actId="1076"/>
          <ac:spMkLst>
            <pc:docMk/>
            <pc:sldMk cId="96309676" sldId="260"/>
            <ac:spMk id="5" creationId="{18D65976-0888-4089-ADF6-C07C03B92DB7}"/>
          </ac:spMkLst>
        </pc:spChg>
        <pc:graphicFrameChg chg="mod">
          <ac:chgData name="anand pardeshi" userId="S::anand.pardeshi@fcrit.ac.in::4de9f4fb-1776-4d2c-ac4d-7159c8faa6e6" providerId="AD" clId="Web-{108C0061-A978-A697-F777-18805CBAA4CE}" dt="2020-09-01T16:29:55.537" v="130" actId="1076"/>
          <ac:graphicFrameMkLst>
            <pc:docMk/>
            <pc:sldMk cId="96309676" sldId="260"/>
            <ac:graphicFrameMk id="2" creationId="{00196394-185D-4040-A543-AC0747B2655D}"/>
          </ac:graphicFrameMkLst>
        </pc:graphicFrameChg>
        <pc:graphicFrameChg chg="add mod modGraphic">
          <ac:chgData name="anand pardeshi" userId="S::anand.pardeshi@fcrit.ac.in::4de9f4fb-1776-4d2c-ac4d-7159c8faa6e6" providerId="AD" clId="Web-{108C0061-A978-A697-F777-18805CBAA4CE}" dt="2020-09-01T15:02:14.848" v="48"/>
          <ac:graphicFrameMkLst>
            <pc:docMk/>
            <pc:sldMk cId="96309676" sldId="260"/>
            <ac:graphicFrameMk id="3" creationId="{7AA6ED08-343C-49C9-BE3C-D837D1E4993B}"/>
          </ac:graphicFrameMkLst>
        </pc:graphicFrameChg>
      </pc:sldChg>
      <pc:sldChg chg="addSp delSp modSp addAnim delAnim modAnim">
        <pc:chgData name="anand pardeshi" userId="S::anand.pardeshi@fcrit.ac.in::4de9f4fb-1776-4d2c-ac4d-7159c8faa6e6" providerId="AD" clId="Web-{108C0061-A978-A697-F777-18805CBAA4CE}" dt="2020-09-01T16:37:11.251" v="271" actId="14100"/>
        <pc:sldMkLst>
          <pc:docMk/>
          <pc:sldMk cId="448762942" sldId="262"/>
        </pc:sldMkLst>
        <pc:spChg chg="add mod">
          <ac:chgData name="anand pardeshi" userId="S::anand.pardeshi@fcrit.ac.in::4de9f4fb-1776-4d2c-ac4d-7159c8faa6e6" providerId="AD" clId="Web-{108C0061-A978-A697-F777-18805CBAA4CE}" dt="2020-09-01T16:31:07.851" v="136" actId="1076"/>
          <ac:spMkLst>
            <pc:docMk/>
            <pc:sldMk cId="448762942" sldId="262"/>
            <ac:spMk id="2" creationId="{45915B27-6C01-4642-8246-CBC29F3F438E}"/>
          </ac:spMkLst>
        </pc:spChg>
        <pc:spChg chg="add del mod">
          <ac:chgData name="anand pardeshi" userId="S::anand.pardeshi@fcrit.ac.in::4de9f4fb-1776-4d2c-ac4d-7159c8faa6e6" providerId="AD" clId="Web-{108C0061-A978-A697-F777-18805CBAA4CE}" dt="2020-09-01T16:28:44.519" v="127"/>
          <ac:spMkLst>
            <pc:docMk/>
            <pc:sldMk cId="448762942" sldId="262"/>
            <ac:spMk id="3" creationId="{83368EA0-5C7B-474B-B121-D3F1446DF42F}"/>
          </ac:spMkLst>
        </pc:spChg>
        <pc:spChg chg="add mod">
          <ac:chgData name="anand pardeshi" userId="S::anand.pardeshi@fcrit.ac.in::4de9f4fb-1776-4d2c-ac4d-7159c8faa6e6" providerId="AD" clId="Web-{108C0061-A978-A697-F777-18805CBAA4CE}" dt="2020-09-01T16:37:11.251" v="271" actId="14100"/>
          <ac:spMkLst>
            <pc:docMk/>
            <pc:sldMk cId="448762942" sldId="262"/>
            <ac:spMk id="6" creationId="{3EEAF147-1477-4751-9112-EAA602C3C852}"/>
          </ac:spMkLst>
        </pc:spChg>
        <pc:graphicFrameChg chg="add mod">
          <ac:chgData name="anand pardeshi" userId="S::anand.pardeshi@fcrit.ac.in::4de9f4fb-1776-4d2c-ac4d-7159c8faa6e6" providerId="AD" clId="Web-{108C0061-A978-A697-F777-18805CBAA4CE}" dt="2020-09-01T16:31:10.914" v="137" actId="1076"/>
          <ac:graphicFrameMkLst>
            <pc:docMk/>
            <pc:sldMk cId="448762942" sldId="262"/>
            <ac:graphicFrameMk id="5" creationId="{84C94C32-415D-4B30-B3EF-F054C1A46A22}"/>
          </ac:graphicFrameMkLst>
        </pc:graphicFrameChg>
      </pc:sldChg>
      <pc:sldChg chg="addSp modSp">
        <pc:chgData name="anand pardeshi" userId="S::anand.pardeshi@fcrit.ac.in::4de9f4fb-1776-4d2c-ac4d-7159c8faa6e6" providerId="AD" clId="Web-{108C0061-A978-A697-F777-18805CBAA4CE}" dt="2020-09-01T17:13:33.253" v="380" actId="1076"/>
        <pc:sldMkLst>
          <pc:docMk/>
          <pc:sldMk cId="1277241851" sldId="263"/>
        </pc:sldMkLst>
        <pc:spChg chg="add mod">
          <ac:chgData name="anand pardeshi" userId="S::anand.pardeshi@fcrit.ac.in::4de9f4fb-1776-4d2c-ac4d-7159c8faa6e6" providerId="AD" clId="Web-{108C0061-A978-A697-F777-18805CBAA4CE}" dt="2020-09-01T17:11:10.313" v="277" actId="1076"/>
          <ac:spMkLst>
            <pc:docMk/>
            <pc:sldMk cId="1277241851" sldId="263"/>
            <ac:spMk id="2" creationId="{E8D27BEB-ADBE-45CD-88A3-00365B76BAF6}"/>
          </ac:spMkLst>
        </pc:spChg>
        <pc:graphicFrameChg chg="add mod modGraphic">
          <ac:chgData name="anand pardeshi" userId="S::anand.pardeshi@fcrit.ac.in::4de9f4fb-1776-4d2c-ac4d-7159c8faa6e6" providerId="AD" clId="Web-{108C0061-A978-A697-F777-18805CBAA4CE}" dt="2020-09-01T17:13:33.253" v="380" actId="1076"/>
          <ac:graphicFrameMkLst>
            <pc:docMk/>
            <pc:sldMk cId="1277241851" sldId="263"/>
            <ac:graphicFrameMk id="3" creationId="{CC7F2D4B-3CB3-4986-8FFD-92CB7F29373F}"/>
          </ac:graphicFrameMkLst>
        </pc:graphicFrameChg>
      </pc:sldChg>
    </pc:docChg>
  </pc:docChgLst>
  <pc:docChgLst>
    <pc:chgData name="anand pardeshi" userId="S::anand.pardeshi@fcrit.ac.in::4de9f4fb-1776-4d2c-ac4d-7159c8faa6e6" providerId="AD" clId="Web-{C263CBBF-0EA2-EAF5-1B96-38E7CA03B2FD}"/>
    <pc:docChg chg="modSld">
      <pc:chgData name="anand pardeshi" userId="S::anand.pardeshi@fcrit.ac.in::4de9f4fb-1776-4d2c-ac4d-7159c8faa6e6" providerId="AD" clId="Web-{C263CBBF-0EA2-EAF5-1B96-38E7CA03B2FD}" dt="2020-09-04T09:51:41.146" v="2" actId="14100"/>
      <pc:docMkLst>
        <pc:docMk/>
      </pc:docMkLst>
      <pc:sldChg chg="addSp modSp">
        <pc:chgData name="anand pardeshi" userId="S::anand.pardeshi@fcrit.ac.in::4de9f4fb-1776-4d2c-ac4d-7159c8faa6e6" providerId="AD" clId="Web-{C263CBBF-0EA2-EAF5-1B96-38E7CA03B2FD}" dt="2020-09-04T09:51:41.146" v="2" actId="14100"/>
        <pc:sldMkLst>
          <pc:docMk/>
          <pc:sldMk cId="3537033419" sldId="270"/>
        </pc:sldMkLst>
        <pc:picChg chg="add mod">
          <ac:chgData name="anand pardeshi" userId="S::anand.pardeshi@fcrit.ac.in::4de9f4fb-1776-4d2c-ac4d-7159c8faa6e6" providerId="AD" clId="Web-{C263CBBF-0EA2-EAF5-1B96-38E7CA03B2FD}" dt="2020-09-04T09:51:41.146" v="2" actId="14100"/>
          <ac:picMkLst>
            <pc:docMk/>
            <pc:sldMk cId="3537033419" sldId="270"/>
            <ac:picMk id="2" creationId="{5E4B4B78-A91D-4620-A1CC-412032CA39B5}"/>
          </ac:picMkLst>
        </pc:picChg>
      </pc:sldChg>
    </pc:docChg>
  </pc:docChgLst>
  <pc:docChgLst>
    <pc:chgData name="anand pardeshi" userId="S::anand.pardeshi@fcrit.ac.in::4de9f4fb-1776-4d2c-ac4d-7159c8faa6e6" providerId="AD" clId="Web-{B3B3B003-3B2B-6BC2-E79B-C662BA9F969D}"/>
    <pc:docChg chg="modSld">
      <pc:chgData name="anand pardeshi" userId="S::anand.pardeshi@fcrit.ac.in::4de9f4fb-1776-4d2c-ac4d-7159c8faa6e6" providerId="AD" clId="Web-{B3B3B003-3B2B-6BC2-E79B-C662BA9F969D}" dt="2020-09-11T09:17:23.048" v="108"/>
      <pc:docMkLst>
        <pc:docMk/>
      </pc:docMkLst>
      <pc:sldChg chg="addSp delSp">
        <pc:chgData name="anand pardeshi" userId="S::anand.pardeshi@fcrit.ac.in::4de9f4fb-1776-4d2c-ac4d-7159c8faa6e6" providerId="AD" clId="Web-{B3B3B003-3B2B-6BC2-E79B-C662BA9F969D}" dt="2020-09-11T09:17:23.048" v="108"/>
        <pc:sldMkLst>
          <pc:docMk/>
          <pc:sldMk cId="3537033419" sldId="270"/>
        </pc:sldMkLst>
        <pc:inkChg chg="del">
          <ac:chgData name="anand pardeshi" userId="S::anand.pardeshi@fcrit.ac.in::4de9f4fb-1776-4d2c-ac4d-7159c8faa6e6" providerId="AD" clId="Web-{B3B3B003-3B2B-6BC2-E79B-C662BA9F969D}" dt="2020-09-11T09:09:51.490" v="17"/>
          <ac:inkMkLst>
            <pc:docMk/>
            <pc:sldMk cId="3537033419" sldId="270"/>
            <ac:inkMk id="3" creationId="{F3819DA0-5562-47FB-B823-7B7E58B6195C}"/>
          </ac:inkMkLst>
        </pc:inkChg>
        <pc:inkChg chg="del">
          <ac:chgData name="anand pardeshi" userId="S::anand.pardeshi@fcrit.ac.in::4de9f4fb-1776-4d2c-ac4d-7159c8faa6e6" providerId="AD" clId="Web-{B3B3B003-3B2B-6BC2-E79B-C662BA9F969D}" dt="2020-09-11T09:09:51.490" v="16"/>
          <ac:inkMkLst>
            <pc:docMk/>
            <pc:sldMk cId="3537033419" sldId="270"/>
            <ac:inkMk id="4" creationId="{A7D39A6A-84AC-4C4A-815A-CA6942B3CB52}"/>
          </ac:inkMkLst>
        </pc:inkChg>
        <pc:inkChg chg="del">
          <ac:chgData name="anand pardeshi" userId="S::anand.pardeshi@fcrit.ac.in::4de9f4fb-1776-4d2c-ac4d-7159c8faa6e6" providerId="AD" clId="Web-{B3B3B003-3B2B-6BC2-E79B-C662BA9F969D}" dt="2020-09-11T09:09:39.771" v="0"/>
          <ac:inkMkLst>
            <pc:docMk/>
            <pc:sldMk cId="3537033419" sldId="270"/>
            <ac:inkMk id="5" creationId="{935E1B88-3E44-475B-BD22-9C763789823A}"/>
          </ac:inkMkLst>
        </pc:inkChg>
        <pc:inkChg chg="del">
          <ac:chgData name="anand pardeshi" userId="S::anand.pardeshi@fcrit.ac.in::4de9f4fb-1776-4d2c-ac4d-7159c8faa6e6" providerId="AD" clId="Web-{B3B3B003-3B2B-6BC2-E79B-C662BA9F969D}" dt="2020-09-11T09:09:51.490" v="15"/>
          <ac:inkMkLst>
            <pc:docMk/>
            <pc:sldMk cId="3537033419" sldId="270"/>
            <ac:inkMk id="6" creationId="{CAEE525E-D2E6-4297-8558-D82F7A8CC6F2}"/>
          </ac:inkMkLst>
        </pc:inkChg>
        <pc:inkChg chg="del">
          <ac:chgData name="anand pardeshi" userId="S::anand.pardeshi@fcrit.ac.in::4de9f4fb-1776-4d2c-ac4d-7159c8faa6e6" providerId="AD" clId="Web-{B3B3B003-3B2B-6BC2-E79B-C662BA9F969D}" dt="2020-09-11T09:09:51.490" v="14"/>
          <ac:inkMkLst>
            <pc:docMk/>
            <pc:sldMk cId="3537033419" sldId="270"/>
            <ac:inkMk id="7" creationId="{3BE37CA7-4BDF-4A8E-BFC0-0588498E864D}"/>
          </ac:inkMkLst>
        </pc:inkChg>
        <pc:inkChg chg="del">
          <ac:chgData name="anand pardeshi" userId="S::anand.pardeshi@fcrit.ac.in::4de9f4fb-1776-4d2c-ac4d-7159c8faa6e6" providerId="AD" clId="Web-{B3B3B003-3B2B-6BC2-E79B-C662BA9F969D}" dt="2020-09-11T09:09:51.490" v="13"/>
          <ac:inkMkLst>
            <pc:docMk/>
            <pc:sldMk cId="3537033419" sldId="270"/>
            <ac:inkMk id="8" creationId="{8AFF8F9A-3947-4A73-A2EC-FD954780D095}"/>
          </ac:inkMkLst>
        </pc:inkChg>
        <pc:inkChg chg="del">
          <ac:chgData name="anand pardeshi" userId="S::anand.pardeshi@fcrit.ac.in::4de9f4fb-1776-4d2c-ac4d-7159c8faa6e6" providerId="AD" clId="Web-{B3B3B003-3B2B-6BC2-E79B-C662BA9F969D}" dt="2020-09-11T09:09:51.490" v="12"/>
          <ac:inkMkLst>
            <pc:docMk/>
            <pc:sldMk cId="3537033419" sldId="270"/>
            <ac:inkMk id="9" creationId="{44197F0D-8F30-4BB8-A32B-364DCA8E8985}"/>
          </ac:inkMkLst>
        </pc:inkChg>
        <pc:inkChg chg="del">
          <ac:chgData name="anand pardeshi" userId="S::anand.pardeshi@fcrit.ac.in::4de9f4fb-1776-4d2c-ac4d-7159c8faa6e6" providerId="AD" clId="Web-{B3B3B003-3B2B-6BC2-E79B-C662BA9F969D}" dt="2020-09-11T09:09:51.490" v="11"/>
          <ac:inkMkLst>
            <pc:docMk/>
            <pc:sldMk cId="3537033419" sldId="270"/>
            <ac:inkMk id="10" creationId="{E4C8F459-ED39-4E78-AB37-AA2D76D3E56F}"/>
          </ac:inkMkLst>
        </pc:inkChg>
        <pc:inkChg chg="del">
          <ac:chgData name="anand pardeshi" userId="S::anand.pardeshi@fcrit.ac.in::4de9f4fb-1776-4d2c-ac4d-7159c8faa6e6" providerId="AD" clId="Web-{B3B3B003-3B2B-6BC2-E79B-C662BA9F969D}" dt="2020-09-11T09:09:51.490" v="10"/>
          <ac:inkMkLst>
            <pc:docMk/>
            <pc:sldMk cId="3537033419" sldId="270"/>
            <ac:inkMk id="11" creationId="{C9509A54-4CE7-4C96-9028-9ECE7C1FA4AC}"/>
          </ac:inkMkLst>
        </pc:inkChg>
        <pc:inkChg chg="del">
          <ac:chgData name="anand pardeshi" userId="S::anand.pardeshi@fcrit.ac.in::4de9f4fb-1776-4d2c-ac4d-7159c8faa6e6" providerId="AD" clId="Web-{B3B3B003-3B2B-6BC2-E79B-C662BA9F969D}" dt="2020-09-11T09:09:51.490" v="9"/>
          <ac:inkMkLst>
            <pc:docMk/>
            <pc:sldMk cId="3537033419" sldId="270"/>
            <ac:inkMk id="12" creationId="{79E2EE0B-A1C6-4058-97E0-AF37256318F8}"/>
          </ac:inkMkLst>
        </pc:inkChg>
        <pc:inkChg chg="del">
          <ac:chgData name="anand pardeshi" userId="S::anand.pardeshi@fcrit.ac.in::4de9f4fb-1776-4d2c-ac4d-7159c8faa6e6" providerId="AD" clId="Web-{B3B3B003-3B2B-6BC2-E79B-C662BA9F969D}" dt="2020-09-11T09:09:51.475" v="8"/>
          <ac:inkMkLst>
            <pc:docMk/>
            <pc:sldMk cId="3537033419" sldId="270"/>
            <ac:inkMk id="13" creationId="{658A9AEA-965E-41AC-8B39-8F3D57259682}"/>
          </ac:inkMkLst>
        </pc:inkChg>
        <pc:inkChg chg="del">
          <ac:chgData name="anand pardeshi" userId="S::anand.pardeshi@fcrit.ac.in::4de9f4fb-1776-4d2c-ac4d-7159c8faa6e6" providerId="AD" clId="Web-{B3B3B003-3B2B-6BC2-E79B-C662BA9F969D}" dt="2020-09-11T09:09:51.475" v="7"/>
          <ac:inkMkLst>
            <pc:docMk/>
            <pc:sldMk cId="3537033419" sldId="270"/>
            <ac:inkMk id="14" creationId="{122502F0-AF14-4A8F-8DF5-966DC5A5915E}"/>
          </ac:inkMkLst>
        </pc:inkChg>
        <pc:inkChg chg="del">
          <ac:chgData name="anand pardeshi" userId="S::anand.pardeshi@fcrit.ac.in::4de9f4fb-1776-4d2c-ac4d-7159c8faa6e6" providerId="AD" clId="Web-{B3B3B003-3B2B-6BC2-E79B-C662BA9F969D}" dt="2020-09-11T09:09:51.475" v="6"/>
          <ac:inkMkLst>
            <pc:docMk/>
            <pc:sldMk cId="3537033419" sldId="270"/>
            <ac:inkMk id="15" creationId="{42188800-7F7D-4F97-A0DC-06A6DAA74481}"/>
          </ac:inkMkLst>
        </pc:inkChg>
        <pc:inkChg chg="del">
          <ac:chgData name="anand pardeshi" userId="S::anand.pardeshi@fcrit.ac.in::4de9f4fb-1776-4d2c-ac4d-7159c8faa6e6" providerId="AD" clId="Web-{B3B3B003-3B2B-6BC2-E79B-C662BA9F969D}" dt="2020-09-11T09:09:51.475" v="5"/>
          <ac:inkMkLst>
            <pc:docMk/>
            <pc:sldMk cId="3537033419" sldId="270"/>
            <ac:inkMk id="16" creationId="{DAB69115-B3F8-46C3-A12A-AB493A87B990}"/>
          </ac:inkMkLst>
        </pc:inkChg>
        <pc:inkChg chg="del">
          <ac:chgData name="anand pardeshi" userId="S::anand.pardeshi@fcrit.ac.in::4de9f4fb-1776-4d2c-ac4d-7159c8faa6e6" providerId="AD" clId="Web-{B3B3B003-3B2B-6BC2-E79B-C662BA9F969D}" dt="2020-09-11T09:09:51.475" v="4"/>
          <ac:inkMkLst>
            <pc:docMk/>
            <pc:sldMk cId="3537033419" sldId="270"/>
            <ac:inkMk id="17" creationId="{2129DFDB-7EB8-4E3E-8EAC-B06428252F01}"/>
          </ac:inkMkLst>
        </pc:inkChg>
        <pc:inkChg chg="del">
          <ac:chgData name="anand pardeshi" userId="S::anand.pardeshi@fcrit.ac.in::4de9f4fb-1776-4d2c-ac4d-7159c8faa6e6" providerId="AD" clId="Web-{B3B3B003-3B2B-6BC2-E79B-C662BA9F969D}" dt="2020-09-11T09:09:51.475" v="3"/>
          <ac:inkMkLst>
            <pc:docMk/>
            <pc:sldMk cId="3537033419" sldId="270"/>
            <ac:inkMk id="18" creationId="{40338A5A-4D2E-482C-A045-A5E41808C5D4}"/>
          </ac:inkMkLst>
        </pc:inkChg>
        <pc:inkChg chg="del">
          <ac:chgData name="anand pardeshi" userId="S::anand.pardeshi@fcrit.ac.in::4de9f4fb-1776-4d2c-ac4d-7159c8faa6e6" providerId="AD" clId="Web-{B3B3B003-3B2B-6BC2-E79B-C662BA9F969D}" dt="2020-09-11T09:09:51.475" v="2"/>
          <ac:inkMkLst>
            <pc:docMk/>
            <pc:sldMk cId="3537033419" sldId="270"/>
            <ac:inkMk id="19" creationId="{26992FAD-A210-472C-8ABD-B2FAB841C523}"/>
          </ac:inkMkLst>
        </pc:inkChg>
        <pc:inkChg chg="del">
          <ac:chgData name="anand pardeshi" userId="S::anand.pardeshi@fcrit.ac.in::4de9f4fb-1776-4d2c-ac4d-7159c8faa6e6" providerId="AD" clId="Web-{B3B3B003-3B2B-6BC2-E79B-C662BA9F969D}" dt="2020-09-11T09:09:51.475" v="1"/>
          <ac:inkMkLst>
            <pc:docMk/>
            <pc:sldMk cId="3537033419" sldId="270"/>
            <ac:inkMk id="20" creationId="{F193C3B1-55A8-4CCD-9441-4DC97F4FA5EF}"/>
          </ac:inkMkLst>
        </pc:inkChg>
        <pc:inkChg chg="del">
          <ac:chgData name="anand pardeshi" userId="S::anand.pardeshi@fcrit.ac.in::4de9f4fb-1776-4d2c-ac4d-7159c8faa6e6" providerId="AD" clId="Web-{B3B3B003-3B2B-6BC2-E79B-C662BA9F969D}" dt="2020-09-11T09:11:49.556" v="47"/>
          <ac:inkMkLst>
            <pc:docMk/>
            <pc:sldMk cId="3537033419" sldId="270"/>
            <ac:inkMk id="23" creationId="{07E4FBA5-3CF6-499A-8A41-E721074661D2}"/>
          </ac:inkMkLst>
        </pc:inkChg>
        <pc:inkChg chg="add">
          <ac:chgData name="anand pardeshi" userId="S::anand.pardeshi@fcrit.ac.in::4de9f4fb-1776-4d2c-ac4d-7159c8faa6e6" providerId="AD" clId="Web-{B3B3B003-3B2B-6BC2-E79B-C662BA9F969D}" dt="2020-09-11T09:09:54.037" v="18"/>
          <ac:inkMkLst>
            <pc:docMk/>
            <pc:sldMk cId="3537033419" sldId="270"/>
            <ac:inkMk id="36" creationId="{DEEA27BC-79E1-4856-88FA-45A9CDD21227}"/>
          </ac:inkMkLst>
        </pc:inkChg>
        <pc:inkChg chg="add">
          <ac:chgData name="anand pardeshi" userId="S::anand.pardeshi@fcrit.ac.in::4de9f4fb-1776-4d2c-ac4d-7159c8faa6e6" providerId="AD" clId="Web-{B3B3B003-3B2B-6BC2-E79B-C662BA9F969D}" dt="2020-09-11T09:09:57.959" v="19"/>
          <ac:inkMkLst>
            <pc:docMk/>
            <pc:sldMk cId="3537033419" sldId="270"/>
            <ac:inkMk id="37" creationId="{E0887C98-8495-4D75-9854-AFFC4591C6D7}"/>
          </ac:inkMkLst>
        </pc:inkChg>
        <pc:inkChg chg="add del">
          <ac:chgData name="anand pardeshi" userId="S::anand.pardeshi@fcrit.ac.in::4de9f4fb-1776-4d2c-ac4d-7159c8faa6e6" providerId="AD" clId="Web-{B3B3B003-3B2B-6BC2-E79B-C662BA9F969D}" dt="2020-09-11T09:10:30.507" v="33"/>
          <ac:inkMkLst>
            <pc:docMk/>
            <pc:sldMk cId="3537033419" sldId="270"/>
            <ac:inkMk id="38" creationId="{EBC196EF-1FCD-439E-971A-4F7623CC3F46}"/>
          </ac:inkMkLst>
        </pc:inkChg>
        <pc:inkChg chg="add">
          <ac:chgData name="anand pardeshi" userId="S::anand.pardeshi@fcrit.ac.in::4de9f4fb-1776-4d2c-ac4d-7159c8faa6e6" providerId="AD" clId="Web-{B3B3B003-3B2B-6BC2-E79B-C662BA9F969D}" dt="2020-09-11T09:09:58.006" v="21"/>
          <ac:inkMkLst>
            <pc:docMk/>
            <pc:sldMk cId="3537033419" sldId="270"/>
            <ac:inkMk id="39" creationId="{86008688-4E12-426F-85F8-9EEA39785669}"/>
          </ac:inkMkLst>
        </pc:inkChg>
        <pc:inkChg chg="add">
          <ac:chgData name="anand pardeshi" userId="S::anand.pardeshi@fcrit.ac.in::4de9f4fb-1776-4d2c-ac4d-7159c8faa6e6" providerId="AD" clId="Web-{B3B3B003-3B2B-6BC2-E79B-C662BA9F969D}" dt="2020-09-11T09:09:58.600" v="22"/>
          <ac:inkMkLst>
            <pc:docMk/>
            <pc:sldMk cId="3537033419" sldId="270"/>
            <ac:inkMk id="40" creationId="{D31A278E-B703-4A87-90AD-2EE25988B2AB}"/>
          </ac:inkMkLst>
        </pc:inkChg>
        <pc:inkChg chg="add">
          <ac:chgData name="anand pardeshi" userId="S::anand.pardeshi@fcrit.ac.in::4de9f4fb-1776-4d2c-ac4d-7159c8faa6e6" providerId="AD" clId="Web-{B3B3B003-3B2B-6BC2-E79B-C662BA9F969D}" dt="2020-09-11T09:09:58.600" v="23"/>
          <ac:inkMkLst>
            <pc:docMk/>
            <pc:sldMk cId="3537033419" sldId="270"/>
            <ac:inkMk id="41" creationId="{5C07C35D-6B16-4CCC-B8E6-9C4730FB1D51}"/>
          </ac:inkMkLst>
        </pc:inkChg>
        <pc:inkChg chg="add">
          <ac:chgData name="anand pardeshi" userId="S::anand.pardeshi@fcrit.ac.in::4de9f4fb-1776-4d2c-ac4d-7159c8faa6e6" providerId="AD" clId="Web-{B3B3B003-3B2B-6BC2-E79B-C662BA9F969D}" dt="2020-09-11T09:10:01.678" v="24"/>
          <ac:inkMkLst>
            <pc:docMk/>
            <pc:sldMk cId="3537033419" sldId="270"/>
            <ac:inkMk id="42" creationId="{52DBD198-B2D1-43F3-BEBE-7036D11A3A21}"/>
          </ac:inkMkLst>
        </pc:inkChg>
        <pc:inkChg chg="add">
          <ac:chgData name="anand pardeshi" userId="S::anand.pardeshi@fcrit.ac.in::4de9f4fb-1776-4d2c-ac4d-7159c8faa6e6" providerId="AD" clId="Web-{B3B3B003-3B2B-6BC2-E79B-C662BA9F969D}" dt="2020-09-11T09:10:02.303" v="25"/>
          <ac:inkMkLst>
            <pc:docMk/>
            <pc:sldMk cId="3537033419" sldId="270"/>
            <ac:inkMk id="43" creationId="{BB2A941A-C9EE-4922-AB10-C6BB0EBA4C98}"/>
          </ac:inkMkLst>
        </pc:inkChg>
        <pc:inkChg chg="add">
          <ac:chgData name="anand pardeshi" userId="S::anand.pardeshi@fcrit.ac.in::4de9f4fb-1776-4d2c-ac4d-7159c8faa6e6" providerId="AD" clId="Web-{B3B3B003-3B2B-6BC2-E79B-C662BA9F969D}" dt="2020-09-11T09:10:12.210" v="26"/>
          <ac:inkMkLst>
            <pc:docMk/>
            <pc:sldMk cId="3537033419" sldId="270"/>
            <ac:inkMk id="44" creationId="{E0D3ADDB-3D53-4913-B3CA-F8D6ABD699E0}"/>
          </ac:inkMkLst>
        </pc:inkChg>
        <pc:inkChg chg="add">
          <ac:chgData name="anand pardeshi" userId="S::anand.pardeshi@fcrit.ac.in::4de9f4fb-1776-4d2c-ac4d-7159c8faa6e6" providerId="AD" clId="Web-{B3B3B003-3B2B-6BC2-E79B-C662BA9F969D}" dt="2020-09-11T09:10:14.397" v="27"/>
          <ac:inkMkLst>
            <pc:docMk/>
            <pc:sldMk cId="3537033419" sldId="270"/>
            <ac:inkMk id="45" creationId="{1A6F2213-940C-4A66-AEFA-2F2100A0CC28}"/>
          </ac:inkMkLst>
        </pc:inkChg>
        <pc:inkChg chg="add">
          <ac:chgData name="anand pardeshi" userId="S::anand.pardeshi@fcrit.ac.in::4de9f4fb-1776-4d2c-ac4d-7159c8faa6e6" providerId="AD" clId="Web-{B3B3B003-3B2B-6BC2-E79B-C662BA9F969D}" dt="2020-09-11T09:10:14.428" v="28"/>
          <ac:inkMkLst>
            <pc:docMk/>
            <pc:sldMk cId="3537033419" sldId="270"/>
            <ac:inkMk id="46" creationId="{0F949C08-3C7E-434A-9841-17F688EFD2E1}"/>
          </ac:inkMkLst>
        </pc:inkChg>
        <pc:inkChg chg="add">
          <ac:chgData name="anand pardeshi" userId="S::anand.pardeshi@fcrit.ac.in::4de9f4fb-1776-4d2c-ac4d-7159c8faa6e6" providerId="AD" clId="Web-{B3B3B003-3B2B-6BC2-E79B-C662BA9F969D}" dt="2020-09-11T09:10:15.647" v="29"/>
          <ac:inkMkLst>
            <pc:docMk/>
            <pc:sldMk cId="3537033419" sldId="270"/>
            <ac:inkMk id="47" creationId="{34F36746-8390-471C-8788-62BD1B1BFA95}"/>
          </ac:inkMkLst>
        </pc:inkChg>
        <pc:inkChg chg="add">
          <ac:chgData name="anand pardeshi" userId="S::anand.pardeshi@fcrit.ac.in::4de9f4fb-1776-4d2c-ac4d-7159c8faa6e6" providerId="AD" clId="Web-{B3B3B003-3B2B-6BC2-E79B-C662BA9F969D}" dt="2020-09-11T09:10:16.710" v="30"/>
          <ac:inkMkLst>
            <pc:docMk/>
            <pc:sldMk cId="3537033419" sldId="270"/>
            <ac:inkMk id="48" creationId="{62951CF9-8408-44F4-B828-AB2F3F28D651}"/>
          </ac:inkMkLst>
        </pc:inkChg>
        <pc:inkChg chg="add">
          <ac:chgData name="anand pardeshi" userId="S::anand.pardeshi@fcrit.ac.in::4de9f4fb-1776-4d2c-ac4d-7159c8faa6e6" providerId="AD" clId="Web-{B3B3B003-3B2B-6BC2-E79B-C662BA9F969D}" dt="2020-09-11T09:10:24.694" v="31"/>
          <ac:inkMkLst>
            <pc:docMk/>
            <pc:sldMk cId="3537033419" sldId="270"/>
            <ac:inkMk id="49" creationId="{C95E083C-E529-4A6F-A15C-6311A30B7E38}"/>
          </ac:inkMkLst>
        </pc:inkChg>
        <pc:inkChg chg="add">
          <ac:chgData name="anand pardeshi" userId="S::anand.pardeshi@fcrit.ac.in::4de9f4fb-1776-4d2c-ac4d-7159c8faa6e6" providerId="AD" clId="Web-{B3B3B003-3B2B-6BC2-E79B-C662BA9F969D}" dt="2020-09-11T09:10:27.554" v="32"/>
          <ac:inkMkLst>
            <pc:docMk/>
            <pc:sldMk cId="3537033419" sldId="270"/>
            <ac:inkMk id="50" creationId="{EECDE425-5BE7-4576-AA57-1149666CE080}"/>
          </ac:inkMkLst>
        </pc:inkChg>
        <pc:inkChg chg="add">
          <ac:chgData name="anand pardeshi" userId="S::anand.pardeshi@fcrit.ac.in::4de9f4fb-1776-4d2c-ac4d-7159c8faa6e6" providerId="AD" clId="Web-{B3B3B003-3B2B-6BC2-E79B-C662BA9F969D}" dt="2020-09-11T09:10:40.445" v="34"/>
          <ac:inkMkLst>
            <pc:docMk/>
            <pc:sldMk cId="3537033419" sldId="270"/>
            <ac:inkMk id="51" creationId="{5FC0FCE9-CBDF-48FC-AD07-EB6CD2A27E8B}"/>
          </ac:inkMkLst>
        </pc:inkChg>
        <pc:inkChg chg="add">
          <ac:chgData name="anand pardeshi" userId="S::anand.pardeshi@fcrit.ac.in::4de9f4fb-1776-4d2c-ac4d-7159c8faa6e6" providerId="AD" clId="Web-{B3B3B003-3B2B-6BC2-E79B-C662BA9F969D}" dt="2020-09-11T09:10:55.414" v="35"/>
          <ac:inkMkLst>
            <pc:docMk/>
            <pc:sldMk cId="3537033419" sldId="270"/>
            <ac:inkMk id="52" creationId="{185036CC-5E9E-433D-85D9-5B2C4E1B4317}"/>
          </ac:inkMkLst>
        </pc:inkChg>
        <pc:inkChg chg="add">
          <ac:chgData name="anand pardeshi" userId="S::anand.pardeshi@fcrit.ac.in::4de9f4fb-1776-4d2c-ac4d-7159c8faa6e6" providerId="AD" clId="Web-{B3B3B003-3B2B-6BC2-E79B-C662BA9F969D}" dt="2020-09-11T09:10:59.789" v="36"/>
          <ac:inkMkLst>
            <pc:docMk/>
            <pc:sldMk cId="3537033419" sldId="270"/>
            <ac:inkMk id="53" creationId="{1CDEF8D6-5A36-4BCF-8BCC-46EDC1213908}"/>
          </ac:inkMkLst>
        </pc:inkChg>
        <pc:inkChg chg="add">
          <ac:chgData name="anand pardeshi" userId="S::anand.pardeshi@fcrit.ac.in::4de9f4fb-1776-4d2c-ac4d-7159c8faa6e6" providerId="AD" clId="Web-{B3B3B003-3B2B-6BC2-E79B-C662BA9F969D}" dt="2020-09-11T09:11:02.211" v="37"/>
          <ac:inkMkLst>
            <pc:docMk/>
            <pc:sldMk cId="3537033419" sldId="270"/>
            <ac:inkMk id="54" creationId="{D7CB095D-244E-452A-BB9D-F19ED7134CAB}"/>
          </ac:inkMkLst>
        </pc:inkChg>
        <pc:inkChg chg="add">
          <ac:chgData name="anand pardeshi" userId="S::anand.pardeshi@fcrit.ac.in::4de9f4fb-1776-4d2c-ac4d-7159c8faa6e6" providerId="AD" clId="Web-{B3B3B003-3B2B-6BC2-E79B-C662BA9F969D}" dt="2020-09-11T09:11:04.554" v="38"/>
          <ac:inkMkLst>
            <pc:docMk/>
            <pc:sldMk cId="3537033419" sldId="270"/>
            <ac:inkMk id="55" creationId="{F961B38D-5D6A-418B-88C6-722B2A5D5893}"/>
          </ac:inkMkLst>
        </pc:inkChg>
        <pc:inkChg chg="add">
          <ac:chgData name="anand pardeshi" userId="S::anand.pardeshi@fcrit.ac.in::4de9f4fb-1776-4d2c-ac4d-7159c8faa6e6" providerId="AD" clId="Web-{B3B3B003-3B2B-6BC2-E79B-C662BA9F969D}" dt="2020-09-11T09:11:07.601" v="39"/>
          <ac:inkMkLst>
            <pc:docMk/>
            <pc:sldMk cId="3537033419" sldId="270"/>
            <ac:inkMk id="56" creationId="{056C9494-C3E1-4531-854B-671AD0453674}"/>
          </ac:inkMkLst>
        </pc:inkChg>
        <pc:inkChg chg="add">
          <ac:chgData name="anand pardeshi" userId="S::anand.pardeshi@fcrit.ac.in::4de9f4fb-1776-4d2c-ac4d-7159c8faa6e6" providerId="AD" clId="Web-{B3B3B003-3B2B-6BC2-E79B-C662BA9F969D}" dt="2020-09-11T09:11:12.133" v="40"/>
          <ac:inkMkLst>
            <pc:docMk/>
            <pc:sldMk cId="3537033419" sldId="270"/>
            <ac:inkMk id="57" creationId="{F8484932-25B4-4450-BD8C-DE3B8DFFFC3D}"/>
          </ac:inkMkLst>
        </pc:inkChg>
        <pc:inkChg chg="add">
          <ac:chgData name="anand pardeshi" userId="S::anand.pardeshi@fcrit.ac.in::4de9f4fb-1776-4d2c-ac4d-7159c8faa6e6" providerId="AD" clId="Web-{B3B3B003-3B2B-6BC2-E79B-C662BA9F969D}" dt="2020-09-11T09:11:18.508" v="41"/>
          <ac:inkMkLst>
            <pc:docMk/>
            <pc:sldMk cId="3537033419" sldId="270"/>
            <ac:inkMk id="58" creationId="{E4043029-E27D-4E18-B515-00828EE32293}"/>
          </ac:inkMkLst>
        </pc:inkChg>
        <pc:inkChg chg="add">
          <ac:chgData name="anand pardeshi" userId="S::anand.pardeshi@fcrit.ac.in::4de9f4fb-1776-4d2c-ac4d-7159c8faa6e6" providerId="AD" clId="Web-{B3B3B003-3B2B-6BC2-E79B-C662BA9F969D}" dt="2020-09-11T09:11:19.992" v="42"/>
          <ac:inkMkLst>
            <pc:docMk/>
            <pc:sldMk cId="3537033419" sldId="270"/>
            <ac:inkMk id="59" creationId="{300D84EF-33BC-46BA-AB13-E457C7AC857F}"/>
          </ac:inkMkLst>
        </pc:inkChg>
        <pc:inkChg chg="add">
          <ac:chgData name="anand pardeshi" userId="S::anand.pardeshi@fcrit.ac.in::4de9f4fb-1776-4d2c-ac4d-7159c8faa6e6" providerId="AD" clId="Web-{B3B3B003-3B2B-6BC2-E79B-C662BA9F969D}" dt="2020-09-11T09:11:22.242" v="43"/>
          <ac:inkMkLst>
            <pc:docMk/>
            <pc:sldMk cId="3537033419" sldId="270"/>
            <ac:inkMk id="60" creationId="{43CA16E8-ACE0-4635-84A3-AC1DCDEBC66D}"/>
          </ac:inkMkLst>
        </pc:inkChg>
        <pc:inkChg chg="add">
          <ac:chgData name="anand pardeshi" userId="S::anand.pardeshi@fcrit.ac.in::4de9f4fb-1776-4d2c-ac4d-7159c8faa6e6" providerId="AD" clId="Web-{B3B3B003-3B2B-6BC2-E79B-C662BA9F969D}" dt="2020-09-11T09:11:35.415" v="44"/>
          <ac:inkMkLst>
            <pc:docMk/>
            <pc:sldMk cId="3537033419" sldId="270"/>
            <ac:inkMk id="61" creationId="{85F2A949-301D-4999-ABA9-ACC87ED46557}"/>
          </ac:inkMkLst>
        </pc:inkChg>
        <pc:inkChg chg="add">
          <ac:chgData name="anand pardeshi" userId="S::anand.pardeshi@fcrit.ac.in::4de9f4fb-1776-4d2c-ac4d-7159c8faa6e6" providerId="AD" clId="Web-{B3B3B003-3B2B-6BC2-E79B-C662BA9F969D}" dt="2020-09-11T09:11:40.290" v="45"/>
          <ac:inkMkLst>
            <pc:docMk/>
            <pc:sldMk cId="3537033419" sldId="270"/>
            <ac:inkMk id="62" creationId="{BA57DC95-1C8C-456C-8415-42CDD671BF02}"/>
          </ac:inkMkLst>
        </pc:inkChg>
        <pc:inkChg chg="add">
          <ac:chgData name="anand pardeshi" userId="S::anand.pardeshi@fcrit.ac.in::4de9f4fb-1776-4d2c-ac4d-7159c8faa6e6" providerId="AD" clId="Web-{B3B3B003-3B2B-6BC2-E79B-C662BA9F969D}" dt="2020-09-11T09:11:45.212" v="46"/>
          <ac:inkMkLst>
            <pc:docMk/>
            <pc:sldMk cId="3537033419" sldId="270"/>
            <ac:inkMk id="63" creationId="{5E607497-E030-4D01-954A-8B4119621979}"/>
          </ac:inkMkLst>
        </pc:inkChg>
        <pc:inkChg chg="add del">
          <ac:chgData name="anand pardeshi" userId="S::anand.pardeshi@fcrit.ac.in::4de9f4fb-1776-4d2c-ac4d-7159c8faa6e6" providerId="AD" clId="Web-{B3B3B003-3B2B-6BC2-E79B-C662BA9F969D}" dt="2020-09-11T09:12:01.306" v="49"/>
          <ac:inkMkLst>
            <pc:docMk/>
            <pc:sldMk cId="3537033419" sldId="270"/>
            <ac:inkMk id="64" creationId="{454AF03B-B1D9-4766-BBD5-DD8F21CB5370}"/>
          </ac:inkMkLst>
        </pc:inkChg>
        <pc:inkChg chg="add">
          <ac:chgData name="anand pardeshi" userId="S::anand.pardeshi@fcrit.ac.in::4de9f4fb-1776-4d2c-ac4d-7159c8faa6e6" providerId="AD" clId="Web-{B3B3B003-3B2B-6BC2-E79B-C662BA9F969D}" dt="2020-09-11T09:12:04.056" v="50"/>
          <ac:inkMkLst>
            <pc:docMk/>
            <pc:sldMk cId="3537033419" sldId="270"/>
            <ac:inkMk id="65" creationId="{1BCD47E0-6706-4255-9671-6B4545B0B72A}"/>
          </ac:inkMkLst>
        </pc:inkChg>
        <pc:inkChg chg="add">
          <ac:chgData name="anand pardeshi" userId="S::anand.pardeshi@fcrit.ac.in::4de9f4fb-1776-4d2c-ac4d-7159c8faa6e6" providerId="AD" clId="Web-{B3B3B003-3B2B-6BC2-E79B-C662BA9F969D}" dt="2020-09-11T09:12:08.072" v="51"/>
          <ac:inkMkLst>
            <pc:docMk/>
            <pc:sldMk cId="3537033419" sldId="270"/>
            <ac:inkMk id="66" creationId="{94A8EDC8-71EE-4833-993E-8AFAAA986587}"/>
          </ac:inkMkLst>
        </pc:inkChg>
        <pc:inkChg chg="add">
          <ac:chgData name="anand pardeshi" userId="S::anand.pardeshi@fcrit.ac.in::4de9f4fb-1776-4d2c-ac4d-7159c8faa6e6" providerId="AD" clId="Web-{B3B3B003-3B2B-6BC2-E79B-C662BA9F969D}" dt="2020-09-11T09:12:14.697" v="52"/>
          <ac:inkMkLst>
            <pc:docMk/>
            <pc:sldMk cId="3537033419" sldId="270"/>
            <ac:inkMk id="67" creationId="{319EDE21-0104-40F4-A3FC-7086031593FB}"/>
          </ac:inkMkLst>
        </pc:inkChg>
        <pc:inkChg chg="add">
          <ac:chgData name="anand pardeshi" userId="S::anand.pardeshi@fcrit.ac.in::4de9f4fb-1776-4d2c-ac4d-7159c8faa6e6" providerId="AD" clId="Web-{B3B3B003-3B2B-6BC2-E79B-C662BA9F969D}" dt="2020-09-11T09:12:15.884" v="53"/>
          <ac:inkMkLst>
            <pc:docMk/>
            <pc:sldMk cId="3537033419" sldId="270"/>
            <ac:inkMk id="68" creationId="{249B6CE4-484B-4B99-8681-F69E284DA401}"/>
          </ac:inkMkLst>
        </pc:inkChg>
        <pc:inkChg chg="add">
          <ac:chgData name="anand pardeshi" userId="S::anand.pardeshi@fcrit.ac.in::4de9f4fb-1776-4d2c-ac4d-7159c8faa6e6" providerId="AD" clId="Web-{B3B3B003-3B2B-6BC2-E79B-C662BA9F969D}" dt="2020-09-11T09:12:18.712" v="54"/>
          <ac:inkMkLst>
            <pc:docMk/>
            <pc:sldMk cId="3537033419" sldId="270"/>
            <ac:inkMk id="69" creationId="{DBB79F48-B16C-42B2-A249-FAC70F3BE73F}"/>
          </ac:inkMkLst>
        </pc:inkChg>
        <pc:inkChg chg="add">
          <ac:chgData name="anand pardeshi" userId="S::anand.pardeshi@fcrit.ac.in::4de9f4fb-1776-4d2c-ac4d-7159c8faa6e6" providerId="AD" clId="Web-{B3B3B003-3B2B-6BC2-E79B-C662BA9F969D}" dt="2020-09-11T09:12:25.181" v="55"/>
          <ac:inkMkLst>
            <pc:docMk/>
            <pc:sldMk cId="3537033419" sldId="270"/>
            <ac:inkMk id="70" creationId="{32A4D3E2-C856-400E-89C0-CE011207BBF4}"/>
          </ac:inkMkLst>
        </pc:inkChg>
        <pc:inkChg chg="add">
          <ac:chgData name="anand pardeshi" userId="S::anand.pardeshi@fcrit.ac.in::4de9f4fb-1776-4d2c-ac4d-7159c8faa6e6" providerId="AD" clId="Web-{B3B3B003-3B2B-6BC2-E79B-C662BA9F969D}" dt="2020-09-11T09:12:27.744" v="56"/>
          <ac:inkMkLst>
            <pc:docMk/>
            <pc:sldMk cId="3537033419" sldId="270"/>
            <ac:inkMk id="71" creationId="{2BF98C97-E3DD-436C-AA62-BDB2F3DD1AFB}"/>
          </ac:inkMkLst>
        </pc:inkChg>
        <pc:inkChg chg="add">
          <ac:chgData name="anand pardeshi" userId="S::anand.pardeshi@fcrit.ac.in::4de9f4fb-1776-4d2c-ac4d-7159c8faa6e6" providerId="AD" clId="Web-{B3B3B003-3B2B-6BC2-E79B-C662BA9F969D}" dt="2020-09-11T09:12:31.197" v="57"/>
          <ac:inkMkLst>
            <pc:docMk/>
            <pc:sldMk cId="3537033419" sldId="270"/>
            <ac:inkMk id="72" creationId="{FD77D2E4-B4E1-429F-BAF9-9D66A5D678CE}"/>
          </ac:inkMkLst>
        </pc:inkChg>
        <pc:inkChg chg="add">
          <ac:chgData name="anand pardeshi" userId="S::anand.pardeshi@fcrit.ac.in::4de9f4fb-1776-4d2c-ac4d-7159c8faa6e6" providerId="AD" clId="Web-{B3B3B003-3B2B-6BC2-E79B-C662BA9F969D}" dt="2020-09-11T09:12:34.807" v="58"/>
          <ac:inkMkLst>
            <pc:docMk/>
            <pc:sldMk cId="3537033419" sldId="270"/>
            <ac:inkMk id="73" creationId="{A59E942E-7493-4680-9C69-F17BC650F586}"/>
          </ac:inkMkLst>
        </pc:inkChg>
        <pc:inkChg chg="add">
          <ac:chgData name="anand pardeshi" userId="S::anand.pardeshi@fcrit.ac.in::4de9f4fb-1776-4d2c-ac4d-7159c8faa6e6" providerId="AD" clId="Web-{B3B3B003-3B2B-6BC2-E79B-C662BA9F969D}" dt="2020-09-11T09:12:38.260" v="59"/>
          <ac:inkMkLst>
            <pc:docMk/>
            <pc:sldMk cId="3537033419" sldId="270"/>
            <ac:inkMk id="74" creationId="{88B3560F-14F0-4786-BF15-DEBAA459437D}"/>
          </ac:inkMkLst>
        </pc:inkChg>
        <pc:inkChg chg="add">
          <ac:chgData name="anand pardeshi" userId="S::anand.pardeshi@fcrit.ac.in::4de9f4fb-1776-4d2c-ac4d-7159c8faa6e6" providerId="AD" clId="Web-{B3B3B003-3B2B-6BC2-E79B-C662BA9F969D}" dt="2020-09-11T09:12:40.744" v="60"/>
          <ac:inkMkLst>
            <pc:docMk/>
            <pc:sldMk cId="3537033419" sldId="270"/>
            <ac:inkMk id="75" creationId="{FED914D3-2B1F-4757-8F67-31AED9F094A1}"/>
          </ac:inkMkLst>
        </pc:inkChg>
        <pc:inkChg chg="add">
          <ac:chgData name="anand pardeshi" userId="S::anand.pardeshi@fcrit.ac.in::4de9f4fb-1776-4d2c-ac4d-7159c8faa6e6" providerId="AD" clId="Web-{B3B3B003-3B2B-6BC2-E79B-C662BA9F969D}" dt="2020-09-11T09:12:44.666" v="61"/>
          <ac:inkMkLst>
            <pc:docMk/>
            <pc:sldMk cId="3537033419" sldId="270"/>
            <ac:inkMk id="76" creationId="{B5B6DFB8-ECFB-4C67-91F7-4A79E131ACB1}"/>
          </ac:inkMkLst>
        </pc:inkChg>
        <pc:inkChg chg="add">
          <ac:chgData name="anand pardeshi" userId="S::anand.pardeshi@fcrit.ac.in::4de9f4fb-1776-4d2c-ac4d-7159c8faa6e6" providerId="AD" clId="Web-{B3B3B003-3B2B-6BC2-E79B-C662BA9F969D}" dt="2020-09-11T09:13:00.120" v="62"/>
          <ac:inkMkLst>
            <pc:docMk/>
            <pc:sldMk cId="3537033419" sldId="270"/>
            <ac:inkMk id="77" creationId="{32B0E763-B503-45C9-93AB-4AC3C922CD51}"/>
          </ac:inkMkLst>
        </pc:inkChg>
        <pc:inkChg chg="add">
          <ac:chgData name="anand pardeshi" userId="S::anand.pardeshi@fcrit.ac.in::4de9f4fb-1776-4d2c-ac4d-7159c8faa6e6" providerId="AD" clId="Web-{B3B3B003-3B2B-6BC2-E79B-C662BA9F969D}" dt="2020-09-11T09:13:02.588" v="63"/>
          <ac:inkMkLst>
            <pc:docMk/>
            <pc:sldMk cId="3537033419" sldId="270"/>
            <ac:inkMk id="78" creationId="{8E4FE4C7-5B02-4527-8B84-01DB64CAF15E}"/>
          </ac:inkMkLst>
        </pc:inkChg>
        <pc:inkChg chg="add">
          <ac:chgData name="anand pardeshi" userId="S::anand.pardeshi@fcrit.ac.in::4de9f4fb-1776-4d2c-ac4d-7159c8faa6e6" providerId="AD" clId="Web-{B3B3B003-3B2B-6BC2-E79B-C662BA9F969D}" dt="2020-09-11T09:13:03.979" v="64"/>
          <ac:inkMkLst>
            <pc:docMk/>
            <pc:sldMk cId="3537033419" sldId="270"/>
            <ac:inkMk id="79" creationId="{7CD0F412-CECF-4B70-A0AF-FF803A1509F9}"/>
          </ac:inkMkLst>
        </pc:inkChg>
        <pc:inkChg chg="add">
          <ac:chgData name="anand pardeshi" userId="S::anand.pardeshi@fcrit.ac.in::4de9f4fb-1776-4d2c-ac4d-7159c8faa6e6" providerId="AD" clId="Web-{B3B3B003-3B2B-6BC2-E79B-C662BA9F969D}" dt="2020-09-11T09:13:03.979" v="65"/>
          <ac:inkMkLst>
            <pc:docMk/>
            <pc:sldMk cId="3537033419" sldId="270"/>
            <ac:inkMk id="80" creationId="{241CE97E-7FFE-40C3-8E0D-A7BF2DE63FCC}"/>
          </ac:inkMkLst>
        </pc:inkChg>
        <pc:inkChg chg="add">
          <ac:chgData name="anand pardeshi" userId="S::anand.pardeshi@fcrit.ac.in::4de9f4fb-1776-4d2c-ac4d-7159c8faa6e6" providerId="AD" clId="Web-{B3B3B003-3B2B-6BC2-E79B-C662BA9F969D}" dt="2020-09-11T09:13:09.589" v="66"/>
          <ac:inkMkLst>
            <pc:docMk/>
            <pc:sldMk cId="3537033419" sldId="270"/>
            <ac:inkMk id="81" creationId="{8D1B9FA8-8791-42D7-ADA4-B76520DEF7FF}"/>
          </ac:inkMkLst>
        </pc:inkChg>
        <pc:inkChg chg="add">
          <ac:chgData name="anand pardeshi" userId="S::anand.pardeshi@fcrit.ac.in::4de9f4fb-1776-4d2c-ac4d-7159c8faa6e6" providerId="AD" clId="Web-{B3B3B003-3B2B-6BC2-E79B-C662BA9F969D}" dt="2020-09-11T09:13:12.042" v="67"/>
          <ac:inkMkLst>
            <pc:docMk/>
            <pc:sldMk cId="3537033419" sldId="270"/>
            <ac:inkMk id="82" creationId="{35A7B1EB-5800-4D8A-8D75-0AB26AEFE240}"/>
          </ac:inkMkLst>
        </pc:inkChg>
        <pc:inkChg chg="add">
          <ac:chgData name="anand pardeshi" userId="S::anand.pardeshi@fcrit.ac.in::4de9f4fb-1776-4d2c-ac4d-7159c8faa6e6" providerId="AD" clId="Web-{B3B3B003-3B2B-6BC2-E79B-C662BA9F969D}" dt="2020-09-11T09:13:13.636" v="68"/>
          <ac:inkMkLst>
            <pc:docMk/>
            <pc:sldMk cId="3537033419" sldId="270"/>
            <ac:inkMk id="83" creationId="{BCC22860-AD28-4FF2-9EE9-8002B78BBA89}"/>
          </ac:inkMkLst>
        </pc:inkChg>
        <pc:inkChg chg="add">
          <ac:chgData name="anand pardeshi" userId="S::anand.pardeshi@fcrit.ac.in::4de9f4fb-1776-4d2c-ac4d-7159c8faa6e6" providerId="AD" clId="Web-{B3B3B003-3B2B-6BC2-E79B-C662BA9F969D}" dt="2020-09-11T09:13:14.854" v="69"/>
          <ac:inkMkLst>
            <pc:docMk/>
            <pc:sldMk cId="3537033419" sldId="270"/>
            <ac:inkMk id="84" creationId="{F61737F8-71DF-47A1-9490-F329435EFFB9}"/>
          </ac:inkMkLst>
        </pc:inkChg>
        <pc:inkChg chg="add del">
          <ac:chgData name="anand pardeshi" userId="S::anand.pardeshi@fcrit.ac.in::4de9f4fb-1776-4d2c-ac4d-7159c8faa6e6" providerId="AD" clId="Web-{B3B3B003-3B2B-6BC2-E79B-C662BA9F969D}" dt="2020-09-11T09:17:02.156" v="107"/>
          <ac:inkMkLst>
            <pc:docMk/>
            <pc:sldMk cId="3537033419" sldId="270"/>
            <ac:inkMk id="85" creationId="{7440CB03-B9BA-4FBA-BF74-3907E0DFC9A5}"/>
          </ac:inkMkLst>
        </pc:inkChg>
        <pc:inkChg chg="add del">
          <ac:chgData name="anand pardeshi" userId="S::anand.pardeshi@fcrit.ac.in::4de9f4fb-1776-4d2c-ac4d-7159c8faa6e6" providerId="AD" clId="Web-{B3B3B003-3B2B-6BC2-E79B-C662BA9F969D}" dt="2020-09-11T09:17:02.141" v="106"/>
          <ac:inkMkLst>
            <pc:docMk/>
            <pc:sldMk cId="3537033419" sldId="270"/>
            <ac:inkMk id="86" creationId="{A810CEDE-884C-4D52-BBE0-452541F3C8AB}"/>
          </ac:inkMkLst>
        </pc:inkChg>
        <pc:inkChg chg="add">
          <ac:chgData name="anand pardeshi" userId="S::anand.pardeshi@fcrit.ac.in::4de9f4fb-1776-4d2c-ac4d-7159c8faa6e6" providerId="AD" clId="Web-{B3B3B003-3B2B-6BC2-E79B-C662BA9F969D}" dt="2020-09-11T09:16:45.625" v="105"/>
          <ac:inkMkLst>
            <pc:docMk/>
            <pc:sldMk cId="3537033419" sldId="270"/>
            <ac:inkMk id="87" creationId="{00E677AB-CF38-4A59-A8EC-4854739D9557}"/>
          </ac:inkMkLst>
        </pc:inkChg>
        <pc:inkChg chg="add">
          <ac:chgData name="anand pardeshi" userId="S::anand.pardeshi@fcrit.ac.in::4de9f4fb-1776-4d2c-ac4d-7159c8faa6e6" providerId="AD" clId="Web-{B3B3B003-3B2B-6BC2-E79B-C662BA9F969D}" dt="2020-09-11T09:17:23.048" v="108"/>
          <ac:inkMkLst>
            <pc:docMk/>
            <pc:sldMk cId="3537033419" sldId="270"/>
            <ac:inkMk id="88" creationId="{F59FD0FF-A585-4A44-980B-7CA44C2A32AA}"/>
          </ac:inkMkLst>
        </pc:inkChg>
      </pc:sldChg>
      <pc:sldChg chg="addSp delSp">
        <pc:chgData name="anand pardeshi" userId="S::anand.pardeshi@fcrit.ac.in::4de9f4fb-1776-4d2c-ac4d-7159c8faa6e6" providerId="AD" clId="Web-{B3B3B003-3B2B-6BC2-E79B-C662BA9F969D}" dt="2020-09-11T09:15:04.263" v="86"/>
        <pc:sldMkLst>
          <pc:docMk/>
          <pc:sldMk cId="2124857735" sldId="273"/>
        </pc:sldMkLst>
        <pc:inkChg chg="add">
          <ac:chgData name="anand pardeshi" userId="S::anand.pardeshi@fcrit.ac.in::4de9f4fb-1776-4d2c-ac4d-7159c8faa6e6" providerId="AD" clId="Web-{B3B3B003-3B2B-6BC2-E79B-C662BA9F969D}" dt="2020-09-11T09:13:53.590" v="71"/>
          <ac:inkMkLst>
            <pc:docMk/>
            <pc:sldMk cId="2124857735" sldId="273"/>
            <ac:inkMk id="2" creationId="{5CA8094B-F02E-4D3C-8376-5F3F2443ECDC}"/>
          </ac:inkMkLst>
        </pc:inkChg>
        <pc:inkChg chg="del">
          <ac:chgData name="anand pardeshi" userId="S::anand.pardeshi@fcrit.ac.in::4de9f4fb-1776-4d2c-ac4d-7159c8faa6e6" providerId="AD" clId="Web-{B3B3B003-3B2B-6BC2-E79B-C662BA9F969D}" dt="2020-09-11T09:13:41.199" v="70"/>
          <ac:inkMkLst>
            <pc:docMk/>
            <pc:sldMk cId="2124857735" sldId="273"/>
            <ac:inkMk id="8" creationId="{F5F406F6-1907-4FC6-9912-0F313D8177A7}"/>
          </ac:inkMkLst>
        </pc:inkChg>
        <pc:inkChg chg="del">
          <ac:chgData name="anand pardeshi" userId="S::anand.pardeshi@fcrit.ac.in::4de9f4fb-1776-4d2c-ac4d-7159c8faa6e6" providerId="AD" clId="Web-{B3B3B003-3B2B-6BC2-E79B-C662BA9F969D}" dt="2020-09-11T09:14:00.668" v="72"/>
          <ac:inkMkLst>
            <pc:docMk/>
            <pc:sldMk cId="2124857735" sldId="273"/>
            <ac:inkMk id="23" creationId="{045F6FC1-99F7-4D2C-AEF2-F4BEE7548074}"/>
          </ac:inkMkLst>
        </pc:inkChg>
        <pc:inkChg chg="add">
          <ac:chgData name="anand pardeshi" userId="S::anand.pardeshi@fcrit.ac.in::4de9f4fb-1776-4d2c-ac4d-7159c8faa6e6" providerId="AD" clId="Web-{B3B3B003-3B2B-6BC2-E79B-C662BA9F969D}" dt="2020-09-11T09:14:10.371" v="73"/>
          <ac:inkMkLst>
            <pc:docMk/>
            <pc:sldMk cId="2124857735" sldId="273"/>
            <ac:inkMk id="35" creationId="{B07F27A6-7306-48C5-B807-DB906E8655B5}"/>
          </ac:inkMkLst>
        </pc:inkChg>
        <pc:inkChg chg="add">
          <ac:chgData name="anand pardeshi" userId="S::anand.pardeshi@fcrit.ac.in::4de9f4fb-1776-4d2c-ac4d-7159c8faa6e6" providerId="AD" clId="Web-{B3B3B003-3B2B-6BC2-E79B-C662BA9F969D}" dt="2020-09-11T09:14:18.356" v="74"/>
          <ac:inkMkLst>
            <pc:docMk/>
            <pc:sldMk cId="2124857735" sldId="273"/>
            <ac:inkMk id="36" creationId="{E2A8F66B-35E9-4187-9023-5DAAE88A7D62}"/>
          </ac:inkMkLst>
        </pc:inkChg>
        <pc:inkChg chg="add">
          <ac:chgData name="anand pardeshi" userId="S::anand.pardeshi@fcrit.ac.in::4de9f4fb-1776-4d2c-ac4d-7159c8faa6e6" providerId="AD" clId="Web-{B3B3B003-3B2B-6BC2-E79B-C662BA9F969D}" dt="2020-09-11T09:14:21.450" v="75"/>
          <ac:inkMkLst>
            <pc:docMk/>
            <pc:sldMk cId="2124857735" sldId="273"/>
            <ac:inkMk id="37" creationId="{F5301A22-7D2C-45A1-BB7A-48B6BEB30755}"/>
          </ac:inkMkLst>
        </pc:inkChg>
        <pc:inkChg chg="add">
          <ac:chgData name="anand pardeshi" userId="S::anand.pardeshi@fcrit.ac.in::4de9f4fb-1776-4d2c-ac4d-7159c8faa6e6" providerId="AD" clId="Web-{B3B3B003-3B2B-6BC2-E79B-C662BA9F969D}" dt="2020-09-11T09:14:23.950" v="76"/>
          <ac:inkMkLst>
            <pc:docMk/>
            <pc:sldMk cId="2124857735" sldId="273"/>
            <ac:inkMk id="38" creationId="{1C2FAB82-33D1-4DBB-8D0A-78BE1396E3FB}"/>
          </ac:inkMkLst>
        </pc:inkChg>
        <pc:inkChg chg="add">
          <ac:chgData name="anand pardeshi" userId="S::anand.pardeshi@fcrit.ac.in::4de9f4fb-1776-4d2c-ac4d-7159c8faa6e6" providerId="AD" clId="Web-{B3B3B003-3B2B-6BC2-E79B-C662BA9F969D}" dt="2020-09-11T09:14:24.934" v="77"/>
          <ac:inkMkLst>
            <pc:docMk/>
            <pc:sldMk cId="2124857735" sldId="273"/>
            <ac:inkMk id="39" creationId="{1F246461-6C3C-4A66-87FC-22A52B16F574}"/>
          </ac:inkMkLst>
        </pc:inkChg>
        <pc:inkChg chg="add">
          <ac:chgData name="anand pardeshi" userId="S::anand.pardeshi@fcrit.ac.in::4de9f4fb-1776-4d2c-ac4d-7159c8faa6e6" providerId="AD" clId="Web-{B3B3B003-3B2B-6BC2-E79B-C662BA9F969D}" dt="2020-09-11T09:14:27.856" v="78"/>
          <ac:inkMkLst>
            <pc:docMk/>
            <pc:sldMk cId="2124857735" sldId="273"/>
            <ac:inkMk id="40" creationId="{766B0803-96BB-4058-BF4A-55155006C494}"/>
          </ac:inkMkLst>
        </pc:inkChg>
        <pc:inkChg chg="add">
          <ac:chgData name="anand pardeshi" userId="S::anand.pardeshi@fcrit.ac.in::4de9f4fb-1776-4d2c-ac4d-7159c8faa6e6" providerId="AD" clId="Web-{B3B3B003-3B2B-6BC2-E79B-C662BA9F969D}" dt="2020-09-11T09:14:30.575" v="79"/>
          <ac:inkMkLst>
            <pc:docMk/>
            <pc:sldMk cId="2124857735" sldId="273"/>
            <ac:inkMk id="41" creationId="{5B1F4478-A8DC-49CE-A698-547B254EEAB3}"/>
          </ac:inkMkLst>
        </pc:inkChg>
        <pc:inkChg chg="add">
          <ac:chgData name="anand pardeshi" userId="S::anand.pardeshi@fcrit.ac.in::4de9f4fb-1776-4d2c-ac4d-7159c8faa6e6" providerId="AD" clId="Web-{B3B3B003-3B2B-6BC2-E79B-C662BA9F969D}" dt="2020-09-11T09:14:32.887" v="80"/>
          <ac:inkMkLst>
            <pc:docMk/>
            <pc:sldMk cId="2124857735" sldId="273"/>
            <ac:inkMk id="42" creationId="{962D4B0A-6C96-4151-BF21-AC1207CBAB29}"/>
          </ac:inkMkLst>
        </pc:inkChg>
        <pc:inkChg chg="add">
          <ac:chgData name="anand pardeshi" userId="S::anand.pardeshi@fcrit.ac.in::4de9f4fb-1776-4d2c-ac4d-7159c8faa6e6" providerId="AD" clId="Web-{B3B3B003-3B2B-6BC2-E79B-C662BA9F969D}" dt="2020-09-11T09:14:36.544" v="81"/>
          <ac:inkMkLst>
            <pc:docMk/>
            <pc:sldMk cId="2124857735" sldId="273"/>
            <ac:inkMk id="43" creationId="{D9BE361B-9D99-4AE6-AD9B-EA8A175FCACE}"/>
          </ac:inkMkLst>
        </pc:inkChg>
        <pc:inkChg chg="add">
          <ac:chgData name="anand pardeshi" userId="S::anand.pardeshi@fcrit.ac.in::4de9f4fb-1776-4d2c-ac4d-7159c8faa6e6" providerId="AD" clId="Web-{B3B3B003-3B2B-6BC2-E79B-C662BA9F969D}" dt="2020-09-11T09:14:55.107" v="82"/>
          <ac:inkMkLst>
            <pc:docMk/>
            <pc:sldMk cId="2124857735" sldId="273"/>
            <ac:inkMk id="44" creationId="{38677AE3-C45C-4767-9378-C0CAF1515D48}"/>
          </ac:inkMkLst>
        </pc:inkChg>
        <pc:inkChg chg="add">
          <ac:chgData name="anand pardeshi" userId="S::anand.pardeshi@fcrit.ac.in::4de9f4fb-1776-4d2c-ac4d-7159c8faa6e6" providerId="AD" clId="Web-{B3B3B003-3B2B-6BC2-E79B-C662BA9F969D}" dt="2020-09-11T09:14:57.279" v="83"/>
          <ac:inkMkLst>
            <pc:docMk/>
            <pc:sldMk cId="2124857735" sldId="273"/>
            <ac:inkMk id="45" creationId="{4CB8782E-4ECA-4365-9CF2-C577C33B9C0E}"/>
          </ac:inkMkLst>
        </pc:inkChg>
        <pc:inkChg chg="add">
          <ac:chgData name="anand pardeshi" userId="S::anand.pardeshi@fcrit.ac.in::4de9f4fb-1776-4d2c-ac4d-7159c8faa6e6" providerId="AD" clId="Web-{B3B3B003-3B2B-6BC2-E79B-C662BA9F969D}" dt="2020-09-11T09:14:59.591" v="84"/>
          <ac:inkMkLst>
            <pc:docMk/>
            <pc:sldMk cId="2124857735" sldId="273"/>
            <ac:inkMk id="46" creationId="{56EF9135-762A-4F18-9903-57C8AA918513}"/>
          </ac:inkMkLst>
        </pc:inkChg>
        <pc:inkChg chg="add">
          <ac:chgData name="anand pardeshi" userId="S::anand.pardeshi@fcrit.ac.in::4de9f4fb-1776-4d2c-ac4d-7159c8faa6e6" providerId="AD" clId="Web-{B3B3B003-3B2B-6BC2-E79B-C662BA9F969D}" dt="2020-09-11T09:15:02.076" v="85"/>
          <ac:inkMkLst>
            <pc:docMk/>
            <pc:sldMk cId="2124857735" sldId="273"/>
            <ac:inkMk id="47" creationId="{3FBEC0A1-CF94-45A9-991A-A76C602DFCD2}"/>
          </ac:inkMkLst>
        </pc:inkChg>
        <pc:inkChg chg="add">
          <ac:chgData name="anand pardeshi" userId="S::anand.pardeshi@fcrit.ac.in::4de9f4fb-1776-4d2c-ac4d-7159c8faa6e6" providerId="AD" clId="Web-{B3B3B003-3B2B-6BC2-E79B-C662BA9F969D}" dt="2020-09-11T09:15:04.263" v="86"/>
          <ac:inkMkLst>
            <pc:docMk/>
            <pc:sldMk cId="2124857735" sldId="273"/>
            <ac:inkMk id="48" creationId="{458D8003-0637-4124-B3EC-26FE242960FC}"/>
          </ac:inkMkLst>
        </pc:inkChg>
      </pc:sldChg>
      <pc:sldChg chg="addSp">
        <pc:chgData name="anand pardeshi" userId="S::anand.pardeshi@fcrit.ac.in::4de9f4fb-1776-4d2c-ac4d-7159c8faa6e6" providerId="AD" clId="Web-{B3B3B003-3B2B-6BC2-E79B-C662BA9F969D}" dt="2020-09-11T09:16:20.718" v="102"/>
        <pc:sldMkLst>
          <pc:docMk/>
          <pc:sldMk cId="585175355" sldId="279"/>
        </pc:sldMkLst>
        <pc:inkChg chg="add">
          <ac:chgData name="anand pardeshi" userId="S::anand.pardeshi@fcrit.ac.in::4de9f4fb-1776-4d2c-ac4d-7159c8faa6e6" providerId="AD" clId="Web-{B3B3B003-3B2B-6BC2-E79B-C662BA9F969D}" dt="2020-09-11T09:15:29.295" v="87"/>
          <ac:inkMkLst>
            <pc:docMk/>
            <pc:sldMk cId="585175355" sldId="279"/>
            <ac:inkMk id="2" creationId="{BFBF3E05-18F9-4749-B263-34F0EFF2D4FB}"/>
          </ac:inkMkLst>
        </pc:inkChg>
        <pc:inkChg chg="add">
          <ac:chgData name="anand pardeshi" userId="S::anand.pardeshi@fcrit.ac.in::4de9f4fb-1776-4d2c-ac4d-7159c8faa6e6" providerId="AD" clId="Web-{B3B3B003-3B2B-6BC2-E79B-C662BA9F969D}" dt="2020-09-11T09:15:34.514" v="88"/>
          <ac:inkMkLst>
            <pc:docMk/>
            <pc:sldMk cId="585175355" sldId="279"/>
            <ac:inkMk id="14" creationId="{DF9C7D0A-1B7B-4850-BE0D-E74D40AF76FC}"/>
          </ac:inkMkLst>
        </pc:inkChg>
        <pc:inkChg chg="add">
          <ac:chgData name="anand pardeshi" userId="S::anand.pardeshi@fcrit.ac.in::4de9f4fb-1776-4d2c-ac4d-7159c8faa6e6" providerId="AD" clId="Web-{B3B3B003-3B2B-6BC2-E79B-C662BA9F969D}" dt="2020-09-11T09:15:37.780" v="89"/>
          <ac:inkMkLst>
            <pc:docMk/>
            <pc:sldMk cId="585175355" sldId="279"/>
            <ac:inkMk id="15" creationId="{48485160-F942-4FC6-BE50-4262E6372D4F}"/>
          </ac:inkMkLst>
        </pc:inkChg>
        <pc:inkChg chg="add">
          <ac:chgData name="anand pardeshi" userId="S::anand.pardeshi@fcrit.ac.in::4de9f4fb-1776-4d2c-ac4d-7159c8faa6e6" providerId="AD" clId="Web-{B3B3B003-3B2B-6BC2-E79B-C662BA9F969D}" dt="2020-09-11T09:15:39.717" v="90"/>
          <ac:inkMkLst>
            <pc:docMk/>
            <pc:sldMk cId="585175355" sldId="279"/>
            <ac:inkMk id="25" creationId="{94E8B1FF-2E13-4FD9-AB07-74C7B026002E}"/>
          </ac:inkMkLst>
        </pc:inkChg>
        <pc:inkChg chg="add">
          <ac:chgData name="anand pardeshi" userId="S::anand.pardeshi@fcrit.ac.in::4de9f4fb-1776-4d2c-ac4d-7159c8faa6e6" providerId="AD" clId="Web-{B3B3B003-3B2B-6BC2-E79B-C662BA9F969D}" dt="2020-09-11T09:15:41.170" v="91"/>
          <ac:inkMkLst>
            <pc:docMk/>
            <pc:sldMk cId="585175355" sldId="279"/>
            <ac:inkMk id="26" creationId="{B2A8CAC0-513E-426D-A919-9A35BD80CB93}"/>
          </ac:inkMkLst>
        </pc:inkChg>
        <pc:inkChg chg="add">
          <ac:chgData name="anand pardeshi" userId="S::anand.pardeshi@fcrit.ac.in::4de9f4fb-1776-4d2c-ac4d-7159c8faa6e6" providerId="AD" clId="Web-{B3B3B003-3B2B-6BC2-E79B-C662BA9F969D}" dt="2020-09-11T09:15:45.295" v="92"/>
          <ac:inkMkLst>
            <pc:docMk/>
            <pc:sldMk cId="585175355" sldId="279"/>
            <ac:inkMk id="32" creationId="{3D047303-4163-4394-AD44-325534E5A4B6}"/>
          </ac:inkMkLst>
        </pc:inkChg>
        <pc:inkChg chg="add">
          <ac:chgData name="anand pardeshi" userId="S::anand.pardeshi@fcrit.ac.in::4de9f4fb-1776-4d2c-ac4d-7159c8faa6e6" providerId="AD" clId="Web-{B3B3B003-3B2B-6BC2-E79B-C662BA9F969D}" dt="2020-09-11T09:15:48.545" v="93"/>
          <ac:inkMkLst>
            <pc:docMk/>
            <pc:sldMk cId="585175355" sldId="279"/>
            <ac:inkMk id="33" creationId="{7FD40D5F-7613-4883-9CAB-EE78075A6E87}"/>
          </ac:inkMkLst>
        </pc:inkChg>
        <pc:inkChg chg="add">
          <ac:chgData name="anand pardeshi" userId="S::anand.pardeshi@fcrit.ac.in::4de9f4fb-1776-4d2c-ac4d-7159c8faa6e6" providerId="AD" clId="Web-{B3B3B003-3B2B-6BC2-E79B-C662BA9F969D}" dt="2020-09-11T09:15:51.186" v="94"/>
          <ac:inkMkLst>
            <pc:docMk/>
            <pc:sldMk cId="585175355" sldId="279"/>
            <ac:inkMk id="40" creationId="{AD7AAB08-54A9-4D97-A892-76A9330C9A10}"/>
          </ac:inkMkLst>
        </pc:inkChg>
        <pc:inkChg chg="add">
          <ac:chgData name="anand pardeshi" userId="S::anand.pardeshi@fcrit.ac.in::4de9f4fb-1776-4d2c-ac4d-7159c8faa6e6" providerId="AD" clId="Web-{B3B3B003-3B2B-6BC2-E79B-C662BA9F969D}" dt="2020-09-11T09:15:53.671" v="95"/>
          <ac:inkMkLst>
            <pc:docMk/>
            <pc:sldMk cId="585175355" sldId="279"/>
            <ac:inkMk id="41" creationId="{546A563C-287C-421A-A2B4-8D4C1B8F708E}"/>
          </ac:inkMkLst>
        </pc:inkChg>
        <pc:inkChg chg="add">
          <ac:chgData name="anand pardeshi" userId="S::anand.pardeshi@fcrit.ac.in::4de9f4fb-1776-4d2c-ac4d-7159c8faa6e6" providerId="AD" clId="Web-{B3B3B003-3B2B-6BC2-E79B-C662BA9F969D}" dt="2020-09-11T09:16:00.921" v="96"/>
          <ac:inkMkLst>
            <pc:docMk/>
            <pc:sldMk cId="585175355" sldId="279"/>
            <ac:inkMk id="42" creationId="{2ABB0A27-D5F4-49BC-ACDA-DA92DBD6CD36}"/>
          </ac:inkMkLst>
        </pc:inkChg>
        <pc:inkChg chg="add">
          <ac:chgData name="anand pardeshi" userId="S::anand.pardeshi@fcrit.ac.in::4de9f4fb-1776-4d2c-ac4d-7159c8faa6e6" providerId="AD" clId="Web-{B3B3B003-3B2B-6BC2-E79B-C662BA9F969D}" dt="2020-09-11T09:16:03.811" v="97"/>
          <ac:inkMkLst>
            <pc:docMk/>
            <pc:sldMk cId="585175355" sldId="279"/>
            <ac:inkMk id="43" creationId="{D4504856-90EA-4CD8-8F6F-548C9202DDBD}"/>
          </ac:inkMkLst>
        </pc:inkChg>
        <pc:inkChg chg="add">
          <ac:chgData name="anand pardeshi" userId="S::anand.pardeshi@fcrit.ac.in::4de9f4fb-1776-4d2c-ac4d-7159c8faa6e6" providerId="AD" clId="Web-{B3B3B003-3B2B-6BC2-E79B-C662BA9F969D}" dt="2020-09-11T09:16:09.749" v="98"/>
          <ac:inkMkLst>
            <pc:docMk/>
            <pc:sldMk cId="585175355" sldId="279"/>
            <ac:inkMk id="44" creationId="{FFD31588-4393-4973-AE61-428EB84E9380}"/>
          </ac:inkMkLst>
        </pc:inkChg>
        <pc:inkChg chg="add">
          <ac:chgData name="anand pardeshi" userId="S::anand.pardeshi@fcrit.ac.in::4de9f4fb-1776-4d2c-ac4d-7159c8faa6e6" providerId="AD" clId="Web-{B3B3B003-3B2B-6BC2-E79B-C662BA9F969D}" dt="2020-09-11T09:16:14.437" v="99"/>
          <ac:inkMkLst>
            <pc:docMk/>
            <pc:sldMk cId="585175355" sldId="279"/>
            <ac:inkMk id="45" creationId="{5CB687EA-7D57-45DB-9783-4620544DE877}"/>
          </ac:inkMkLst>
        </pc:inkChg>
        <pc:inkChg chg="add">
          <ac:chgData name="anand pardeshi" userId="S::anand.pardeshi@fcrit.ac.in::4de9f4fb-1776-4d2c-ac4d-7159c8faa6e6" providerId="AD" clId="Web-{B3B3B003-3B2B-6BC2-E79B-C662BA9F969D}" dt="2020-09-11T09:16:17.187" v="100"/>
          <ac:inkMkLst>
            <pc:docMk/>
            <pc:sldMk cId="585175355" sldId="279"/>
            <ac:inkMk id="46" creationId="{0E3B61AB-77E0-4EA1-B305-2A454AD82569}"/>
          </ac:inkMkLst>
        </pc:inkChg>
        <pc:inkChg chg="add">
          <ac:chgData name="anand pardeshi" userId="S::anand.pardeshi@fcrit.ac.in::4de9f4fb-1776-4d2c-ac4d-7159c8faa6e6" providerId="AD" clId="Web-{B3B3B003-3B2B-6BC2-E79B-C662BA9F969D}" dt="2020-09-11T09:16:18.390" v="101"/>
          <ac:inkMkLst>
            <pc:docMk/>
            <pc:sldMk cId="585175355" sldId="279"/>
            <ac:inkMk id="47" creationId="{6D125508-A2A7-4E47-B4D4-4ACE37C1A562}"/>
          </ac:inkMkLst>
        </pc:inkChg>
        <pc:inkChg chg="add">
          <ac:chgData name="anand pardeshi" userId="S::anand.pardeshi@fcrit.ac.in::4de9f4fb-1776-4d2c-ac4d-7159c8faa6e6" providerId="AD" clId="Web-{B3B3B003-3B2B-6BC2-E79B-C662BA9F969D}" dt="2020-09-11T09:16:20.718" v="102"/>
          <ac:inkMkLst>
            <pc:docMk/>
            <pc:sldMk cId="585175355" sldId="279"/>
            <ac:inkMk id="48" creationId="{57299360-9C04-4EE0-A762-F82D2556911B}"/>
          </ac:inkMkLst>
        </pc:inkChg>
      </pc:sldChg>
    </pc:docChg>
  </pc:docChgLst>
  <pc:docChgLst>
    <pc:chgData name="anand pardeshi" userId="S::anand.pardeshi@fcrit.ac.in::4de9f4fb-1776-4d2c-ac4d-7159c8faa6e6" providerId="AD" clId="Web-{94CCF124-EF14-52D9-730F-74CB58C56977}"/>
    <pc:docChg chg="modSld">
      <pc:chgData name="anand pardeshi" userId="S::anand.pardeshi@fcrit.ac.in::4de9f4fb-1776-4d2c-ac4d-7159c8faa6e6" providerId="AD" clId="Web-{94CCF124-EF14-52D9-730F-74CB58C56977}" dt="2020-09-08T17:21:40.360" v="72"/>
      <pc:docMkLst>
        <pc:docMk/>
      </pc:docMkLst>
      <pc:sldChg chg="addSp modSp">
        <pc:chgData name="anand pardeshi" userId="S::anand.pardeshi@fcrit.ac.in::4de9f4fb-1776-4d2c-ac4d-7159c8faa6e6" providerId="AD" clId="Web-{94CCF124-EF14-52D9-730F-74CB58C56977}" dt="2020-09-08T17:18:49.529" v="0"/>
        <pc:sldMkLst>
          <pc:docMk/>
          <pc:sldMk cId="109857222" sldId="256"/>
        </pc:sldMkLst>
        <pc:spChg chg="ord">
          <ac:chgData name="anand pardeshi" userId="S::anand.pardeshi@fcrit.ac.in::4de9f4fb-1776-4d2c-ac4d-7159c8faa6e6" providerId="AD" clId="Web-{94CCF124-EF14-52D9-730F-74CB58C56977}" dt="2020-09-08T17:18:49.529" v="0"/>
          <ac:spMkLst>
            <pc:docMk/>
            <pc:sldMk cId="109857222" sldId="256"/>
            <ac:spMk id="2" creationId="{00000000-0000-0000-0000-000000000000}"/>
          </ac:spMkLst>
        </pc:spChg>
        <pc:spChg chg="add">
          <ac:chgData name="anand pardeshi" userId="S::anand.pardeshi@fcrit.ac.in::4de9f4fb-1776-4d2c-ac4d-7159c8faa6e6" providerId="AD" clId="Web-{94CCF124-EF14-52D9-730F-74CB58C56977}" dt="2020-09-08T17:18:49.529" v="0"/>
          <ac:spMkLst>
            <pc:docMk/>
            <pc:sldMk cId="109857222" sldId="256"/>
            <ac:spMk id="5" creationId="{88294908-8B00-4F58-BBBA-20F71A40AA9E}"/>
          </ac:spMkLst>
        </pc:spChg>
        <pc:spChg chg="add">
          <ac:chgData name="anand pardeshi" userId="S::anand.pardeshi@fcrit.ac.in::4de9f4fb-1776-4d2c-ac4d-7159c8faa6e6" providerId="AD" clId="Web-{94CCF124-EF14-52D9-730F-74CB58C56977}" dt="2020-09-08T17:18:49.529" v="0"/>
          <ac:spMkLst>
            <pc:docMk/>
            <pc:sldMk cId="109857222" sldId="256"/>
            <ac:spMk id="6" creationId="{4364C879-1404-4203-8E9D-CC5DE0A621A2}"/>
          </ac:spMkLst>
        </pc:spChg>
        <pc:spChg chg="add">
          <ac:chgData name="anand pardeshi" userId="S::anand.pardeshi@fcrit.ac.in::4de9f4fb-1776-4d2c-ac4d-7159c8faa6e6" providerId="AD" clId="Web-{94CCF124-EF14-52D9-730F-74CB58C56977}" dt="2020-09-08T17:18:49.529" v="0"/>
          <ac:spMkLst>
            <pc:docMk/>
            <pc:sldMk cId="109857222" sldId="256"/>
            <ac:spMk id="7" creationId="{84617302-4B0D-4351-A6BB-6F0930D943AC}"/>
          </ac:spMkLst>
        </pc:spChg>
        <pc:spChg chg="add">
          <ac:chgData name="anand pardeshi" userId="S::anand.pardeshi@fcrit.ac.in::4de9f4fb-1776-4d2c-ac4d-7159c8faa6e6" providerId="AD" clId="Web-{94CCF124-EF14-52D9-730F-74CB58C56977}" dt="2020-09-08T17:18:49.529" v="0"/>
          <ac:spMkLst>
            <pc:docMk/>
            <pc:sldMk cId="109857222" sldId="256"/>
            <ac:spMk id="9" creationId="{DA2C7802-C2E0-4218-8F89-8DD7CCD2CD1C}"/>
          </ac:spMkLst>
        </pc:spChg>
        <pc:spChg chg="add">
          <ac:chgData name="anand pardeshi" userId="S::anand.pardeshi@fcrit.ac.in::4de9f4fb-1776-4d2c-ac4d-7159c8faa6e6" providerId="AD" clId="Web-{94CCF124-EF14-52D9-730F-74CB58C56977}" dt="2020-09-08T17:18:49.529" v="0"/>
          <ac:spMkLst>
            <pc:docMk/>
            <pc:sldMk cId="109857222" sldId="256"/>
            <ac:spMk id="11" creationId="{A6D7111A-21E5-4EE9-8A78-10E5530F0116}"/>
          </ac:spMkLst>
        </pc:spChg>
        <pc:spChg chg="add">
          <ac:chgData name="anand pardeshi" userId="S::anand.pardeshi@fcrit.ac.in::4de9f4fb-1776-4d2c-ac4d-7159c8faa6e6" providerId="AD" clId="Web-{94CCF124-EF14-52D9-730F-74CB58C56977}" dt="2020-09-08T17:18:49.529" v="0"/>
          <ac:spMkLst>
            <pc:docMk/>
            <pc:sldMk cId="109857222" sldId="256"/>
            <ac:spMk id="13" creationId="{A3969E80-A77B-49FC-9122-D89AFD5EE118}"/>
          </ac:spMkLst>
        </pc:spChg>
        <pc:spChg chg="add">
          <ac:chgData name="anand pardeshi" userId="S::anand.pardeshi@fcrit.ac.in::4de9f4fb-1776-4d2c-ac4d-7159c8faa6e6" providerId="AD" clId="Web-{94CCF124-EF14-52D9-730F-74CB58C56977}" dt="2020-09-08T17:18:49.529" v="0"/>
          <ac:spMkLst>
            <pc:docMk/>
            <pc:sldMk cId="109857222" sldId="256"/>
            <ac:spMk id="15" creationId="{1849CA57-76BD-4CF2-80BA-D7A46A01B7B1}"/>
          </ac:spMkLst>
        </pc:spChg>
        <pc:spChg chg="add">
          <ac:chgData name="anand pardeshi" userId="S::anand.pardeshi@fcrit.ac.in::4de9f4fb-1776-4d2c-ac4d-7159c8faa6e6" providerId="AD" clId="Web-{94CCF124-EF14-52D9-730F-74CB58C56977}" dt="2020-09-08T17:18:49.529" v="0"/>
          <ac:spMkLst>
            <pc:docMk/>
            <pc:sldMk cId="109857222" sldId="256"/>
            <ac:spMk id="17" creationId="{35E9085E-E730-4768-83D4-6CB7E9897153}"/>
          </ac:spMkLst>
        </pc:spChg>
        <pc:spChg chg="add">
          <ac:chgData name="anand pardeshi" userId="S::anand.pardeshi@fcrit.ac.in::4de9f4fb-1776-4d2c-ac4d-7159c8faa6e6" providerId="AD" clId="Web-{94CCF124-EF14-52D9-730F-74CB58C56977}" dt="2020-09-08T17:18:49.529" v="0"/>
          <ac:spMkLst>
            <pc:docMk/>
            <pc:sldMk cId="109857222" sldId="256"/>
            <ac:spMk id="19" creationId="{973272FE-A474-4CAE-8CA2-BCC8B476C3F4}"/>
          </ac:spMkLst>
        </pc:spChg>
        <pc:spChg chg="add">
          <ac:chgData name="anand pardeshi" userId="S::anand.pardeshi@fcrit.ac.in::4de9f4fb-1776-4d2c-ac4d-7159c8faa6e6" providerId="AD" clId="Web-{94CCF124-EF14-52D9-730F-74CB58C56977}" dt="2020-09-08T17:18:49.529" v="0"/>
          <ac:spMkLst>
            <pc:docMk/>
            <pc:sldMk cId="109857222" sldId="256"/>
            <ac:spMk id="21" creationId="{E07981EA-05A6-437C-88D7-B377B92B031D}"/>
          </ac:spMkLst>
        </pc:spChg>
        <pc:spChg chg="add">
          <ac:chgData name="anand pardeshi" userId="S::anand.pardeshi@fcrit.ac.in::4de9f4fb-1776-4d2c-ac4d-7159c8faa6e6" providerId="AD" clId="Web-{94CCF124-EF14-52D9-730F-74CB58C56977}" dt="2020-09-08T17:18:49.529" v="0"/>
          <ac:spMkLst>
            <pc:docMk/>
            <pc:sldMk cId="109857222" sldId="256"/>
            <ac:spMk id="23" creationId="{15E3C750-986E-4769-B1AE-49289FBEE757}"/>
          </ac:spMkLst>
        </pc:spChg>
      </pc:sldChg>
      <pc:sldChg chg="addSp delSp modSp">
        <pc:chgData name="anand pardeshi" userId="S::anand.pardeshi@fcrit.ac.in::4de9f4fb-1776-4d2c-ac4d-7159c8faa6e6" providerId="AD" clId="Web-{94CCF124-EF14-52D9-730F-74CB58C56977}" dt="2020-09-08T17:21:40.360" v="72"/>
        <pc:sldMkLst>
          <pc:docMk/>
          <pc:sldMk cId="1277241851" sldId="263"/>
        </pc:sldMkLst>
        <pc:spChg chg="add mod">
          <ac:chgData name="anand pardeshi" userId="S::anand.pardeshi@fcrit.ac.in::4de9f4fb-1776-4d2c-ac4d-7159c8faa6e6" providerId="AD" clId="Web-{94CCF124-EF14-52D9-730F-74CB58C56977}" dt="2020-09-08T17:19:46.405" v="49" actId="14100"/>
          <ac:spMkLst>
            <pc:docMk/>
            <pc:sldMk cId="1277241851" sldId="263"/>
            <ac:spMk id="6" creationId="{662C9318-501D-47D0-A9E3-70732028A970}"/>
          </ac:spMkLst>
        </pc:spChg>
        <pc:spChg chg="add mod">
          <ac:chgData name="anand pardeshi" userId="S::anand.pardeshi@fcrit.ac.in::4de9f4fb-1776-4d2c-ac4d-7159c8faa6e6" providerId="AD" clId="Web-{94CCF124-EF14-52D9-730F-74CB58C56977}" dt="2020-09-08T17:21:40.360" v="72"/>
          <ac:spMkLst>
            <pc:docMk/>
            <pc:sldMk cId="1277241851" sldId="263"/>
            <ac:spMk id="25" creationId="{4DCD133C-9544-48C0-83CB-C70238C63C3D}"/>
          </ac:spMkLst>
        </pc:spChg>
        <pc:inkChg chg="add">
          <ac:chgData name="anand pardeshi" userId="S::anand.pardeshi@fcrit.ac.in::4de9f4fb-1776-4d2c-ac4d-7159c8faa6e6" providerId="AD" clId="Web-{94CCF124-EF14-52D9-730F-74CB58C56977}" dt="2020-09-08T17:19:54.671" v="50"/>
          <ac:inkMkLst>
            <pc:docMk/>
            <pc:sldMk cId="1277241851" sldId="263"/>
            <ac:inkMk id="8" creationId="{060BA5DD-2725-423A-BC1B-2AD8EE2ED51C}"/>
          </ac:inkMkLst>
        </pc:inkChg>
        <pc:inkChg chg="add">
          <ac:chgData name="anand pardeshi" userId="S::anand.pardeshi@fcrit.ac.in::4de9f4fb-1776-4d2c-ac4d-7159c8faa6e6" providerId="AD" clId="Web-{94CCF124-EF14-52D9-730F-74CB58C56977}" dt="2020-09-08T17:19:55.858" v="51"/>
          <ac:inkMkLst>
            <pc:docMk/>
            <pc:sldMk cId="1277241851" sldId="263"/>
            <ac:inkMk id="9" creationId="{28B70244-2516-4C87-BB7B-37E68F40B8D8}"/>
          </ac:inkMkLst>
        </pc:inkChg>
        <pc:inkChg chg="add">
          <ac:chgData name="anand pardeshi" userId="S::anand.pardeshi@fcrit.ac.in::4de9f4fb-1776-4d2c-ac4d-7159c8faa6e6" providerId="AD" clId="Web-{94CCF124-EF14-52D9-730F-74CB58C56977}" dt="2020-09-08T17:19:56.983" v="52"/>
          <ac:inkMkLst>
            <pc:docMk/>
            <pc:sldMk cId="1277241851" sldId="263"/>
            <ac:inkMk id="13" creationId="{BADED07F-3081-49BD-9256-724A9B87FE91}"/>
          </ac:inkMkLst>
        </pc:inkChg>
        <pc:inkChg chg="add">
          <ac:chgData name="anand pardeshi" userId="S::anand.pardeshi@fcrit.ac.in::4de9f4fb-1776-4d2c-ac4d-7159c8faa6e6" providerId="AD" clId="Web-{94CCF124-EF14-52D9-730F-74CB58C56977}" dt="2020-09-08T17:19:59.186" v="53"/>
          <ac:inkMkLst>
            <pc:docMk/>
            <pc:sldMk cId="1277241851" sldId="263"/>
            <ac:inkMk id="14" creationId="{5DE347AB-2C80-4729-A700-1B77745116A0}"/>
          </ac:inkMkLst>
        </pc:inkChg>
        <pc:inkChg chg="add">
          <ac:chgData name="anand pardeshi" userId="S::anand.pardeshi@fcrit.ac.in::4de9f4fb-1776-4d2c-ac4d-7159c8faa6e6" providerId="AD" clId="Web-{94CCF124-EF14-52D9-730F-74CB58C56977}" dt="2020-09-08T17:20:00.515" v="54"/>
          <ac:inkMkLst>
            <pc:docMk/>
            <pc:sldMk cId="1277241851" sldId="263"/>
            <ac:inkMk id="15" creationId="{32730383-0155-4AF3-9874-A40433C4BFF5}"/>
          </ac:inkMkLst>
        </pc:inkChg>
        <pc:inkChg chg="add">
          <ac:chgData name="anand pardeshi" userId="S::anand.pardeshi@fcrit.ac.in::4de9f4fb-1776-4d2c-ac4d-7159c8faa6e6" providerId="AD" clId="Web-{94CCF124-EF14-52D9-730F-74CB58C56977}" dt="2020-09-08T17:20:01.577" v="55"/>
          <ac:inkMkLst>
            <pc:docMk/>
            <pc:sldMk cId="1277241851" sldId="263"/>
            <ac:inkMk id="16" creationId="{D94C5B98-99DB-474B-8C77-7B658AFD4A25}"/>
          </ac:inkMkLst>
        </pc:inkChg>
        <pc:inkChg chg="add">
          <ac:chgData name="anand pardeshi" userId="S::anand.pardeshi@fcrit.ac.in::4de9f4fb-1776-4d2c-ac4d-7159c8faa6e6" providerId="AD" clId="Web-{94CCF124-EF14-52D9-730F-74CB58C56977}" dt="2020-09-08T17:20:03.280" v="56"/>
          <ac:inkMkLst>
            <pc:docMk/>
            <pc:sldMk cId="1277241851" sldId="263"/>
            <ac:inkMk id="17" creationId="{C6458E9A-1A27-476C-8D32-E263875108D2}"/>
          </ac:inkMkLst>
        </pc:inkChg>
        <pc:inkChg chg="add del">
          <ac:chgData name="anand pardeshi" userId="S::anand.pardeshi@fcrit.ac.in::4de9f4fb-1776-4d2c-ac4d-7159c8faa6e6" providerId="AD" clId="Web-{94CCF124-EF14-52D9-730F-74CB58C56977}" dt="2020-09-08T17:21:38.220" v="70"/>
          <ac:inkMkLst>
            <pc:docMk/>
            <pc:sldMk cId="1277241851" sldId="263"/>
            <ac:inkMk id="18" creationId="{D348CDFC-481F-4181-9857-381FB4F512D8}"/>
          </ac:inkMkLst>
        </pc:inkChg>
        <pc:inkChg chg="add del">
          <ac:chgData name="anand pardeshi" userId="S::anand.pardeshi@fcrit.ac.in::4de9f4fb-1776-4d2c-ac4d-7159c8faa6e6" providerId="AD" clId="Web-{94CCF124-EF14-52D9-730F-74CB58C56977}" dt="2020-09-08T17:21:38.220" v="69"/>
          <ac:inkMkLst>
            <pc:docMk/>
            <pc:sldMk cId="1277241851" sldId="263"/>
            <ac:inkMk id="19" creationId="{4EE17F7E-47BB-43C2-B783-8BCACB673D7C}"/>
          </ac:inkMkLst>
        </pc:inkChg>
        <pc:inkChg chg="add del">
          <ac:chgData name="anand pardeshi" userId="S::anand.pardeshi@fcrit.ac.in::4de9f4fb-1776-4d2c-ac4d-7159c8faa6e6" providerId="AD" clId="Web-{94CCF124-EF14-52D9-730F-74CB58C56977}" dt="2020-09-08T17:21:38.220" v="68"/>
          <ac:inkMkLst>
            <pc:docMk/>
            <pc:sldMk cId="1277241851" sldId="263"/>
            <ac:inkMk id="20" creationId="{38651908-A75B-4590-AF13-5436C3F6276F}"/>
          </ac:inkMkLst>
        </pc:inkChg>
        <pc:inkChg chg="add del">
          <ac:chgData name="anand pardeshi" userId="S::anand.pardeshi@fcrit.ac.in::4de9f4fb-1776-4d2c-ac4d-7159c8faa6e6" providerId="AD" clId="Web-{94CCF124-EF14-52D9-730F-74CB58C56977}" dt="2020-09-08T17:21:38.220" v="67"/>
          <ac:inkMkLst>
            <pc:docMk/>
            <pc:sldMk cId="1277241851" sldId="263"/>
            <ac:inkMk id="21" creationId="{B8CA2762-FF8F-429A-A28E-1F4DDFA61509}"/>
          </ac:inkMkLst>
        </pc:inkChg>
        <pc:inkChg chg="add del">
          <ac:chgData name="anand pardeshi" userId="S::anand.pardeshi@fcrit.ac.in::4de9f4fb-1776-4d2c-ac4d-7159c8faa6e6" providerId="AD" clId="Web-{94CCF124-EF14-52D9-730F-74CB58C56977}" dt="2020-09-08T17:21:38.204" v="66"/>
          <ac:inkMkLst>
            <pc:docMk/>
            <pc:sldMk cId="1277241851" sldId="263"/>
            <ac:inkMk id="22" creationId="{E459DD50-6913-4EA5-93B0-F134FCC75A8D}"/>
          </ac:inkMkLst>
        </pc:inkChg>
        <pc:inkChg chg="add del">
          <ac:chgData name="anand pardeshi" userId="S::anand.pardeshi@fcrit.ac.in::4de9f4fb-1776-4d2c-ac4d-7159c8faa6e6" providerId="AD" clId="Web-{94CCF124-EF14-52D9-730F-74CB58C56977}" dt="2020-09-08T17:21:38.204" v="65"/>
          <ac:inkMkLst>
            <pc:docMk/>
            <pc:sldMk cId="1277241851" sldId="263"/>
            <ac:inkMk id="23" creationId="{034B8CCA-BCB5-4075-82E3-5B75572725D6}"/>
          </ac:inkMkLst>
        </pc:inkChg>
        <pc:inkChg chg="add del">
          <ac:chgData name="anand pardeshi" userId="S::anand.pardeshi@fcrit.ac.in::4de9f4fb-1776-4d2c-ac4d-7159c8faa6e6" providerId="AD" clId="Web-{94CCF124-EF14-52D9-730F-74CB58C56977}" dt="2020-09-08T17:21:38.204" v="64"/>
          <ac:inkMkLst>
            <pc:docMk/>
            <pc:sldMk cId="1277241851" sldId="263"/>
            <ac:inkMk id="24" creationId="{A7063357-1742-4C08-8D0A-78C0B3EC1C17}"/>
          </ac:inkMkLst>
        </pc:inkChg>
      </pc:sldChg>
    </pc:docChg>
  </pc:docChgLst>
</pc:chgInfo>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58763" units="1/cm"/>
        </inkml:channelProperties>
      </inkml:inkSource>
      <inkml:timestamp xml:id="ts0" timeString="2023-08-11T00:11:21.524"/>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50"/>
    </inkml:brush>
  </inkml:definitions>
  <inkml:trace contextRef="#ctx0" brushRef="#br0">1166 12328,'0'50,"0"-26,0 1,0 0,0 0,0 0,0-1,0 1,0 0,0 0,0 0,0-1,0 1,0 0,0 0,0 0,0 24,0-24,0 0,-25-25,25 25,0-1,0 1,0 0,0 0,-25-50,25 0,0 0,0 1,0-1,0 0,0 0,0-24,0-1,0 25,0 0,0 1,0-1,0 0,0 0,0 0,0 1,0-1,0 0,0 0,25 25,-25-25,0 1,25-1,0 25,-25-25,24 25,1 0,-25-25,25 25,0-25,0 25,-1-24,1 24,0 0,0 0,0-25,-1 25,1 0,0 0,0 0,0 0,-1 0,-24 25,25-25,-25 24,0 1,0 0,0 0,0 0,-25-25,25 24,-24 1,-1-25,25 25,-25-25,0 25,0-25,25 25,-24-25,24 24,-25-24,0 25,0-25,25 25,-25-25,1 0,24 25,-25 0,0-25,0 24,0-24,50 0,0 0,0-24,0 24,-1 0,1-25,25 25,-1 0,-24 0,25 0,-25 0,24 0,-24 0,0 0,0 0,0 0,-1 0,-24 25,25-25,-25 24,0 1,0 0,0 0,0 0,0-1,0 1,0 0,0 0,0 0,0-1,-25-24,25 25,-24-25,-1 0,0 0,0 0,0 0,0 0,1 0,-1 0,0 0,-25 0,26 0,-1 0,0 0,0 0,-24 0,24 0,0 0,0 0,0 0,1 0,-1 0,25-25,-25 25,0 0,25-24,-25 24,1 0</inkml:trace>
  <inkml:trace contextRef="#ctx0" brushRef="#br0" timeOffset="3935.3809">2480 12650,'25'0,"25"0,-1 0,26 0,-1 0,1 0,-1 0,25 0,-24 0,-1 0,25-24,-49 24,-25 0,0 0,24 0,-24 0,0 0,0 0,-1 0,1 0,0 0,0 0,0 0,-25-25,49 25,-24 0,0-25,25 25,-1 0,1 0,-25 0,24 0,-24 0,0 0,0 0,-1 0,1 0,0 0,0 0,0 0,-1 0,1 0,0 0,0 0,-25-25,25 25,-1 0,1 0,0 0,25 0,-26 0,26 0,0-25,-26 25,1 0,25 0,-25 0,-1 0,26 0,-25 0,0 0,-1 0,1 0,0 0,0 0,0 0,0 0,-1 0,1 0,0-24,0 24,0 0,-25-25,0 0,0 0,0 0,-25 25,25-24,-25 24,0-25,25 0,-25 25,25-25,-24 25,24 25,24 0,-24 0,25-25,0 24,0 1,-25 0,25-25,-25 25,0 0,24-25,-24 24,0 1,0 0,0 0,-24 0,24-1,-25-24,25 25,-25-25,0 25,25 25,-25-50,25 24,-24-24,24 25,-25-25,25 25,-25 0,25 0,-25-25</inkml:trace>
  <inkml:trace contextRef="#ctx0" brushRef="#br0" timeOffset="5925.0666">6251 11981,'-25'0,"0"0,0 0,1 0,-1 24,-25-24,25 0,-24 0,24 0,-25 0,26 25,-1-25,0 0,0 0,0 25,0-25,1 0,24 25,-25 0,0-1,0-24,25 50,-25-25,1 25,24-1,0-24,-25 0,25 0,0-1,0 1,0 0,0 25,0-26,0 1,25-25,-1 50,1-25,0-1,0 1,0-25,-1 0,1 0,25 0,-25 0,0 0,-1 0,26 0,-25 0,0 0,-1 0,26-25,-25 25,0-24,-1 24,-24-25,25 25,-25-25,25 25,-25-25,0 0,25 25</inkml:trace>
  <inkml:trace contextRef="#ctx0" brushRef="#br0" timeOffset="9328.3772">6945 12353,'50'25,"24"-25,50 24,298 1,-124 25,-174-50,-50 0,-24 0,24 0,-49 0,0 0,24 0,1 0,-25 0,24 0,-24 0,25 0,-25 0,-1 0,1 0,25 0,-25 0,-1 0,1 0,25 0,-25 0,-1 0,1 0,0 0,0 0,0 0,-1 0,1 0,0 0,0 0,0 0,0 0,24 0,-24 0,25 0,-26 0,1 0,25 0,-25 0,-1 0,1 0,25 0,-25 0,-1 0,1 0,0 0,0 0,0 0,-1 0,1 0,0 0,-25-25,25 25,0 0,-1 0,1 0,-25-25,0 0,-25 1,1 24,-1-25,25 0,-25 25,25-25,-25 0,25 1,-25 24,25-25,25 50,0-1,0 1,0-25,-1 25,1 0,0-25,-25 25,25-25,0 0,-25 24,24 1,-24 0,0 0,-24-25,-1 25,0-25,25 24,-25 1,0-25,1 25,24 0,-50 0,25-1,0 1,-24 0,49 0,-25-25,25 25,-25-25</inkml:trace>
  <inkml:trace contextRef="#ctx0" brushRef="#br0" timeOffset="12573.3917">10319 11956,'0'25,"0"-1,0 1,0 0,0 0,0 0,0 24,0 1,0 0,0-26,0 26,0 0,0-26,0 1,0 0,0 25,0-26,25 1,-25 0,0 0,0 0,0-1,0 1,0 0,0 0,0 0,0-50,0 0,0 0,0 0,0-24,0 24,0-25,0 26,-25-26,25 25,0 0,0 1,0-1,0 0,0-25,0 26,0-1,0 0,0 0,0 0,0 0,0 1,0-1,0 0,0 0,0 0,0 1,0-1,25 25,-1-25,1 25,0 0,0 0,0 0,-1 0,1 0,0 0,25 0,-26 0,1 25,25 0,-25-1,24 1,-24 0,0-25,0 25,-25 0,49-1,-24 1,-25 0,0 0,25-25,-25 25,0 0,0-1,25 1,-25 0,0 0,0 0,0 24,0-24,0 0,0 0,0-1,0 1,-25-25,25 25,0 0,-25-25,25 25,-25-25,25 24,-25-24,1 25,24 0,-25-25,0 0,0 0,0 25,1-25,-1 0,25 25,-25-25,0 0,0 0,1 0,-1 0,0 0,0 0,0 0,1 0,-1 0,0 0,0 0,0 0</inkml:trace>
  <inkml:trace contextRef="#ctx0" brushRef="#br0" timeOffset="23992.4509">10592 12874,'0'24,"0"1,0 0,0 0,-25 0,25 24,0 1,-25 24,25 26,0-51,-25 1,25-1,0-24,0 0,0 0,0 0,0-1,0 1,0 0,0 0,0 0,0-1,0 1,0 0,0 0,0 0,0-1,-25-24,25 25,0 0,0 0,0 0,0-1,0 1,0 0,0 0,0 0,0-1,0 1,0 0,0 0,0 0,0-1,0 1,0 0,-24-25,-1 0,0 0,0 0,-24 0,-199 25,-100-25,-73 25,98-1,-24 1,198-25,50 0,-174 0,124 0,-74 0,148 0,-24 0,0 0,25 0,-1 25,26-25,24 0,-25 25,25-25,1 0,-1 0,0 0,0 0,0 0,-24 0,-75 25,-199 0,-98 24,48 1,1 24,25-49,174 0,73-25,51 25,-1-25,0 0,1 0,24 0,0 0,25 24,-25-24,1 0,-26 0,0 0,-24 0,0 0,-224 0,0-24,125 24,73 0,26 0,0 0,24 0,0 0,26 0,-26 0,25 0,0 0,1 0,-1 0,0 0,0 0,0 0,-24 0,-1 0,1 0,-26 0,-24 0,0 0,-1 0,51 0,-26 0,26 24,24-24,0 0,-24 0,24 0,0 0,0 0,0 0,1 0,-1 0,0 0,0 0,0 25,-24-25,24 0,0 0,0 25,1-25,-1 0,25 25,-25-25,0 0,0 0,0 0,1 0,-1 0,25-25,0 0,0 0,0 1,0-1,0 0,0 0,0 0,0 1,0-1,0-25,0 25,0 1,0-26,0 25,0 0,0 0,0 1,0-1,0 0,0 0,0 0,0 1,25-1,-25 0,0 0,0 0,0 1,0-1,0 0,0 0,0 0,0 1,0-1,0 0,24 0,-24 0,25 1,-25-1,0 0,0 0,0 0,0 1,0-1,0 0,0 0,-25 25,1 0,24 25,-25-25,0 25,0 0,0-1,1 1,24 0,-25 0,0-25,25 25,-25-25,25 24,25-48,0-1,-25 0,25 0,-25 0,24 1,1-1,0-25,0 25,0 1,-1-1,1 0,0 0,0 25,-25-25,0 1,25 24,-25 24,0 1,25-25,-25 25,0 0,0 0,24-25,-24 24,25-24,-25 25,0 0,25-25,-25 25,0 0,25-25,-25 24,25 1,-25 0,24-25,-24 25,0 0,25 24,-25-24,0 0,25-25,-25 25,0-1,0 1</inkml:trace>
  <inkml:trace contextRef="#ctx0" brushRef="#br0" timeOffset="80307.3581">2753 10195,'0'25,"0"-1,0 1,0 0,0 0,0 0,0-1,0 1,0 0,0 0,0 0,0-1,0 1,0 0,0 0,0 0,-24-25,24 24,0 1,0-50,0 1,0-1,0 0,24 0,-24 0,0 1,0-1,0 0,25 25,-25-25,0 0,0 1,0-1,25 0,-25 0,0 0,0 1,25 24,-25-25,25 0,-25 0,0 0,24 25,-24-24,0-1,25 25,-25-25,0 0,0 0,25 25,-25-25,25 25,-25-24,0 48,0 1,0 0,0 0,0 0,0 0,25-1,-25 1,0 0,0 0,24 0,-24-1,25 26,-25-25,0 0,0-1,25 1,-25 0,0 0,0 0,0-1,0 1,0 0,0 0,0 0,0-1,25-24,-25 25,0 0,0 0,0 0,0-50,0 0,0 0,0 0,0 1,0-1,0 0,0 0,0 0,0 1,0-1,-25 25,0 0,0 0,1 0,-1 0,0 0,0 0,0 0,1 0,-1 0,0 0,0 0,0 0,25 25,-24-25,-1 0,0 0,0 0,0 0</inkml:trace>
  <inkml:trace contextRef="#ctx0" brushRef="#br0" timeOffset="84213.7852">3299 10344,'25'0,"0"0,-1 0,1 0,0 0,0 0,0 0,-1 0,1 0,0 0,0 0,0 0,-1 0,1 0,0 0,0 0,0 0,0-25,-1 25,1 0,0 0,-25-25,0 0,0 0,-25 25,25-24,-25-1,1 25,24-25,-25 25,25-25,0 50,25 0,-1 0,-24-1,25-24,0 0,-25 25,0 0,25-25,-25 25,0 0,0-1,0 1,0 0,-25 0,0-25,25 25,0-1,-25-24,25 25,-24-25,24 25</inkml:trace>
  <inkml:trace contextRef="#ctx0" brushRef="#br0" timeOffset="86141.8041">4068 9922,'0'49,"0"-24,0 0,0 0,0 0,0 0,0 24,0-24,0 0,0 0,0-1,0 1,0 0,0 0,0 0,0-1,0 1,0 0,0 0,0 0,0-1,0 1,-25-25,25 25,0 0,0 0</inkml:trace>
  <inkml:trace contextRef="#ctx0" brushRef="#br0" timeOffset="88267.7739">4043 9996,'25'0,"-25"25,25-25,0 0,-1 0,1 0,25 0,-25 0,-1 0,1 0,0 0,0 0,0-25,-1 25,1 0,0 0,0 0,0-25,-1 25,1 0,-25-24,25 24,-25-25,50 25,-26-25,1 25,0-25,0 0</inkml:trace>
  <inkml:trace contextRef="#ctx0" brushRef="#br0" timeOffset="90304.064">4093 10294,'25'0,"24"0,-24 0,25 0,-26 0,1 0,0 0,0 0,0 0,-1 0,1 0</inkml:trace>
  <inkml:trace contextRef="#ctx0" brushRef="#br0" timeOffset="92507.6888">4068 10616,'25'0,"0"0,-1 0,1 0,0 0,0 0,0 0,-1 0,1 0,0 0,0 0,0 0,-1 0,1 0,0 0,0 0,0 0,-1 0,1 0,0 0,0 0,0 0</inkml:trace>
  <inkml:trace contextRef="#ctx0" brushRef="#br0" timeOffset="99585.1317">2654 11112,'0'25,"0"0,0 0,0 0,0 0,0-1,0 1,0 0,0 0,0 0,0-1,0 1,0 0,0 0,0 0,0-1,-25-24,25 25,0 0,0 0,0 0,0-50,0 0,0 0,0 0,0 1,0-1,0-25,0 25,0 1,0-1,0 0,0 0,0 0,0 1,0-1,0 0,0 0,0 0,25 25,0 0,0 0,0 0,-1 0,1 0,0 0,0 0,24 0,-24 0,0 0,0 0,0 0,-50 0,0 0,0 0,0 0,1 0,-1 0,0 0,0 0,0 0,1 0,-1 25,0-25,0 0,25 25,-25-25,25 25,0 0,0-1,0 1,0 0,0 0,0 0,0-1,0 1,0 0,25-25,0 0,0 0,0 0,-1 0,1 0,0 0,-25-25,25 25,0 0,-1 0,1 0,-25-25,25 25,0 0,-25-24,25 24,-1 0,-48 0,-1 0,0 24,0-24,0 0,1 0,-1 25,0-25,0 0,0 0,1 0,24 25,-25-25,0 0,25 25,-25-25,0 0,25 25,0-1,0 1,0 0,0 0,0 0,0-1,0 1,0 0,0 0,0 0,25-25,0 0,0 0,0 0,-1 0,1 0,0 0,0 0,0 0,-1 0,-24-25,25 25,0 0,0 0,0 0,-1 0,1 0,0 0</inkml:trace>
  <inkml:trace contextRef="#ctx0" brushRef="#br0" timeOffset="102174.3113">3200 11460,'25'0,"-1"0,1 0,0 0,0 0,0 0,-1 0,1 0,0 0,25 0,-26 0,1 0,0 0,0 0,0 0,-1 0,1 0,0 0,-50 0,25-25,-25 25,25-25,-24 25,24-25,0 1,-25 24,25-25,0 50,0-1,0 1,25-25,-25 25,24 0,-24 0,25-1,0-24,-25 25,0 0,-25-25,25 25,-25 0,1-25,24 24,-25-24,0 25,0-25</inkml:trace>
  <inkml:trace contextRef="#ctx0" brushRef="#br0" timeOffset="106278.439">3969 11733,'0'-25,"0"0,0 0,0 0,0 1,0-1,0 0,0 0,0 0,0 1,25-1,-25 0,0 0,24 25,-24-25,0 1,25-1,0 0,-25 0,0 0,25 25,-25-24,0-1,25 25,-25-25,0 0,24 25,-24-25,25 25,-25 25,0 0,25-25,-25 25,0 0,25-25,-25 24,25 1,-1 0,-24 0,25 0,-25-1,25 1,0 25,-25-25,25-1,-25 1,0 0,24 0,-24 0,25-25,-25 24,0 1,0 0,0 0,0 0,25-25,-25-25,0 0,0 0,0 0,0 1,0-1,0 0,0 0,0 0,-25 1,0 24,1 0,-1 0,0 0,0 0,0 0,1 0,-1 0,0 0,0 0,0 0,1 0,-1 0,0 0,0 0,0 0,1 0,-1 0,25 24,-25-24</inkml:trace>
  <inkml:trace contextRef="#ctx0" brushRef="#br1" timeOffset="194648.8427">1166 12005,'25'0,"-25"-24,24-26,1 0,0-24,0 24,24 1,-49 24,25-25,0 26,0-26,0 25,-25 0,24 1,1-1,-25 0,50 0,-50-24,25 49,-25-25,0 0,24 0,1 0,0 1,0-1,0-25,24 25,-49 0,25 1,0-1,0-25,0 50,-1-25,-24 1,25-1,0 25,0-50,0 25,-1 1,1 24,-25-25,25 0,0 0,-25 0,49 1,-24-1,0 0,0 25,-25-25,25 0,-1 25,-24-24,25-1,0 25,-25-25,25 0,0 25,-25-25,24 25,1-24,0 24,0-25,0 0,-1 25,-24-25,25 25,-50 0,1 0,-1 0,0 0,0 0,0 0,1 0,-1 0,0 0,0 0,0 0,1 0,-1 0,25-25,25 1,-1 24,-24-25,25 25,0 0,0 0,0 0,-25-25,24 25,1 0,0 0,0 0,0 0,-1 0,1 0,-25 25,0 0,0-1,0 1,0 0,0 0,0 0,0-1,25-24,-25 25,0 0,0 0,0 0,0-1,0 1,0 0,0 0,0 0,0-1,0 1,0 0,0 0,0-50,0 0,-25 25,25-25,0 1,-25 24,25-25,0 0,0 0,0 0,-24 25,24-24,0-1,0 0,-25 25,25-25,-25 25,0 0,0 0</inkml:trace>
  <inkml:trace contextRef="#ctx0" brushRef="#br1" timeOffset="200120.6843">4738 10319,'24'0,"1"25,0-25,-25 24,25 1,0-25,0 25,-1 0,1 0,0-1,0 1,0 0,-1 0,1 0,-25-1,50 1,-50 0,25 0,-25 0,49-1,-49 1,25 0,0-25,-25 25,25 0,-25-1,24-24,-24 50,25-50,0 25,-25 0,25-1,0 1,-1 0,-24 0,25 0,-25-1,25-24,-25 25,0 0,0 0,0 0,0 0,0-1,0 1,25 25,0-50,-25 49,24-24,1-25,-25 25,25 0,-25 0,25-25,-25 24,0 1,25-25,-1 25,1-25,-25 25,25 0,-25-1,25-24,-25 25,25-25,-25 25,24 0,-24 0,25-1,-50-24,1 0,-1 0,0 0,25-24,-25-1,0 25,1 0,-1-25,-25 25,25-25,1 25,-1 0,0 0,25-25,-25 25,0 0,50 0,-25 25,25-25,0 0,-25 25,25-25,-25 25,24-25,1 25,0-25,0 0,0 24,-1-24,1 0,-25 25,50-25,-25 0,-1 25,1-25,0 0,-25 25,25-25,-25 25,25-25,0 24,-1-24,1 0,-25-24,0-26,0 25,0 0,0 1,0-1,0 0,0 0,0-24,0 24,0 0,0 0,0 0,0 1,0-1,0 0,0 0,0 0,0 1,0-1,0 0,-25 25,25 25,-24-25,24 25,0-1,-25 1,25 0,0 0,0 0,0-1,0 1,-25-25,25 25,0 0,0 0,-25-25,25 24,-25 1,25 0,0 0,-25-25,25 25,0-1,-24-24,24 25</inkml:trace>
  <inkml:trace contextRef="#ctx0" brushRef="#br1" timeOffset="205208.9362">1538 12080,'25'0,"-1"-25,1 0,-25 0,25 25,0-24,0 24,-25-25,25 25,-25-25,24 0,1 25,0 0,-25-25,25 25,-25-24,25 24,-25-25,24 25,1-25,0 25,-25-25,25 25,0 0,-1-25,1 25,-25-24,25-1,0 25,0 0,-25-25,24 25,1-25,0 25,0 0,-25-25,25 25,-25-24,24 24,1 0,-25-25,25 25,0 0,0 0,-1 0,1 0,-25-25,25 25,0 0,0 0,-25-25,24 25,-48 0,-1-25,0 25,0 0,0 0,1 0,24-24,-25 24,0 0,0 0,0 0,25 24,0 1,0 0,0 0,0 0,0-1,25-24,-25 25,0 0,0 0,25-25,-25 25,0-1,0 1,0 0,25-25,0 0,-25-25,24 25,1-25,-25 1,25 24,-25-25,0 0,25 25,-25-25,25 25,-25-25,24 25,-24-24,25-1,-25 0,25 25</inkml:trace>
  <inkml:trace contextRef="#ctx0" brushRef="#br1" timeOffset="210128.9786">4465 11410,'25'0,"-1"0,1 25,0-25,0 0,0 0,-25 25,49-25,-24 25,0-25,0 24,-1-24,1 25,0-25,0 0,0 25,24 0,-24 0,0-25,0 0,0 24,24 1,-24-25,25 0,-50 25,24-25,1 0,0 25,0 0,0-25,-25 24,24-24,1 0,-25 25,25-25,-25 25,25-25,-25 25,0 0,0-1,25-24,-25 25,24-25,-24 25,25-25,-25 25,25-25,-25 25,25-25,0 0,-25 24,24-24,1 0,-25 25,25-25,-25 25,25-25,-25 25,0-50,0 0,0 0,0 1,0-1,0 0,0 0,0 0,0 1,-25 24,0 0,0 0,25 24,0 1,-24-25,24 25,-25 0,25 0,-25-25,25 24,-25-24,25 25,-25-25,25 25,0 0,-24-25,24 25,24-25,1 0,-25 24,25-24,0 0,0 0,-1 0,1 0,0 0,0 0,0 0,-25-24,0-1,0 0</inkml:trace>
  <inkml:trace contextRef="#ctx0" brushRef="#br0" timeOffset="266617.6137">7689 10071,'0'25,"-24"-25,24 49,0-24,0 0,-25 0,25-1,0 1,0 0,0 0,0 0,0-1,0 1,0 0,0 0,0 0,0-1,-25-24,25 25,0 0,-25-25,25 25,0 0,0-1,0-48,0-1,0 0,0 0,0 0,0 1,0-1,0 0,25 0,-25 0,0 1,0-1,0 0,0 0,0 0,25 1,-25-1,0 0,0 0,0 0,0 1,25-1,-25 0,0 0,24 0,1 25,-25-25,0 1,25 24,-25-25,25 0,0 25,-1 0,-24 25,25 0,-25-1,25 1,0 0,-25 0,0 0,25 0,-25-1,0 1,0 0,24-25,-24 25,0 0,25-25,0 24,-25 1,0 0,0 0,25 0,-25-1,0 1,0 0,0 0,0 0,0-1,0 1,0 0,0 0,0 0,0-1,0 1</inkml:trace>
  <inkml:trace contextRef="#ctx0" brushRef="#br0" timeOffset="268615.8681">7615 10393,'25'0,"0"0,-1 0,1 0,0 0,0 0,0 0,-1 0,1 0,0 0,0 0,0 0,-1 0,1 0,0 0,0 0</inkml:trace>
  <inkml:trace contextRef="#ctx0" brushRef="#br0" timeOffset="271186.2282">8334 10368,'25'0,"0"0,0 0,0 0,-1 0,1 0,0 0,0 0,0 0,-1 0,1 0,0 0,0 0,0 0,-1 0,1 0,0 0,0 0,-25-24,0-1,0 0,0 0,-25 25,0-25,25 1,-25 24,25 24,25 1,0 0,0 25,0-26,-25 1,24-25,-24 25,0 0,0 0,-24-1,-1-24,25 25,-25-25,25 25,-25-25,0 25,1-25,24 25,-25-25</inkml:trace>
  <inkml:trace contextRef="#ctx0" brushRef="#br0" timeOffset="272918.371">9079 10046,'0'25,"0"0,0-1,0 1,0 0,0 25,-25-50,25 24,0 1,0 0,0 0,0 0,0-1,0 1,0 25,0-25,0-1,0 1,0 0,0 0,0 0,0-1,0 1,0 0</inkml:trace>
  <inkml:trace contextRef="#ctx0" brushRef="#br0" timeOffset="274935.787">9103 10096,'25'0,"0"0,0 0,0 0,-1 0,1 0,0 0,0-25,0 25,-1-25,1 25,0 0,0 0,0 0,-1-25,1 25,0 0</inkml:trace>
  <inkml:trace contextRef="#ctx0" brushRef="#br0" timeOffset="276400.2237">9178 10269</inkml:trace>
  <inkml:trace contextRef="#ctx0" brushRef="#br0" timeOffset="278241.6788">9029 10418,'25'0,"0"0,-1 0,1 0,0 0,0 0,0 0,-1 0,1 0,0 0,0 0,0 0,-1 0,1 0</inkml:trace>
  <inkml:trace contextRef="#ctx0" brushRef="#br0" timeOffset="280562.9023">9029 10691,'0'25,"25"-25,0 0,-25 24,49-24,-24 0,0 0,0 0,-1 0,1 0,0 0,0 0,0 0,-1 0,1 0,0 0,0 0,0 0,-1 0,1 0,0 0</inkml:trace>
  <inkml:trace contextRef="#ctx0" brushRef="#br0" timeOffset="285995.1821">7640 10964,'0'24,"0"1,-25 0,25 25,0-26,0 1,0 0,0 0,0 25,0-26,0 1,0 0,0 0,0 0,0-1,0 1,0 0,0 0,25-25,0 0,-1 0,26 0,-25 0,0 0,-1 0,1 0,0 0,0 0,0-25,-1 25,1 0</inkml:trace>
  <inkml:trace contextRef="#ctx0" brushRef="#br0" timeOffset="287608.4989">7665 11237,'0'24,"0"1,24 0,1-25,0 0,0 0,0 0,-1 0,1 0,0 0,0 0,0 0</inkml:trace>
  <inkml:trace contextRef="#ctx0" brushRef="#br0" timeOffset="289518.1839">7689 11088,'0'24,"0"1,25-25,0 0,0 0,0 0,-1 0,1 0,0 0,0 0,0 0,-1 0,1 0,0 0,0 0,0 0,0 0,-1 0,1 0,0 0,0 0,0 0,-25-25,24 25</inkml:trace>
  <inkml:trace contextRef="#ctx0" brushRef="#br0" timeOffset="291837.5868">8235 11336,'25'0,"-25"25,25-25,0 0,-1 0,1 0,0 0,0 0,0 0,-1 0,1 0,0 0,0 0,0 0,-1 0,1 0,0 0,0 0,0 0,-1 0,1 0,0 0,-25-25,0 0,0 0,0 0,0 1,0-1,0 50,0-1,0 1,0 0,0 0,25-25,-25 25,0-1,0 1,0 0,-25 0,0 0,0-1,1-24,24 25,-25 0,0-25,25 25</inkml:trace>
  <inkml:trace contextRef="#ctx0" brushRef="#br0" timeOffset="295635.9535">8905 11559,'25'0,"-25"-25,24 25,-24-25,0 1,0-1,25 0,-25 0,25 0,-25 1,0-1,25 0,-25 0,25 25,-25-25,0 1,0-1,25 25,-25-25,0 0,24 25,-24-25,0 0,0 50,25-25,0 25,-25 0,25-25,-25 25,0 0,25-1,-25 1,0 0,24 0,1-25,-25 25,0-1,0 1,25-25,-25 25,0 0,0 0,25-25,-25 24,25 1,-25 0,0 0,0 0,0-1,24-24,-24-24,0-1,0 0,0 0,0 0,0 1,0-1,0 0,-24 25,-1 0,0 0,0 0,0 0,1 0,-1 0,0 0,0 0,0 0,1 0,-1 0,0 0,0 0,0 0,25 25,0 0,-25-1,1 1,-1 25,25-25,-25-1,25 1,-25 0,0 0,25 0,0-1,-24-24,24 25,0 0,-25 0,25 0,0-1</inkml:trace>
  <inkml:trace contextRef="#ctx0" brushRef="#br0" timeOffset="308524.3439">5011 15007,'-25'0,"25"25,0-1,-25-24,25 25,0 0,0 0,-25-25,25 25,0-1,0 1,0 0,0 0,0 0,-25-25,25 24,0 1,-24 0,24 0,0 0,0 0,0-1,0 1,-25 0,25 0,0 0,0-1,0 1,0 0,0-50,0 0,0 1,0-1,0 0,0 0,0 0,0-24,0 24,25 0,-25 0,0 0,0 1,24 24,-24-25,0 0,0 0,0-24,25 49,-25-25,0 0,0 0,25 0,-25 1,25 24,-25-25,0 0,25 25,-25-25,0 0,24 25,-24-24,25 24,0 0,0 0,0 0,-25 24,24 1,1-25,-25 50,25-25,0-1,-25 26,25-25,-25 0,0-1,24 1,1 0,-25 0,0 24,25-24,-25 0,0 0,0 0,25 0,-25-1,0 1,0 0,0 0,0 0,0-1,0 1,0 0,0 0,0-50,0 0,0 0,0 1,0-1,0 0,-25 0,25 0,-25 25,25-24,0-1,-25 0,1 25,24-25,-25 25,0 0,0 0,0 0,1 0,-1 0,0 0,0 0,0 0,1 0,-1 0,0 0,0 0,0 0,25 25,-24-25</inkml:trace>
  <inkml:trace contextRef="#ctx0" brushRef="#br0" timeOffset="310039.7951">5507 15280</inkml:trace>
  <inkml:trace contextRef="#ctx0" brushRef="#br0" timeOffset="312754.7401">6400 15379,'-50'0,"25"0,0 0,1 0,-1 0,0 0,0 0,0 0,1 0,-26 0,25 0,-24 0,-1 0,25 0,0 0,1 0,-1 0,0 0,0 0,0 0,0 0,1 0,-1 0,0 0,0 0,25-25,0 0,25 0,0 1,0-1,-25 0,24 25,-24-25,25 25,-25-25,25 25,-25-24,25 24,-25-25,0 50,-25-1,25 1,-25-25,25 25,-25 0,25 0,-24-25,-1 24,0-24,25 25,0 0,-25-25,25 25,-25-25,25 25,-24-25,24 25,0-1,0 1,24 0,-24 0,25-25,-25 25,0-1,0 1,25-25,-25 25,0 0</inkml:trace>
  <inkml:trace contextRef="#ctx0" brushRef="#br0" timeOffset="315511.1159">6548 14957,'0'25,"0"0,0 0,0-1,0 1,0 0,0 25,0-26,0 1,0 0,0 0,0 0,0-1,0 1,0 0,0 0,0 0,0 0,0-1,0 1,0 0,0 0,0 0,0-1,0 1,0 0,0 0,0 0,25-25,0 0,0 0,0 0,-1 0,1-25,0 25,0 0,0-25,24 25,-24 0,0 0,0-25,0 25,-1 0,1 0</inkml:trace>
  <inkml:trace contextRef="#ctx0" brushRef="#br0" timeOffset="317125.5226">6623 15429,'25'0,"-1"0,1 0,0 0,0 0,0 0,-1 0,-24-25,25 25,0 0,0 0,0 0,0 0,-1 0,1-25</inkml:trace>
  <inkml:trace contextRef="#ctx0" brushRef="#br0" timeOffset="318846.8955">6573 15032,'25'0,"-25"24,25-24,0 0,-1 0,1 0,0 0,-25 25,25-25,0 0,-1 0,1 0,0 0,0 0,0 0,0 0,-1 0,1 0,0 0,0 0,0 0,-1-25,1 25,0 0</inkml:trace>
  <inkml:trace contextRef="#ctx0" brushRef="#br0" timeOffset="321651.3454">4837 16173,'0'24,"25"1,-25 0,0 0,0 0,0-1,0 1,25 0,-25 0,0 0,0 0,0-1,0 1,0 0,0 0,0 0,0-1,0 1,0 0,-25-25,25 25,0 0,0-1,-25-24,25 25,-25 0,25 0,0 0,-25-25,25 24,0 1,0 0,25-25,0 0,0 0,24 0,-24 0,0 0,0 0,24 0,-24 0,0 0,0 0,0 0,-1-25,1 25,0 0,0 0,0 0,-1-25,1 25,0-24,0 24</inkml:trace>
  <inkml:trace contextRef="#ctx0" brushRef="#br0" timeOffset="322988.1989">4887 16594,'24'0,"1"0,0 0,0 0,0 0,-1 0,1 0,0 0,0 0,0 0,-1 0,1 0,0 0,0 0,0 0,-1 0</inkml:trace>
  <inkml:trace contextRef="#ctx0" brushRef="#br0" timeOffset="324721.6843">4812 16272,'25'0,"0"0,0 0,-1 0,1 0,0 0,0 0,0 0,-1 0,1 0,0 0,0 0,0 0,-1 0,1 0,0 0,0 0,0 0,-1 0,1 0</inkml:trace>
  <inkml:trace contextRef="#ctx0" brushRef="#br0" timeOffset="326787.1905">5804 16619,'50'0,"-25"0,24 0,-24 0,0 0,0 0,0 0,24 0,-24 0,0 0,0 0,24 0,-24 0,0 0,0 0,-1 0,1 0,0 0,0 0,0 0,-1 0,1 0,0 0,0 0,0 0,-1 0,1 0,0 0</inkml:trace>
  <inkml:trace contextRef="#ctx0" brushRef="#br0" timeOffset="329433.2975">5953 16421,'0'25,"-25"-25,25 24,-24-24,-1 0,25 25,-25-25,25 25,-25-25,25 25,-25 0,0-25,25 24,-24-24,24 25,-25-25,50 0,-1 0,1 0,0 25,0 0,0-25,-25 25,25-25,-1 0,-24 24,25-24,0 0,-25 25,25-25,-25 25,25-25,-25 25</inkml:trace>
  <inkml:trace contextRef="#ctx0" brushRef="#br0" timeOffset="331531.0182">6995 16247,'-25'0,"25"25,0 0,0-1,-25 26,25 0,-24-25,24-1,-25 26,25-25,0 24,-25-24,0 0,25 0,0 0,-25-1,25 1,0 0,0 0,0 0,0-1,-25-24,25 25,-24-25,24 25,0 0,0 0</inkml:trace>
  <inkml:trace contextRef="#ctx0" brushRef="#br0" timeOffset="333785.5256">7045 16297,'0'24,"0"1,0 0,0 25,0-25,0 24,0-24,0 0,0 0,0-1,0 26,0-25,24 0,-24-1,0 1,0 0,25 0,-25 0,0-1,25-24,-25 25,0 0,0 0,25-25,-25 25,0-1,0 1</inkml:trace>
  <inkml:trace contextRef="#ctx0" brushRef="#br0" timeOffset="336255.6948">7045 16768,'-25'0,"0"0,0 0,0 0,1 0,-1 0,25 25,0 0,0-1,-25-24,25 25,-25 0,25 0,0 0,-25-25,0 24,25 1,-24 0,24 0,-25-25,25 25,-25-25,25 24,-25-24,25 25,0 0,-25-25</inkml:trace>
  <inkml:trace contextRef="#ctx0" brushRef="#br0" timeOffset="338262.7197">6970 16346,'25'0,"0"0,0 0,-25-25,24 25,-24 25,0 0,0 0,0 0,0 0,-24-25</inkml:trace>
  <inkml:trace contextRef="#ctx0" brushRef="#br1" timeOffset="366039.9312">6226 11807,'0'-25,"25"0,-25 1,25-1,-1 0,1 0,-25 0,25 1,0-1,0 0,-1-25,1 26,0-26,0 25,0 0,-1-24,1 24,0-25,0 26,0-1,-1 0,-24 0,25 0,-25 0,25 25,0-24,-25-1,25 0,-1 0,1 25,-25-25,25 25,-25-49,25 49,-25-25,25 25,0-50,-1 26,-24-1,25 0,0 25,-25-25,25 25,-25-25,25 25,-25-24,24-1,1 25,-25-25,25 25,-25-25,25 25,-25-25,0 1,25 24,-1 0,-24-25,25 25,-25-25,25 25,-25-25,0 0,25 25,-25-24,-25 24,25 24,-25-24,25 25,-25-25,1 0,24 25,-25-25,0 0,25 25,-25-25,0 0,1 25,-1-25,25 24,-25-24,50 0,-25-24,25 24,-1-25,1 25,0 0,0-25,0 25,-1 0,1-25,0 25,-25-25,25 25,-25 25,-25 0,0 0,25 0,-25-1,1-24,24 25,-25-25,25 25,-25-25,25 25,-25 0,0-25,25 24,-24-24,24 25,-25-25,25 25,25-25,-1 0,-24-25,25 25,0 0,-25-25,25 1,-25-1,25 25,-1-25,1 25,-25-25,25 25,-25-25,25 1,0 24,-25-25,24 25,-24-25,25 25,-25-25,25 25,-25-25,0 50,0 0,-25-25,25 25,0 0,0-1,0 1,-25-25,25 25,0 0,0 0,-24-1,-1-24,25 25,0 0,0 0,0 0,0-1,0 1,0 0,0 0</inkml:trace>
  <inkml:trace contextRef="#ctx0" brushRef="#br1" timeOffset="369689.6823">6400 11931,'24'0,"1"0,0-25,0 25,0-25,24 1,-49-1,25 25,25-25,-26 0,1 0,0 25,0-24,0 24,-1-25,1 0,0 25,0-25,0 25,-25-25,25 25,-25-24,24 24,1-25,0 0,0 25,-25-25,25 25,-1 0,1-25,-25 1,25 24,0-25,0 0,-1 25,1-25,0 0,0 25,-25-24,25 24,-25-25,-25 25,0 0,0 0,0 0,1 0,-1 0,0 0,50 0,0 0,-1 0,1 0,0 0,0 0,0 0,-1 0,1 0,0 0,-25 25,0-1,0 1,0 0,-25-25,25 25,0 24,-25-49,25 25,0 0,0 0,0 0,-24-25,24 24,0 1,0 0</inkml:trace>
  <inkml:trace contextRef="#ctx0" brushRef="#br1" timeOffset="376564.722">9649 10294,'0'25,"25"0,0-25,-25 24,24-24,-24 25,50 0,-50 0,25 0,0-25,-1 49,1-24,0 0,0 0,-25-1,25 26,-1-25,-24 0,0-1,25-24,-25 50,25-25,0 0,-25 24,25-24,-25 0,25 0,-1-1,1 1,0 0,-25 0,25 0,-25-1,25 1,-1-25,-24 25,25 0,-25 0,0 0,25-25,-25 24,25-24,-25 25,25 0,-25 0,24 0,-24-1,25-24,-25 25,0 0,25-25,-25 25,25 0,-25-1,25 1,-25 0,24-25,-24 25,25-25,-25 25,0-1,25-24,-25 25,25 0,-25 0,0 0,0-1,0-48,-25-1,0 0,0 25,1-25,24 0,-25 25,0-24,0 24,25-25,-49 25,49-25,-25 25,25-25,-25 25,0 0,0 0,25 25,0 0,25-25,0 25,0-1,-25 1,25 0,-1-25,1 25,-25 0,25-25,0 24,-25 1,25-25,-1 0,-24 25,25-25,0 0,-25 25,25-25,0 0,-1 0,-24-25,25 25,-25-25,0 0,25 25,-25-24,25 24,-25-25,0 0,0 0,0 0,25 1,-25-1,0 0,0 0,0 0</inkml:trace>
  <inkml:trace contextRef="#ctx0" brushRef="#br1" timeOffset="380609.1135">9475 11237,'25'24,"0"-24,-25 25,25-25,0 25,-25 0,49 0,-24-1,0 1,0-25,-1 25,1 0,0 0,0-25,-25 24,25 1,-1-25,1 0,-25 25,25-25,-25 25,25-25,-25 25,25-1,-1 1,1-25,0 25,-25 0,25 0,0-25,0 24,-1 1,1-25,-25 25,25 0,0-25,-25 25,25-25,-25 24,24-24,-24 25,0-50,0 1,0-1,0 0,0 0,0 0,0 1,0-1,0 0,0 0,0 0,0 1,0 48,0 1,0 0,0 0,0 0,25-25,-25 24,0 1,0 0,0 0,0 0,0-1,0 1,0 0,0 0,0 0,-25-25,1 0,-1 0,0 0,0 0,0 0,1 0,-1 0,0 0,0 0,0 0,0 0,1 0,-1 0,0 0,0 0</inkml:trace>
  <inkml:trace contextRef="#ctx0" brushRef="#br1" timeOffset="389700.8211">10716 13345,'0'25,"0"24,0 1,0 0,0 24,0 25,-25 0,25-24,0-26,0 26,0-26,0 1,0-25,0 24,0 1,0 0,0-1,0-24,0 0,0 25,0-26,0 1,0 0,0 0,0 0,0-1,0 1,0 0,0 0,0 0,0-1,-25-24,0 0,25 25,-25-25,-24 25,-1-25,-49 25,0-25,24 0,-24 25,25-25,-26 24,26-24,0 0,-1 25,1-25,-1 0,26 0,-26 0,26 0,24 25,-25-25,-24 25,24-25,26 25,-1-25,0 0,0 0,0 24,1-24,-1 0,0 0,0 0,0 0,0 0,-24 0,-26 0,26 0,-1 0,1 0,-1 0,25 0,-49 0,49 0,-25 0,26 0,-26 0,25 0,-24 25,24-25,0 0,0 0,0 25,-24-25,24 0,0 0,0 0,1 0,-1 0,0 25,0 0,0-25,0 0,1 0,-1 0,0 0,-25 0,1 24,-1-24,1 25,-26-25,50 0,-49 0,49 0,-24 0,24 0,0 0,0 25,0-25,1 0,-1 0,0 0,25-25,25 25,-25-25,25 1,-1-1,-24 0,25 25,0 0,0-25,-25 0,25 1,-1 24,1-25,-50 50,25-1,-24-24,24 25,-25-25,25 25,-25-25,0 25,0 0,25-1,-24-24,24 25,-25-25,25 25,-25-25,25 25,-25-25,25 25,0-1,25 1,0-25,-25 25,25 0,-1-25,-24 25,25-25,0 0,-25 24,25-24,-25 25,25-25,-25 25,24-25,-24 25,25-25,0 0</inkml:trace>
  <inkml:trace contextRef="#ctx0" brushRef="#br1" timeOffset="397072.8635">4638 15280,'-24'0,"-26"0,25 0,0 0,-24 0,-26 0,26 0,-50 0,24 24,1-24,-1 0,51 0,-26 25,0-25,1 0,24 25,0-25,0 0,1 0,-1 0,0 0,0 0,0 0,0 0,-24 0,-1 0,-24 0,-25 0,-1 0,1 0,25 0,-1 0,26 0,-1 0,1 0,-1 0,0 0,26 0,-1 0,-25 0,0 0,-24 0,24 0,1 0,-1-25,1 25,-1 0,-24 0,-1 0,26-25,24 25,0 0,-25 0,26 0,-1 0,0 0,0 0,0-24,1 24,-1 0,-25 0,1 0,24 0,0 0,-25 0,1 0,24-25,0 25,-49 0,49 0,0 0,0 0,-24 0,24 0,0 0,0 0,0 0,1 0,24-25,0 0,0 0,0-24,0 24,0-25,0 26,0-26,0 25,0 0,0-24,0 24,24 0,-24 0,0 1,0-1,0-25,25 50,-25-25,0-24,0 24,0 0,0 0,0 1,0-1,0 0,0 0,0 0,25 25,-25-24,0-1,0 0,0 0,0 0,25 0,-25 1,0-1,0 0,0 0,0 0,0 1,0-1,0 0,0 0,0 0,0 1,-25 24,25-25,-25 25,0 0,1 0,-1 0,0 0,25 25,-25-25,0 24,1-24,24 25,-25-25,25 25,-25 0,25 0,-25-25,25 24,0 1,-25-25,25 25,25-25,0 0,-25-25,25 25,-25-25,25 1,-1 24,-24-25,25 25,-25-25,25 0,0 0,0 25,-25-24,24 24,-24-25,0 0,25 25,-25-25,25 25,0 25,-25 0,25-25,-25 25,0-1,24-24,1 0,-25 25,25-25,0 25,0-25,-25 25,24-25,1 0,0 25</inkml:trace>
  <inkml:trace contextRef="#ctx0" brushRef="#br1" timeOffset="405014.886">10939 13419,'0'50,"0"-25,0 24,25 26,-25-1,0 100,0-75,0 25,0-50,0-24,0 0,0-26,0 26,0-25,0 25,0-26,0 1,0 0,0 0,0 0,0-1,-25 51,0 24,-25 124,1 124,24-247,25-26,0-24,-25-1,25 1,0-25,0 0,0-1,0 1,0 0,0 0,0 0,-25-25,1 24,-1 1,0 0,-25-25,26 25,-26 0,0-25,1 0,-1 24,1-24,-26 25,26-25,-26 0,26 0,-1 0,25 0,-25 0,1 0,-1 25,-24-25,24 0,1 0,-1 0,0 25,1-25,-1 25,25-25,-24 0,24 0,-25 0,26 0,-1 0,0 0,0 0,0 0,25 24,-24-24,-1 0,0 0,0 0,0 0,1 0,-26 25,0-25,-24 0,24 0,1 0,24 25,-25-25,25 25,1-25,-1 0,0 0,0 25,0-25,1 24,-26-24,25 0,-24 25,49 0,-25-25,0 0,0 0,25 25,-25-25,1 0,-1 25,0-25,0 0,0 0,1 24,-1-24,0 0,25 25,-25-25,0 0,1 0,-1 0,25 25,-25-25,0 0,25 25,0 0,-25-25,0 0,1 0,-1 0,0 0,0 0,0 0,1 0,-1 0,0 0,0 0,0 0,1 0,-1 0,0 0,0 0,0 0,1 0,-1 0,0 0,0 0,0 25,1-1,-1-24,0 25,0-25,50-25,-25 1,25 24,-25-25,25 25,-25-25,24 0,1 0,-25 0,25 25,-25-24,25-1,0 0,-1 0,-24 0,25 1,-25 48,-25 1,1 0,-1-25,25 25,-25-25,0 25,0-1,25 1,-24-25,24 25,-25-25,0 25,0 0,0 0,1-25,24 24,-25-24,25 25,-25 0,0-25,25 25,25-25,0 0,0 25,-1-25,1 0,0 0,-25 24,25-24,0 25,-1-25,1 0,-25 25,25-25,0 0,0 25,-1-25</inkml:trace>
  <inkml:trace contextRef="#ctx0" brushRef="#br1" timeOffset="411825.6869">4589 16545,'0'25,"-25"-25,0 0,0 0,1 0,-1 0,0 0,-25 0,-74-25,50 0,-25 25,24 0,26-25,-1 25,-24 0,24 0,1 0,-1 0,25 0,0 0,-24 0,24 0,0 0,0 0,0 0,-24 0,-1 0,-24 0,-25 0,-1 0,26 0,0-25,-1 25,-24 0,25 0,24 0,25 0,-25 0,26 0,-1 0,0 0,0 25,0-25,1 0,-26 0,-24 0,-1 0,26 0,-26 0,26 0,-1 0,-24-25,-1 25,26-24,-1 24,-24 0,24 0,25 0,0 0,-24 0,24 0,0 0,0 0,0 0,1 0,-1 0,0 0,0 0,0 0,1 0,-26 0,0 0,26-25,-1 25,0-25,0 25,0 0,1 0,-1 0,-25-25,25 25,1 0,-1 0,0 0,-25-25,26 25,-1 0,0 0,25-25,0 1,0-1,0 0,25-25,-25 26,25-26,-25 0,0 26,24-1,-24 0,0 0,25 0,-25-24,0-1,0 25,0 1,0-1,0-25,25 25,-25 1,0-26,0 25,0 0,25-24,-25 24,0 0,0 0,0-24,0 24,0 0,0 0,0 0,0 1,0-1,0 0,25 25,-25-25,0 0,0 1,0-1,0 0,0 0,0-24,-25 49,25-25,0 0,0 0,0 0,0 1,0-1,0 0,0 0,0-24,0 24,0-25,0 25,0 1,0-1,0 0,0 0,0 0,0 1,0-1,0 0,0 0,0 0,0 1,0-1,0 0,25 25,-1 0,-24-25,0 0,0 0,0 1,0-1,0 0,0-25,0 26,0-1,0 0,0 0,0 0,0 1,0-1,0 0,0 0,0 0,0 1,-24 24,24-25,0 0,0 0,0 0,-25 25,0 0,25 25,-25 0,0-25,25 25,-24 0,24-1,-25 1,25 0,-25 0,0-25,25 25,-25-25,25 24,-24-24,24 25,0 0,-25-25,0 25,50-25,-25-25,25 0,-25 0,24 25,-24-24,25 24,0-50,0 0,0 26,-1-1,1 0,0 0,0 25,-25-25,25 25,-25-24,24-1,-24 50,0-1,25-24,0 25,0-25,-25 25,0 0,25-25,-25 25,24-25,1 0,-25 24,25-24,-25 25,0 0,25-25,-25 25,25-25,-1 0,1 0,-25 25,25-25</inkml:trace>
  <inkml:trace contextRef="#ctx0" brushRef="#br1" timeOffset="496720.771">10616 11733,'0'-25,"0"0,25 25,-25-25,0 0,0 1,25 24,-25-25,0 0,25 25,-25-25,25 0,-25 1,24 24,1 0,-25-25,25 0,-25 50,-25-25,0 0,25 25,0-1,0 1,-24 0,24 0,0 0,-25-25,25 24,0 1,-25-25,25 25,-25 0,0 0,25-1,0 1,-24-25,-1 0,0 0,0 0,0 0,1 0,-1 0,0 0,25-25,-25 25,0 0,1 0,-1 0,0 0,0 0,0 0,25-24,-24 24,24-25,0 0,0 0,24 25,-24-25,25 25,-25-24,25 24,0 0,0 0,-1 0,1 0,0 0,-25 24,25-24,0 0,-1 0,-24 25,25-25,0 0,0 0,-25 25,25-25,-1 0,-24 25,25-25,0 25,-25-1,25-24,-25 25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0T13:43:59.677"/>
    </inkml:context>
    <inkml:brush xml:id="br0">
      <inkml:brushProperty name="width" value="0.1" units="cm"/>
      <inkml:brushProperty name="height" value="0.1" units="cm"/>
      <inkml:brushProperty name="color" value="#E71224"/>
    </inkml:brush>
  </inkml:definitions>
  <inkml:trace contextRef="#ctx0" brushRef="#br0">-2147483648-2147483648 16383 0 0,'0'0'0'0'0,"0"0"0"0"0,0 0 0 0 0,0 0 0 0 0,0 0 0 0 0,0 0 0 0 0,0 0 0 0 0,0 0-16383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0T13:43:59.678"/>
    </inkml:context>
    <inkml:brush xml:id="br0">
      <inkml:brushProperty name="width" value="0.1" units="cm"/>
      <inkml:brushProperty name="height" value="0.1" units="cm"/>
      <inkml:brushProperty name="color" value="#E71224"/>
    </inkml:brush>
  </inkml:definitions>
  <inkml:trace contextRef="#ctx0" brushRef="#br0">10636 10411 16383 0 0,'13'0'0'0'0,"18"-13"0"0"0,17-5 0 0 0,6 8 0 0 0,8 12 0 0 0,0 6 0 0 0,-5 7 0 0 0,-4 9 0 0 0,-6 5 0 0 0,-9 12 0 0 0,-13 12 0 0 0,-16 2 0 0 0,-23-6 0 0 0,-17-6 0 0 0,-8-5 0 0 0,-11-7 0 0 0,-11-10 0 0 0,-8-8 0 0 0,2-13 0 0 0,17-13 0 0 0,32-4 0 0 0,32 0 0 0 0,27 4 0 0 0,18 4 0 0 0,14 4 0 0 0,8 2 0 0 0,1 1 0 0 0,3 2 0 0 0,-2 1 0 0 0,-1 0 0 0 0,-1-1 0 0 0,-2 1 0 0 0,-14-1-16383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10T13:43:59.679"/>
    </inkml:context>
    <inkml:brush xml:id="br0">
      <inkml:brushProperty name="width" value="0.1" units="cm"/>
      <inkml:brushProperty name="height" value="0.1" units="cm"/>
      <inkml:brushProperty name="color" value="#E71224"/>
    </inkml:brush>
  </inkml:definitions>
  <inkml:trace contextRef="#ctx0" brushRef="#br0">24977 10435 16383 0 0,'6'-6'0'0'0,"9"-3"0"0"0,10 2 0 0 0,12 0 0 0 0,14 2 0 0 0,11 2 0 0 0,2 8 0 0 0,-10 16 0 0 0,-21 11 0 0 0,-23 6 0 0 0,-19 2 0 0 0,-21 8 0 0 0,-20-4 0 0 0,-7-3 0 0 0,-7 4 0 0 0,6 7 0 0 0,21 0 0 0 0,30-7 0 0 0,28-12 0 0 0,25-11 0 0 0,11-4 0 0 0,2 2 0 0 0,4-3 0 0 0,12-9 0 0 0,0-15 0 0 0,-14-4-16383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11-Aug-23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68288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11-Aug-23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5484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11-Aug-23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85283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11-Aug-23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86614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11-Aug-23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18650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11-Aug-23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75612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11-Aug-23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764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11-Aug-23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72199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11-Aug-23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58503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11-Aug-23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35734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11-Aug-23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9750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11-Aug-23</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49299844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0.png"/><Relationship Id="rId7" Type="http://schemas.openxmlformats.org/officeDocument/2006/relationships/image" Target="../media/image410.png"/><Relationship Id="rId2" Type="http://schemas.openxmlformats.org/officeDocument/2006/relationships/customXml" Target="../ink/ink2.xml"/><Relationship Id="rId1" Type="http://schemas.openxmlformats.org/officeDocument/2006/relationships/slideLayout" Target="../slideLayouts/slideLayout2.xml"/><Relationship Id="rId6" Type="http://schemas.openxmlformats.org/officeDocument/2006/relationships/customXml" Target="../ink/ink4.xml"/><Relationship Id="rId5" Type="http://schemas.openxmlformats.org/officeDocument/2006/relationships/image" Target="../media/image310.png"/><Relationship Id="rId4" Type="http://schemas.openxmlformats.org/officeDocument/2006/relationships/customXml" Target="../ink/ink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xmlns="" id="{88294908-8B00-4F58-BBBA-20F71A40AA9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Shape 9">
            <a:extLst>
              <a:ext uri="{FF2B5EF4-FFF2-40B4-BE49-F238E27FC236}">
                <a16:creationId xmlns:a16="http://schemas.microsoft.com/office/drawing/2014/main" xmlns="" id="{4364C879-1404-4203-8E9D-CC5DE0A621A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11">
            <a:extLst>
              <a:ext uri="{FF2B5EF4-FFF2-40B4-BE49-F238E27FC236}">
                <a16:creationId xmlns:a16="http://schemas.microsoft.com/office/drawing/2014/main" xmlns="" id="{84617302-4B0D-4351-A6BB-6F0930D943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13">
            <a:extLst>
              <a:ext uri="{FF2B5EF4-FFF2-40B4-BE49-F238E27FC236}">
                <a16:creationId xmlns:a16="http://schemas.microsoft.com/office/drawing/2014/main" xmlns="" id="{DA2C7802-C2E0-4218-8F89-8DD7CCD2CD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Rectangle 15">
            <a:extLst>
              <a:ext uri="{FF2B5EF4-FFF2-40B4-BE49-F238E27FC236}">
                <a16:creationId xmlns:a16="http://schemas.microsoft.com/office/drawing/2014/main" xmlns="" id="{A6D7111A-21E5-4EE9-8A78-10E5530F011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7">
            <a:extLst>
              <a:ext uri="{FF2B5EF4-FFF2-40B4-BE49-F238E27FC236}">
                <a16:creationId xmlns:a16="http://schemas.microsoft.com/office/drawing/2014/main" xmlns="" id="{A3969E80-A77B-49FC-9122-D89AFD5EE1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9">
            <a:extLst>
              <a:ext uri="{FF2B5EF4-FFF2-40B4-BE49-F238E27FC236}">
                <a16:creationId xmlns:a16="http://schemas.microsoft.com/office/drawing/2014/main" xmlns="" id="{1849CA57-76BD-4CF2-80BA-D7A46A01B7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17" name="Freeform: Shape 21">
            <a:extLst>
              <a:ext uri="{FF2B5EF4-FFF2-40B4-BE49-F238E27FC236}">
                <a16:creationId xmlns:a16="http://schemas.microsoft.com/office/drawing/2014/main" xmlns="" id="{35E9085E-E730-4768-83D4-6CB7E989715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23">
            <a:extLst>
              <a:ext uri="{FF2B5EF4-FFF2-40B4-BE49-F238E27FC236}">
                <a16:creationId xmlns:a16="http://schemas.microsoft.com/office/drawing/2014/main" xmlns="" id="{973272FE-A474-4CAE-8CA2-BCC8B476C3F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3" name="Subtitle 2"/>
          <p:cNvSpPr>
            <a:spLocks noGrp="1"/>
          </p:cNvSpPr>
          <p:nvPr>
            <p:ph type="subTitle" idx="1"/>
          </p:nvPr>
        </p:nvSpPr>
        <p:spPr>
          <a:xfrm>
            <a:off x="4439633" y="4518923"/>
            <a:ext cx="3312734" cy="1141851"/>
          </a:xfrm>
          <a:noFill/>
        </p:spPr>
        <p:txBody>
          <a:bodyPr>
            <a:normAutofit/>
          </a:bodyPr>
          <a:lstStyle/>
          <a:p>
            <a:endParaRPr lang="en-GB" sz="2000">
              <a:solidFill>
                <a:srgbClr val="080808"/>
              </a:solidFill>
            </a:endParaRPr>
          </a:p>
        </p:txBody>
      </p:sp>
      <p:sp>
        <p:nvSpPr>
          <p:cNvPr id="2" name="Title 1"/>
          <p:cNvSpPr>
            <a:spLocks noGrp="1"/>
          </p:cNvSpPr>
          <p:nvPr>
            <p:ph type="ctrTitle"/>
          </p:nvPr>
        </p:nvSpPr>
        <p:spPr>
          <a:xfrm>
            <a:off x="3204642" y="2353641"/>
            <a:ext cx="5782716" cy="2150719"/>
          </a:xfrm>
          <a:noFill/>
        </p:spPr>
        <p:txBody>
          <a:bodyPr anchor="ctr">
            <a:normAutofit/>
          </a:bodyPr>
          <a:lstStyle/>
          <a:p>
            <a:r>
              <a:rPr lang="en-GB" sz="3600">
                <a:solidFill>
                  <a:srgbClr val="080808"/>
                </a:solidFill>
                <a:cs typeface="Calibri Light"/>
              </a:rPr>
              <a:t>Travelling Salesman Problem</a:t>
            </a:r>
            <a:endParaRPr lang="en-GB" sz="3600">
              <a:solidFill>
                <a:srgbClr val="080808"/>
              </a:solidFill>
            </a:endParaRPr>
          </a:p>
        </p:txBody>
      </p:sp>
      <p:sp>
        <p:nvSpPr>
          <p:cNvPr id="21" name="Freeform: Shape 25">
            <a:extLst>
              <a:ext uri="{FF2B5EF4-FFF2-40B4-BE49-F238E27FC236}">
                <a16:creationId xmlns:a16="http://schemas.microsoft.com/office/drawing/2014/main" xmlns="" id="{E07981EA-05A6-437C-88D7-B377B92B031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Rectangle 27">
            <a:extLst>
              <a:ext uri="{FF2B5EF4-FFF2-40B4-BE49-F238E27FC236}">
                <a16:creationId xmlns:a16="http://schemas.microsoft.com/office/drawing/2014/main" xmlns="" id="{15E3C750-986E-4769-B1AE-49289FBEE7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8655" y="193964"/>
            <a:ext cx="11035145" cy="6386945"/>
          </a:xfrm>
        </p:spPr>
        <p:txBody>
          <a:bodyPr/>
          <a:lstStyle/>
          <a:p>
            <a:pPr marL="0" indent="0">
              <a:spcBef>
                <a:spcPts val="0"/>
              </a:spcBef>
              <a:buNone/>
            </a:pPr>
            <a:r>
              <a:rPr lang="en-US" dirty="0"/>
              <a:t>This humorously named problem refers to the following situation:</a:t>
            </a:r>
          </a:p>
          <a:p>
            <a:pPr marL="0" indent="0">
              <a:lnSpc>
                <a:spcPct val="100000"/>
              </a:lnSpc>
              <a:spcBef>
                <a:spcPts val="0"/>
              </a:spcBef>
              <a:buNone/>
            </a:pPr>
            <a:endParaRPr lang="en-US" dirty="0"/>
          </a:p>
          <a:p>
            <a:pPr marL="0" indent="0" algn="just">
              <a:lnSpc>
                <a:spcPct val="100000"/>
              </a:lnSpc>
              <a:spcBef>
                <a:spcPts val="0"/>
              </a:spcBef>
              <a:buNone/>
            </a:pPr>
            <a:r>
              <a:rPr lang="en-US" dirty="0"/>
              <a:t>A </a:t>
            </a:r>
            <a:r>
              <a:rPr lang="en-US" i="1" dirty="0"/>
              <a:t>travelling salesman</a:t>
            </a:r>
            <a:r>
              <a:rPr lang="en-US" dirty="0"/>
              <a:t>, named Rover plans to visit each of n cities. He wishes to visit each city once and only once, arriving back to city from where he started. The distance between City i and City j is </a:t>
            </a:r>
            <a:r>
              <a:rPr lang="en-US" dirty="0" err="1"/>
              <a:t>c</a:t>
            </a:r>
            <a:r>
              <a:rPr lang="en-US" baseline="-25000" dirty="0" err="1"/>
              <a:t>ij</a:t>
            </a:r>
            <a:r>
              <a:rPr lang="en-US" dirty="0"/>
              <a:t>. What is the shortest tour Rover can take?</a:t>
            </a:r>
          </a:p>
          <a:p>
            <a:pPr algn="just"/>
            <a:r>
              <a:rPr lang="en-US" dirty="0"/>
              <a:t>If there are n cities, there are (n - 1)! possible ways for his tour. For example, if the number of cities to be visited is 5, then there are 4! different combinations. Such type of problems can be solved by the assignment method.</a:t>
            </a:r>
          </a:p>
          <a:p>
            <a:pPr algn="just"/>
            <a:r>
              <a:rPr lang="en-US" dirty="0"/>
              <a:t>Let </a:t>
            </a:r>
            <a:r>
              <a:rPr lang="en-US" dirty="0" err="1"/>
              <a:t>c</a:t>
            </a:r>
            <a:r>
              <a:rPr lang="en-US" baseline="-25000" dirty="0" err="1"/>
              <a:t>ij</a:t>
            </a:r>
            <a:r>
              <a:rPr lang="en-US" dirty="0"/>
              <a:t> be the distance (or cost or time) between City i to City j and</a:t>
            </a:r>
          </a:p>
          <a:p>
            <a:pPr marL="0" indent="0" algn="just">
              <a:lnSpc>
                <a:spcPct val="100000"/>
              </a:lnSpc>
              <a:spcBef>
                <a:spcPts val="0"/>
              </a:spcBef>
              <a:buNone/>
            </a:pPr>
            <a:endParaRPr lang="en-US" dirty="0"/>
          </a:p>
        </p:txBody>
      </p:sp>
      <p:pic>
        <p:nvPicPr>
          <p:cNvPr id="4" name="Picture 3"/>
          <p:cNvPicPr>
            <a:picLocks noChangeAspect="1"/>
          </p:cNvPicPr>
          <p:nvPr/>
        </p:nvPicPr>
        <p:blipFill>
          <a:blip r:embed="rId2"/>
          <a:stretch>
            <a:fillRect/>
          </a:stretch>
        </p:blipFill>
        <p:spPr>
          <a:xfrm>
            <a:off x="318655" y="4968505"/>
            <a:ext cx="6722399" cy="1281113"/>
          </a:xfrm>
          <a:prstGeom prst="rect">
            <a:avLst/>
          </a:prstGeom>
        </p:spPr>
      </p:pic>
      <p:sp>
        <p:nvSpPr>
          <p:cNvPr id="5" name="Rectangle 4"/>
          <p:cNvSpPr/>
          <p:nvPr/>
        </p:nvSpPr>
        <p:spPr>
          <a:xfrm>
            <a:off x="7469591" y="5326288"/>
            <a:ext cx="4223645" cy="923330"/>
          </a:xfrm>
          <a:prstGeom prst="rect">
            <a:avLst/>
          </a:prstGeom>
        </p:spPr>
        <p:txBody>
          <a:bodyPr wrap="square">
            <a:spAutoFit/>
          </a:bodyPr>
          <a:lstStyle/>
          <a:p>
            <a:pPr algn="just"/>
            <a:r>
              <a:rPr lang="en-US" dirty="0">
                <a:solidFill>
                  <a:srgbClr val="000000"/>
                </a:solidFill>
                <a:latin typeface="Raleway"/>
              </a:rPr>
              <a:t>The following example will help you in understanding the </a:t>
            </a:r>
            <a:r>
              <a:rPr lang="en-US" b="1" dirty="0">
                <a:solidFill>
                  <a:srgbClr val="000000"/>
                </a:solidFill>
                <a:latin typeface="Raleway"/>
              </a:rPr>
              <a:t>travelling salesman problem</a:t>
            </a:r>
            <a:r>
              <a:rPr lang="en-US" dirty="0">
                <a:solidFill>
                  <a:srgbClr val="000000"/>
                </a:solidFill>
                <a:latin typeface="Raleway"/>
              </a:rPr>
              <a:t> of operation research.</a:t>
            </a:r>
            <a:endParaRPr lang="en-US" dirty="0"/>
          </a:p>
        </p:txBody>
      </p:sp>
      <p:sp>
        <p:nvSpPr>
          <p:cNvPr id="6" name="Rectangle 5"/>
          <p:cNvSpPr/>
          <p:nvPr/>
        </p:nvSpPr>
        <p:spPr>
          <a:xfrm>
            <a:off x="1814945" y="6377223"/>
            <a:ext cx="9185564" cy="369332"/>
          </a:xfrm>
          <a:prstGeom prst="rect">
            <a:avLst/>
          </a:prstGeom>
        </p:spPr>
        <p:txBody>
          <a:bodyPr wrap="square">
            <a:spAutoFit/>
          </a:bodyPr>
          <a:lstStyle/>
          <a:p>
            <a:r>
              <a:rPr lang="en-US" dirty="0"/>
              <a:t>Ref: http://www.universalteacherpublications.com/univ/ebooks/or/Ch6/travsales.htm</a:t>
            </a:r>
          </a:p>
        </p:txBody>
      </p:sp>
      <p:graphicFrame>
        <p:nvGraphicFramePr>
          <p:cNvPr id="7" name="Table 5">
            <a:extLst>
              <a:ext uri="{FF2B5EF4-FFF2-40B4-BE49-F238E27FC236}">
                <a16:creationId xmlns:a16="http://schemas.microsoft.com/office/drawing/2014/main" xmlns="" id="{92544238-81E3-4D55-8F31-FB530D4FABCD}"/>
              </a:ext>
            </a:extLst>
          </p:cNvPr>
          <p:cNvGraphicFramePr>
            <a:graphicFrameLocks noGrp="1"/>
          </p:cNvGraphicFramePr>
          <p:nvPr>
            <p:extLst>
              <p:ext uri="{D42A27DB-BD31-4B8C-83A1-F6EECF244321}">
                <p14:modId xmlns:p14="http://schemas.microsoft.com/office/powerpoint/2010/main" val="2513424747"/>
              </p:ext>
            </p:extLst>
          </p:nvPr>
        </p:nvGraphicFramePr>
        <p:xfrm>
          <a:off x="90572" y="2800314"/>
          <a:ext cx="6071237" cy="3908200"/>
        </p:xfrm>
        <a:graphic>
          <a:graphicData uri="http://schemas.openxmlformats.org/drawingml/2006/table">
            <a:tbl>
              <a:tblPr firstRow="1" bandRow="1">
                <a:tableStyleId>{5C22544A-7EE6-4342-B048-85BDC9FD1C3A}</a:tableStyleId>
              </a:tblPr>
              <a:tblGrid>
                <a:gridCol w="954296">
                  <a:extLst>
                    <a:ext uri="{9D8B030D-6E8A-4147-A177-3AD203B41FA5}">
                      <a16:colId xmlns:a16="http://schemas.microsoft.com/office/drawing/2014/main" xmlns="" val="432934020"/>
                    </a:ext>
                  </a:extLst>
                </a:gridCol>
                <a:gridCol w="1193725">
                  <a:extLst>
                    <a:ext uri="{9D8B030D-6E8A-4147-A177-3AD203B41FA5}">
                      <a16:colId xmlns:a16="http://schemas.microsoft.com/office/drawing/2014/main" xmlns="" val="3979798649"/>
                    </a:ext>
                  </a:extLst>
                </a:gridCol>
                <a:gridCol w="1193725">
                  <a:extLst>
                    <a:ext uri="{9D8B030D-6E8A-4147-A177-3AD203B41FA5}">
                      <a16:colId xmlns:a16="http://schemas.microsoft.com/office/drawing/2014/main" xmlns="" val="366110414"/>
                    </a:ext>
                  </a:extLst>
                </a:gridCol>
                <a:gridCol w="1535766">
                  <a:extLst>
                    <a:ext uri="{9D8B030D-6E8A-4147-A177-3AD203B41FA5}">
                      <a16:colId xmlns:a16="http://schemas.microsoft.com/office/drawing/2014/main" xmlns="" val="3303770924"/>
                    </a:ext>
                  </a:extLst>
                </a:gridCol>
                <a:gridCol w="1193725">
                  <a:extLst>
                    <a:ext uri="{9D8B030D-6E8A-4147-A177-3AD203B41FA5}">
                      <a16:colId xmlns:a16="http://schemas.microsoft.com/office/drawing/2014/main" xmlns="" val="3866578509"/>
                    </a:ext>
                  </a:extLst>
                </a:gridCol>
              </a:tblGrid>
              <a:tr h="781640">
                <a:tc>
                  <a:txBody>
                    <a:bodyPr/>
                    <a:lstStyle/>
                    <a:p>
                      <a:pPr algn="ctr"/>
                      <a:endParaRPr lang="en-GB" sz="3300">
                        <a:solidFill>
                          <a:schemeClr val="tx1"/>
                        </a:solidFill>
                      </a:endParaRPr>
                    </a:p>
                  </a:txBody>
                  <a:tcPr marL="83820" marR="83820" marT="41910" marB="41910"/>
                </a:tc>
                <a:tc>
                  <a:txBody>
                    <a:bodyPr/>
                    <a:lstStyle/>
                    <a:p>
                      <a:pPr algn="ctr"/>
                      <a:r>
                        <a:rPr lang="en-GB" sz="3300">
                          <a:solidFill>
                            <a:schemeClr val="tx1"/>
                          </a:solidFill>
                        </a:rPr>
                        <a:t>A</a:t>
                      </a:r>
                    </a:p>
                  </a:txBody>
                  <a:tcPr marL="83820" marR="83820" marT="41910" marB="41910"/>
                </a:tc>
                <a:tc>
                  <a:txBody>
                    <a:bodyPr/>
                    <a:lstStyle/>
                    <a:p>
                      <a:pPr algn="ctr"/>
                      <a:r>
                        <a:rPr lang="en-GB" sz="3300">
                          <a:solidFill>
                            <a:schemeClr val="tx1"/>
                          </a:solidFill>
                        </a:rPr>
                        <a:t>B</a:t>
                      </a:r>
                    </a:p>
                  </a:txBody>
                  <a:tcPr marL="83820" marR="83820" marT="41910" marB="41910"/>
                </a:tc>
                <a:tc>
                  <a:txBody>
                    <a:bodyPr/>
                    <a:lstStyle/>
                    <a:p>
                      <a:pPr algn="ctr"/>
                      <a:r>
                        <a:rPr lang="en-GB" sz="3300">
                          <a:solidFill>
                            <a:schemeClr val="tx1"/>
                          </a:solidFill>
                        </a:rPr>
                        <a:t>C</a:t>
                      </a:r>
                    </a:p>
                  </a:txBody>
                  <a:tcPr marL="83820" marR="83820" marT="41910" marB="41910"/>
                </a:tc>
                <a:tc>
                  <a:txBody>
                    <a:bodyPr/>
                    <a:lstStyle/>
                    <a:p>
                      <a:pPr algn="ctr"/>
                      <a:r>
                        <a:rPr lang="en-GB" sz="3300">
                          <a:solidFill>
                            <a:schemeClr val="tx1"/>
                          </a:solidFill>
                        </a:rPr>
                        <a:t>D</a:t>
                      </a:r>
                    </a:p>
                  </a:txBody>
                  <a:tcPr marL="83820" marR="83820" marT="41910" marB="41910"/>
                </a:tc>
                <a:extLst>
                  <a:ext uri="{0D108BD9-81ED-4DB2-BD59-A6C34878D82A}">
                    <a16:rowId xmlns:a16="http://schemas.microsoft.com/office/drawing/2014/main" xmlns="" val="719485627"/>
                  </a:ext>
                </a:extLst>
              </a:tr>
              <a:tr h="781640">
                <a:tc>
                  <a:txBody>
                    <a:bodyPr/>
                    <a:lstStyle/>
                    <a:p>
                      <a:pPr algn="ctr"/>
                      <a:r>
                        <a:rPr lang="en-GB" sz="3300">
                          <a:solidFill>
                            <a:schemeClr val="tx1"/>
                          </a:solidFill>
                        </a:rPr>
                        <a:t>A</a:t>
                      </a:r>
                    </a:p>
                  </a:txBody>
                  <a:tcPr marL="83820" marR="83820" marT="41910" marB="41910"/>
                </a:tc>
                <a:tc>
                  <a:txBody>
                    <a:bodyPr/>
                    <a:lstStyle/>
                    <a:p>
                      <a:pPr lvl="0" algn="ctr">
                        <a:buNone/>
                      </a:pPr>
                      <a:r>
                        <a:rPr lang="en-GB" sz="3300" b="0" i="0" u="none" strike="noStrike" noProof="0" dirty="0">
                          <a:solidFill>
                            <a:schemeClr val="tx1"/>
                          </a:solidFill>
                          <a:latin typeface="Calibri"/>
                        </a:rPr>
                        <a:t>∞</a:t>
                      </a:r>
                      <a:endParaRPr lang="en-US" sz="1700" dirty="0"/>
                    </a:p>
                  </a:txBody>
                  <a:tcPr marL="83820" marR="83820" marT="41910" marB="41910"/>
                </a:tc>
                <a:tc>
                  <a:txBody>
                    <a:bodyPr/>
                    <a:lstStyle/>
                    <a:p>
                      <a:pPr algn="ctr"/>
                      <a:r>
                        <a:rPr lang="en-GB" sz="3300" dirty="0">
                          <a:solidFill>
                            <a:schemeClr val="tx1"/>
                          </a:solidFill>
                        </a:rPr>
                        <a:t>25</a:t>
                      </a:r>
                    </a:p>
                  </a:txBody>
                  <a:tcPr marL="83820" marR="83820" marT="41910" marB="41910"/>
                </a:tc>
                <a:tc>
                  <a:txBody>
                    <a:bodyPr/>
                    <a:lstStyle/>
                    <a:p>
                      <a:pPr algn="ctr"/>
                      <a:r>
                        <a:rPr lang="en-GB" sz="3300">
                          <a:solidFill>
                            <a:schemeClr val="tx1"/>
                          </a:solidFill>
                        </a:rPr>
                        <a:t>75</a:t>
                      </a:r>
                    </a:p>
                  </a:txBody>
                  <a:tcPr marL="83820" marR="83820" marT="41910" marB="41910"/>
                </a:tc>
                <a:tc>
                  <a:txBody>
                    <a:bodyPr/>
                    <a:lstStyle/>
                    <a:p>
                      <a:pPr algn="ctr"/>
                      <a:r>
                        <a:rPr lang="en-GB" sz="3300">
                          <a:solidFill>
                            <a:schemeClr val="tx1"/>
                          </a:solidFill>
                        </a:rPr>
                        <a:t>45</a:t>
                      </a:r>
                    </a:p>
                  </a:txBody>
                  <a:tcPr marL="83820" marR="83820" marT="41910" marB="41910"/>
                </a:tc>
                <a:extLst>
                  <a:ext uri="{0D108BD9-81ED-4DB2-BD59-A6C34878D82A}">
                    <a16:rowId xmlns:a16="http://schemas.microsoft.com/office/drawing/2014/main" xmlns="" val="1036951381"/>
                  </a:ext>
                </a:extLst>
              </a:tr>
              <a:tr h="781640">
                <a:tc>
                  <a:txBody>
                    <a:bodyPr/>
                    <a:lstStyle/>
                    <a:p>
                      <a:pPr algn="ctr"/>
                      <a:r>
                        <a:rPr lang="en-GB" sz="3300">
                          <a:solidFill>
                            <a:schemeClr val="tx1"/>
                          </a:solidFill>
                        </a:rPr>
                        <a:t>B</a:t>
                      </a:r>
                    </a:p>
                  </a:txBody>
                  <a:tcPr marL="83820" marR="83820" marT="41910" marB="41910"/>
                </a:tc>
                <a:tc>
                  <a:txBody>
                    <a:bodyPr/>
                    <a:lstStyle/>
                    <a:p>
                      <a:pPr algn="ctr"/>
                      <a:r>
                        <a:rPr lang="en-GB" sz="3300">
                          <a:solidFill>
                            <a:schemeClr val="tx1"/>
                          </a:solidFill>
                        </a:rPr>
                        <a:t>35</a:t>
                      </a:r>
                    </a:p>
                  </a:txBody>
                  <a:tcPr marL="83820" marR="83820" marT="41910" marB="41910"/>
                </a:tc>
                <a:tc>
                  <a:txBody>
                    <a:bodyPr/>
                    <a:lstStyle/>
                    <a:p>
                      <a:pPr lvl="0" algn="ctr">
                        <a:buNone/>
                      </a:pPr>
                      <a:r>
                        <a:rPr lang="en-GB" sz="3300" b="0" i="0" u="none" strike="noStrike" noProof="0">
                          <a:solidFill>
                            <a:schemeClr val="tx1"/>
                          </a:solidFill>
                          <a:latin typeface="Calibri"/>
                        </a:rPr>
                        <a:t>∞</a:t>
                      </a:r>
                      <a:endParaRPr lang="en-US" sz="1700"/>
                    </a:p>
                  </a:txBody>
                  <a:tcPr marL="83820" marR="83820" marT="41910" marB="41910"/>
                </a:tc>
                <a:tc>
                  <a:txBody>
                    <a:bodyPr/>
                    <a:lstStyle/>
                    <a:p>
                      <a:pPr algn="ctr"/>
                      <a:r>
                        <a:rPr lang="en-GB" sz="3300" dirty="0">
                          <a:solidFill>
                            <a:schemeClr val="tx1"/>
                          </a:solidFill>
                        </a:rPr>
                        <a:t>150</a:t>
                      </a:r>
                    </a:p>
                  </a:txBody>
                  <a:tcPr marL="83820" marR="83820" marT="41910" marB="41910"/>
                </a:tc>
                <a:tc>
                  <a:txBody>
                    <a:bodyPr/>
                    <a:lstStyle/>
                    <a:p>
                      <a:pPr algn="ctr"/>
                      <a:r>
                        <a:rPr lang="en-GB" sz="3300">
                          <a:solidFill>
                            <a:schemeClr val="tx1"/>
                          </a:solidFill>
                        </a:rPr>
                        <a:t>25</a:t>
                      </a:r>
                    </a:p>
                  </a:txBody>
                  <a:tcPr marL="83820" marR="83820" marT="41910" marB="41910"/>
                </a:tc>
                <a:extLst>
                  <a:ext uri="{0D108BD9-81ED-4DB2-BD59-A6C34878D82A}">
                    <a16:rowId xmlns:a16="http://schemas.microsoft.com/office/drawing/2014/main" xmlns="" val="3643331586"/>
                  </a:ext>
                </a:extLst>
              </a:tr>
              <a:tr h="781640">
                <a:tc>
                  <a:txBody>
                    <a:bodyPr/>
                    <a:lstStyle/>
                    <a:p>
                      <a:pPr algn="ctr"/>
                      <a:r>
                        <a:rPr lang="en-GB" sz="3300" dirty="0">
                          <a:solidFill>
                            <a:schemeClr val="tx1"/>
                          </a:solidFill>
                        </a:rPr>
                        <a:t>C</a:t>
                      </a:r>
                    </a:p>
                  </a:txBody>
                  <a:tcPr marL="83820" marR="83820" marT="41910" marB="41910"/>
                </a:tc>
                <a:tc>
                  <a:txBody>
                    <a:bodyPr/>
                    <a:lstStyle/>
                    <a:p>
                      <a:pPr algn="ctr"/>
                      <a:r>
                        <a:rPr lang="en-GB" sz="3300">
                          <a:solidFill>
                            <a:schemeClr val="tx1"/>
                          </a:solidFill>
                        </a:rPr>
                        <a:t>35</a:t>
                      </a:r>
                    </a:p>
                  </a:txBody>
                  <a:tcPr marL="83820" marR="83820" marT="41910" marB="41910"/>
                </a:tc>
                <a:tc>
                  <a:txBody>
                    <a:bodyPr/>
                    <a:lstStyle/>
                    <a:p>
                      <a:pPr algn="ctr"/>
                      <a:r>
                        <a:rPr lang="en-GB" sz="3300">
                          <a:solidFill>
                            <a:schemeClr val="tx1"/>
                          </a:solidFill>
                        </a:rPr>
                        <a:t>40</a:t>
                      </a:r>
                    </a:p>
                  </a:txBody>
                  <a:tcPr marL="83820" marR="83820" marT="41910" marB="41910"/>
                </a:tc>
                <a:tc>
                  <a:txBody>
                    <a:bodyPr/>
                    <a:lstStyle/>
                    <a:p>
                      <a:pPr lvl="0" algn="ctr">
                        <a:buNone/>
                      </a:pPr>
                      <a:r>
                        <a:rPr lang="en-GB" sz="3300" b="0" i="0" u="none" strike="noStrike" noProof="0">
                          <a:solidFill>
                            <a:schemeClr val="tx1"/>
                          </a:solidFill>
                          <a:latin typeface="Calibri"/>
                        </a:rPr>
                        <a:t>∞</a:t>
                      </a:r>
                      <a:endParaRPr lang="en-US" sz="1700"/>
                    </a:p>
                  </a:txBody>
                  <a:tcPr marL="83820" marR="83820" marT="41910" marB="41910"/>
                </a:tc>
                <a:tc>
                  <a:txBody>
                    <a:bodyPr/>
                    <a:lstStyle/>
                    <a:p>
                      <a:pPr algn="ctr"/>
                      <a:r>
                        <a:rPr lang="en-GB" sz="3300">
                          <a:solidFill>
                            <a:schemeClr val="tx1"/>
                          </a:solidFill>
                        </a:rPr>
                        <a:t>15</a:t>
                      </a:r>
                    </a:p>
                  </a:txBody>
                  <a:tcPr marL="83820" marR="83820" marT="41910" marB="41910"/>
                </a:tc>
                <a:extLst>
                  <a:ext uri="{0D108BD9-81ED-4DB2-BD59-A6C34878D82A}">
                    <a16:rowId xmlns:a16="http://schemas.microsoft.com/office/drawing/2014/main" xmlns="" val="2353848203"/>
                  </a:ext>
                </a:extLst>
              </a:tr>
              <a:tr h="781640">
                <a:tc>
                  <a:txBody>
                    <a:bodyPr/>
                    <a:lstStyle/>
                    <a:p>
                      <a:pPr algn="ctr"/>
                      <a:r>
                        <a:rPr lang="en-GB" sz="3300">
                          <a:solidFill>
                            <a:schemeClr val="tx1"/>
                          </a:solidFill>
                        </a:rPr>
                        <a:t>D</a:t>
                      </a:r>
                    </a:p>
                  </a:txBody>
                  <a:tcPr marL="83820" marR="83820" marT="41910" marB="41910"/>
                </a:tc>
                <a:tc>
                  <a:txBody>
                    <a:bodyPr/>
                    <a:lstStyle/>
                    <a:p>
                      <a:pPr algn="ctr"/>
                      <a:r>
                        <a:rPr lang="en-GB" sz="3300">
                          <a:solidFill>
                            <a:schemeClr val="tx1"/>
                          </a:solidFill>
                        </a:rPr>
                        <a:t>65</a:t>
                      </a:r>
                    </a:p>
                  </a:txBody>
                  <a:tcPr marL="83820" marR="83820" marT="41910" marB="41910"/>
                </a:tc>
                <a:tc>
                  <a:txBody>
                    <a:bodyPr/>
                    <a:lstStyle/>
                    <a:p>
                      <a:pPr algn="ctr"/>
                      <a:r>
                        <a:rPr lang="en-GB" sz="3300">
                          <a:solidFill>
                            <a:schemeClr val="tx1"/>
                          </a:solidFill>
                        </a:rPr>
                        <a:t>75</a:t>
                      </a:r>
                    </a:p>
                  </a:txBody>
                  <a:tcPr marL="83820" marR="83820" marT="41910" marB="41910"/>
                </a:tc>
                <a:tc>
                  <a:txBody>
                    <a:bodyPr/>
                    <a:lstStyle/>
                    <a:p>
                      <a:pPr algn="ctr"/>
                      <a:r>
                        <a:rPr lang="en-GB" sz="3300">
                          <a:solidFill>
                            <a:schemeClr val="tx1"/>
                          </a:solidFill>
                        </a:rPr>
                        <a:t>130</a:t>
                      </a:r>
                    </a:p>
                  </a:txBody>
                  <a:tcPr marL="83820" marR="83820" marT="41910" marB="41910"/>
                </a:tc>
                <a:tc>
                  <a:txBody>
                    <a:bodyPr/>
                    <a:lstStyle/>
                    <a:p>
                      <a:pPr algn="ctr"/>
                      <a:r>
                        <a:rPr lang="en-GB" sz="3300" dirty="0">
                          <a:solidFill>
                            <a:schemeClr val="tx1"/>
                          </a:solidFill>
                        </a:rPr>
                        <a:t>∞</a:t>
                      </a:r>
                    </a:p>
                  </a:txBody>
                  <a:tcPr marL="83820" marR="83820" marT="41910" marB="41910"/>
                </a:tc>
                <a:extLst>
                  <a:ext uri="{0D108BD9-81ED-4DB2-BD59-A6C34878D82A}">
                    <a16:rowId xmlns:a16="http://schemas.microsoft.com/office/drawing/2014/main" xmlns="" val="3737615831"/>
                  </a:ext>
                </a:extLst>
              </a:tr>
            </a:tbl>
          </a:graphicData>
        </a:graphic>
      </p:graphicFrame>
    </p:spTree>
    <p:extLst>
      <p:ext uri="{BB962C8B-B14F-4D97-AF65-F5344CB8AC3E}">
        <p14:creationId xmlns:p14="http://schemas.microsoft.com/office/powerpoint/2010/main" val="618750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arn(inVertical)">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8CE6760B-438B-408B-81F0-D02ABAD1CE65}"/>
              </a:ext>
            </a:extLst>
          </p:cNvPr>
          <p:cNvSpPr txBox="1"/>
          <p:nvPr/>
        </p:nvSpPr>
        <p:spPr>
          <a:xfrm>
            <a:off x="1028700" y="1967266"/>
            <a:ext cx="2628900" cy="2547257"/>
          </a:xfrm>
          <a:prstGeom prst="rect">
            <a:avLst/>
          </a:prstGeom>
          <a:noFill/>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just">
              <a:lnSpc>
                <a:spcPct val="90000"/>
              </a:lnSpc>
              <a:spcBef>
                <a:spcPct val="0"/>
              </a:spcBef>
              <a:spcAft>
                <a:spcPts val="600"/>
              </a:spcAft>
            </a:pPr>
            <a:r>
              <a:rPr lang="en-US" sz="2500" kern="1200" dirty="0">
                <a:solidFill>
                  <a:srgbClr val="FFFFFF"/>
                </a:solidFill>
                <a:latin typeface="+mj-lt"/>
                <a:ea typeface="+mj-ea"/>
                <a:cs typeface="+mj-cs"/>
              </a:rPr>
              <a:t>The salesman starts from his home city he must visit every city exactly once and return to his home city.</a:t>
            </a:r>
            <a:endParaRPr lang="en-US" dirty="0">
              <a:ea typeface="+mj-ea"/>
              <a:cs typeface="+mj-cs"/>
            </a:endParaRPr>
          </a:p>
        </p:txBody>
      </p:sp>
      <p:pic>
        <p:nvPicPr>
          <p:cNvPr id="2" name="Picture 1"/>
          <p:cNvPicPr>
            <a:picLocks noChangeAspect="1"/>
          </p:cNvPicPr>
          <p:nvPr/>
        </p:nvPicPr>
        <p:blipFill>
          <a:blip r:embed="rId2"/>
          <a:stretch>
            <a:fillRect/>
          </a:stretch>
        </p:blipFill>
        <p:spPr>
          <a:xfrm>
            <a:off x="654627" y="344538"/>
            <a:ext cx="9874828" cy="6513462"/>
          </a:xfrm>
          <a:prstGeom prst="rect">
            <a:avLst/>
          </a:prstGeom>
        </p:spPr>
      </p:pic>
      <p:pic>
        <p:nvPicPr>
          <p:cNvPr id="3" name="Picture 2"/>
          <p:cNvPicPr>
            <a:picLocks noChangeAspect="1"/>
          </p:cNvPicPr>
          <p:nvPr/>
        </p:nvPicPr>
        <p:blipFill>
          <a:blip r:embed="rId3"/>
          <a:stretch>
            <a:fillRect/>
          </a:stretch>
        </p:blipFill>
        <p:spPr>
          <a:xfrm>
            <a:off x="654627" y="1228866"/>
            <a:ext cx="10386160" cy="4744806"/>
          </a:xfrm>
          <a:prstGeom prst="rect">
            <a:avLst/>
          </a:prstGeom>
        </p:spPr>
      </p:pic>
    </p:spTree>
    <p:extLst>
      <p:ext uri="{BB962C8B-B14F-4D97-AF65-F5344CB8AC3E}">
        <p14:creationId xmlns:p14="http://schemas.microsoft.com/office/powerpoint/2010/main" val="3763825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1E4E8012-3DE5-4EAC-8534-FB84301073FF}"/>
              </a:ext>
            </a:extLst>
          </p:cNvPr>
          <p:cNvSpPr txBox="1"/>
          <p:nvPr/>
        </p:nvSpPr>
        <p:spPr>
          <a:xfrm>
            <a:off x="655608" y="138023"/>
            <a:ext cx="10866407"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Phase I: </a:t>
            </a:r>
            <a:endParaRPr lang="en-US" sz="3200">
              <a:cs typeface="Calibri"/>
            </a:endParaRPr>
          </a:p>
          <a:p>
            <a:pPr marL="571500" indent="-571500">
              <a:buFont typeface="Arial"/>
              <a:buChar char="•"/>
            </a:pPr>
            <a:r>
              <a:rPr lang="en-US" sz="3200"/>
              <a:t>TSP can be first solved as Assignment Problem by using Hungarian Method to find optimum solution.</a:t>
            </a:r>
            <a:endParaRPr lang="en-US" sz="3200">
              <a:cs typeface="Calibri" panose="020F0502020204030204"/>
            </a:endParaRPr>
          </a:p>
          <a:p>
            <a:pPr marL="571500" indent="-571500">
              <a:buFont typeface="Arial"/>
              <a:buChar char="•"/>
            </a:pPr>
            <a:r>
              <a:rPr lang="en-US" sz="3200">
                <a:cs typeface="Calibri" panose="020F0502020204030204"/>
              </a:rPr>
              <a:t>Then check the TSP condition.</a:t>
            </a:r>
          </a:p>
          <a:p>
            <a:pPr marL="571500" indent="-571500">
              <a:buFont typeface="Arial"/>
              <a:buChar char="•"/>
            </a:pPr>
            <a:r>
              <a:rPr lang="en-US" sz="3200">
                <a:cs typeface="Calibri" panose="020F0502020204030204"/>
              </a:rPr>
              <a:t>If the condition is satisfied the AP solution will be the optimum solution even for TSP.</a:t>
            </a:r>
          </a:p>
        </p:txBody>
      </p:sp>
      <p:sp>
        <p:nvSpPr>
          <p:cNvPr id="3" name="TextBox 2">
            <a:extLst>
              <a:ext uri="{FF2B5EF4-FFF2-40B4-BE49-F238E27FC236}">
                <a16:creationId xmlns:a16="http://schemas.microsoft.com/office/drawing/2014/main" xmlns="" id="{59CF2A24-9743-4839-A403-8DD51FD20F75}"/>
              </a:ext>
            </a:extLst>
          </p:cNvPr>
          <p:cNvSpPr txBox="1"/>
          <p:nvPr/>
        </p:nvSpPr>
        <p:spPr>
          <a:xfrm>
            <a:off x="655607" y="3372928"/>
            <a:ext cx="10866407"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cs typeface="Calibri"/>
              </a:rPr>
              <a:t>If not, go to </a:t>
            </a:r>
          </a:p>
          <a:p>
            <a:r>
              <a:rPr lang="en-US" sz="3200" dirty="0"/>
              <a:t>Phase II: </a:t>
            </a:r>
            <a:endParaRPr lang="en-US" sz="3200" dirty="0">
              <a:cs typeface="Calibri"/>
            </a:endParaRPr>
          </a:p>
          <a:p>
            <a:pPr marL="571500" indent="-571500">
              <a:buFont typeface="Arial"/>
              <a:buChar char="•"/>
            </a:pPr>
            <a:r>
              <a:rPr lang="en-US" sz="3200" dirty="0"/>
              <a:t>The solution can be adjusted by inspection</a:t>
            </a:r>
            <a:endParaRPr lang="en-US" sz="3200" dirty="0">
              <a:cs typeface="Calibri" panose="020F0502020204030204"/>
            </a:endParaRPr>
          </a:p>
          <a:p>
            <a:pPr marL="571500" indent="-571500">
              <a:buFont typeface="Arial"/>
              <a:buChar char="•"/>
            </a:pPr>
            <a:r>
              <a:rPr lang="en-US" sz="3200" dirty="0">
                <a:cs typeface="Calibri" panose="020F0502020204030204"/>
              </a:rPr>
              <a:t>Form a single circuit</a:t>
            </a:r>
          </a:p>
          <a:p>
            <a:pPr marL="571500" indent="-571500">
              <a:buFont typeface="Arial"/>
              <a:buChar char="•"/>
            </a:pPr>
            <a:r>
              <a:rPr lang="en-US" sz="3200" dirty="0">
                <a:cs typeface="Calibri" panose="020F0502020204030204"/>
              </a:rPr>
              <a:t>The iterative procedure </a:t>
            </a:r>
          </a:p>
          <a:p>
            <a:pPr marL="1943100" lvl="3" indent="-571500">
              <a:buFont typeface="Arial"/>
              <a:buChar char="•"/>
            </a:pPr>
            <a:r>
              <a:rPr lang="en-US" sz="3200" dirty="0">
                <a:cs typeface="Calibri" panose="020F0502020204030204"/>
              </a:rPr>
              <a:t>Branch and bound method</a:t>
            </a:r>
          </a:p>
        </p:txBody>
      </p:sp>
    </p:spTree>
    <p:extLst>
      <p:ext uri="{BB962C8B-B14F-4D97-AF65-F5344CB8AC3E}">
        <p14:creationId xmlns:p14="http://schemas.microsoft.com/office/powerpoint/2010/main" val="11643720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5">
            <a:extLst>
              <a:ext uri="{FF2B5EF4-FFF2-40B4-BE49-F238E27FC236}">
                <a16:creationId xmlns:a16="http://schemas.microsoft.com/office/drawing/2014/main" xmlns="" id="{8E18F54D-2437-46FF-99EC-1EF1DBCEECE8}"/>
              </a:ext>
            </a:extLst>
          </p:cNvPr>
          <p:cNvGraphicFramePr>
            <a:graphicFrameLocks noGrp="1"/>
          </p:cNvGraphicFramePr>
          <p:nvPr>
            <p:extLst>
              <p:ext uri="{D42A27DB-BD31-4B8C-83A1-F6EECF244321}">
                <p14:modId xmlns:p14="http://schemas.microsoft.com/office/powerpoint/2010/main" val="2516981526"/>
              </p:ext>
            </p:extLst>
          </p:nvPr>
        </p:nvGraphicFramePr>
        <p:xfrm>
          <a:off x="387039" y="1541886"/>
          <a:ext cx="4498855" cy="3200400"/>
        </p:xfrm>
        <a:graphic>
          <a:graphicData uri="http://schemas.openxmlformats.org/drawingml/2006/table">
            <a:tbl>
              <a:tblPr firstRow="1" bandRow="1">
                <a:tableStyleId>{5C22544A-7EE6-4342-B048-85BDC9FD1C3A}</a:tableStyleId>
              </a:tblPr>
              <a:tblGrid>
                <a:gridCol w="899771">
                  <a:extLst>
                    <a:ext uri="{9D8B030D-6E8A-4147-A177-3AD203B41FA5}">
                      <a16:colId xmlns:a16="http://schemas.microsoft.com/office/drawing/2014/main" xmlns="" val="432934020"/>
                    </a:ext>
                  </a:extLst>
                </a:gridCol>
                <a:gridCol w="899771">
                  <a:extLst>
                    <a:ext uri="{9D8B030D-6E8A-4147-A177-3AD203B41FA5}">
                      <a16:colId xmlns:a16="http://schemas.microsoft.com/office/drawing/2014/main" xmlns="" val="3979798649"/>
                    </a:ext>
                  </a:extLst>
                </a:gridCol>
                <a:gridCol w="899771">
                  <a:extLst>
                    <a:ext uri="{9D8B030D-6E8A-4147-A177-3AD203B41FA5}">
                      <a16:colId xmlns:a16="http://schemas.microsoft.com/office/drawing/2014/main" xmlns="" val="366110414"/>
                    </a:ext>
                  </a:extLst>
                </a:gridCol>
                <a:gridCol w="899771">
                  <a:extLst>
                    <a:ext uri="{9D8B030D-6E8A-4147-A177-3AD203B41FA5}">
                      <a16:colId xmlns:a16="http://schemas.microsoft.com/office/drawing/2014/main" xmlns="" val="3303770924"/>
                    </a:ext>
                  </a:extLst>
                </a:gridCol>
                <a:gridCol w="899771">
                  <a:extLst>
                    <a:ext uri="{9D8B030D-6E8A-4147-A177-3AD203B41FA5}">
                      <a16:colId xmlns:a16="http://schemas.microsoft.com/office/drawing/2014/main" xmlns="" val="3866578509"/>
                    </a:ext>
                  </a:extLst>
                </a:gridCol>
              </a:tblGrid>
              <a:tr h="435934">
                <a:tc>
                  <a:txBody>
                    <a:bodyPr/>
                    <a:lstStyle/>
                    <a:p>
                      <a:pPr algn="ctr"/>
                      <a:endParaRPr lang="en-GB" sz="3600">
                        <a:solidFill>
                          <a:schemeClr val="tx1"/>
                        </a:solidFill>
                      </a:endParaRPr>
                    </a:p>
                  </a:txBody>
                  <a:tcPr/>
                </a:tc>
                <a:tc>
                  <a:txBody>
                    <a:bodyPr/>
                    <a:lstStyle/>
                    <a:p>
                      <a:pPr algn="ctr"/>
                      <a:r>
                        <a:rPr lang="en-GB" sz="3600">
                          <a:solidFill>
                            <a:schemeClr val="tx1"/>
                          </a:solidFill>
                        </a:rPr>
                        <a:t>A</a:t>
                      </a:r>
                    </a:p>
                  </a:txBody>
                  <a:tcPr/>
                </a:tc>
                <a:tc>
                  <a:txBody>
                    <a:bodyPr/>
                    <a:lstStyle/>
                    <a:p>
                      <a:pPr algn="ctr"/>
                      <a:r>
                        <a:rPr lang="en-GB" sz="3600">
                          <a:solidFill>
                            <a:schemeClr val="tx1"/>
                          </a:solidFill>
                        </a:rPr>
                        <a:t>B</a:t>
                      </a:r>
                    </a:p>
                  </a:txBody>
                  <a:tcPr/>
                </a:tc>
                <a:tc>
                  <a:txBody>
                    <a:bodyPr/>
                    <a:lstStyle/>
                    <a:p>
                      <a:pPr algn="ctr"/>
                      <a:r>
                        <a:rPr lang="en-GB" sz="3600">
                          <a:solidFill>
                            <a:schemeClr val="tx1"/>
                          </a:solidFill>
                        </a:rPr>
                        <a:t>C</a:t>
                      </a:r>
                    </a:p>
                  </a:txBody>
                  <a:tcPr/>
                </a:tc>
                <a:tc>
                  <a:txBody>
                    <a:bodyPr/>
                    <a:lstStyle/>
                    <a:p>
                      <a:pPr algn="ctr"/>
                      <a:r>
                        <a:rPr lang="en-GB" sz="3600">
                          <a:solidFill>
                            <a:schemeClr val="tx1"/>
                          </a:solidFill>
                        </a:rPr>
                        <a:t>D</a:t>
                      </a:r>
                    </a:p>
                  </a:txBody>
                  <a:tcPr/>
                </a:tc>
                <a:extLst>
                  <a:ext uri="{0D108BD9-81ED-4DB2-BD59-A6C34878D82A}">
                    <a16:rowId xmlns:a16="http://schemas.microsoft.com/office/drawing/2014/main" xmlns="" val="719485627"/>
                  </a:ext>
                </a:extLst>
              </a:tr>
              <a:tr h="435934">
                <a:tc>
                  <a:txBody>
                    <a:bodyPr/>
                    <a:lstStyle/>
                    <a:p>
                      <a:pPr algn="ctr"/>
                      <a:r>
                        <a:rPr lang="en-GB" sz="3600">
                          <a:solidFill>
                            <a:schemeClr val="tx1"/>
                          </a:solidFill>
                        </a:rPr>
                        <a:t>A</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algn="ctr"/>
                      <a:r>
                        <a:rPr lang="en-GB" sz="3600">
                          <a:solidFill>
                            <a:schemeClr val="tx1"/>
                          </a:solidFill>
                        </a:rPr>
                        <a:t>25</a:t>
                      </a:r>
                    </a:p>
                  </a:txBody>
                  <a:tcPr/>
                </a:tc>
                <a:tc>
                  <a:txBody>
                    <a:bodyPr/>
                    <a:lstStyle/>
                    <a:p>
                      <a:pPr algn="ctr"/>
                      <a:r>
                        <a:rPr lang="en-GB" sz="3600">
                          <a:solidFill>
                            <a:schemeClr val="tx1"/>
                          </a:solidFill>
                        </a:rPr>
                        <a:t>75</a:t>
                      </a:r>
                    </a:p>
                  </a:txBody>
                  <a:tcPr/>
                </a:tc>
                <a:tc>
                  <a:txBody>
                    <a:bodyPr/>
                    <a:lstStyle/>
                    <a:p>
                      <a:pPr algn="ctr"/>
                      <a:r>
                        <a:rPr lang="en-GB" sz="3600">
                          <a:solidFill>
                            <a:schemeClr val="tx1"/>
                          </a:solidFill>
                        </a:rPr>
                        <a:t>45</a:t>
                      </a:r>
                    </a:p>
                  </a:txBody>
                  <a:tcPr/>
                </a:tc>
                <a:extLst>
                  <a:ext uri="{0D108BD9-81ED-4DB2-BD59-A6C34878D82A}">
                    <a16:rowId xmlns:a16="http://schemas.microsoft.com/office/drawing/2014/main" xmlns="" val="1036951381"/>
                  </a:ext>
                </a:extLst>
              </a:tr>
              <a:tr h="435934">
                <a:tc>
                  <a:txBody>
                    <a:bodyPr/>
                    <a:lstStyle/>
                    <a:p>
                      <a:pPr algn="ctr"/>
                      <a:r>
                        <a:rPr lang="en-GB" sz="3600">
                          <a:solidFill>
                            <a:schemeClr val="tx1"/>
                          </a:solidFill>
                        </a:rPr>
                        <a:t>B</a:t>
                      </a:r>
                    </a:p>
                  </a:txBody>
                  <a:tcPr/>
                </a:tc>
                <a:tc>
                  <a:txBody>
                    <a:bodyPr/>
                    <a:lstStyle/>
                    <a:p>
                      <a:pPr algn="ctr"/>
                      <a:r>
                        <a:rPr lang="en-GB" sz="3600">
                          <a:solidFill>
                            <a:schemeClr val="tx1"/>
                          </a:solidFill>
                        </a:rPr>
                        <a:t>35</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algn="ctr"/>
                      <a:r>
                        <a:rPr lang="en-GB" sz="3600">
                          <a:solidFill>
                            <a:schemeClr val="tx1"/>
                          </a:solidFill>
                        </a:rPr>
                        <a:t>150</a:t>
                      </a:r>
                    </a:p>
                  </a:txBody>
                  <a:tcPr/>
                </a:tc>
                <a:tc>
                  <a:txBody>
                    <a:bodyPr/>
                    <a:lstStyle/>
                    <a:p>
                      <a:pPr algn="ctr"/>
                      <a:r>
                        <a:rPr lang="en-GB" sz="3600">
                          <a:solidFill>
                            <a:schemeClr val="tx1"/>
                          </a:solidFill>
                        </a:rPr>
                        <a:t>25</a:t>
                      </a:r>
                    </a:p>
                  </a:txBody>
                  <a:tcPr/>
                </a:tc>
                <a:extLst>
                  <a:ext uri="{0D108BD9-81ED-4DB2-BD59-A6C34878D82A}">
                    <a16:rowId xmlns:a16="http://schemas.microsoft.com/office/drawing/2014/main" xmlns="" val="3643331586"/>
                  </a:ext>
                </a:extLst>
              </a:tr>
              <a:tr h="435934">
                <a:tc>
                  <a:txBody>
                    <a:bodyPr/>
                    <a:lstStyle/>
                    <a:p>
                      <a:pPr algn="ctr"/>
                      <a:r>
                        <a:rPr lang="en-GB" sz="3600">
                          <a:solidFill>
                            <a:schemeClr val="tx1"/>
                          </a:solidFill>
                        </a:rPr>
                        <a:t>C</a:t>
                      </a:r>
                    </a:p>
                  </a:txBody>
                  <a:tcPr/>
                </a:tc>
                <a:tc>
                  <a:txBody>
                    <a:bodyPr/>
                    <a:lstStyle/>
                    <a:p>
                      <a:pPr algn="ctr"/>
                      <a:r>
                        <a:rPr lang="en-GB" sz="3600">
                          <a:solidFill>
                            <a:schemeClr val="tx1"/>
                          </a:solidFill>
                        </a:rPr>
                        <a:t>35</a:t>
                      </a:r>
                    </a:p>
                  </a:txBody>
                  <a:tcPr/>
                </a:tc>
                <a:tc>
                  <a:txBody>
                    <a:bodyPr/>
                    <a:lstStyle/>
                    <a:p>
                      <a:pPr algn="ctr"/>
                      <a:r>
                        <a:rPr lang="en-GB" sz="3600">
                          <a:solidFill>
                            <a:schemeClr val="tx1"/>
                          </a:solidFill>
                        </a:rPr>
                        <a:t>40</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algn="ctr"/>
                      <a:r>
                        <a:rPr lang="en-GB" sz="3600">
                          <a:solidFill>
                            <a:schemeClr val="tx1"/>
                          </a:solidFill>
                        </a:rPr>
                        <a:t>15</a:t>
                      </a:r>
                    </a:p>
                  </a:txBody>
                  <a:tcPr/>
                </a:tc>
                <a:extLst>
                  <a:ext uri="{0D108BD9-81ED-4DB2-BD59-A6C34878D82A}">
                    <a16:rowId xmlns:a16="http://schemas.microsoft.com/office/drawing/2014/main" xmlns="" val="2353848203"/>
                  </a:ext>
                </a:extLst>
              </a:tr>
              <a:tr h="435934">
                <a:tc>
                  <a:txBody>
                    <a:bodyPr/>
                    <a:lstStyle/>
                    <a:p>
                      <a:pPr algn="ctr"/>
                      <a:r>
                        <a:rPr lang="en-GB" sz="3600">
                          <a:solidFill>
                            <a:schemeClr val="tx1"/>
                          </a:solidFill>
                        </a:rPr>
                        <a:t>D</a:t>
                      </a:r>
                    </a:p>
                  </a:txBody>
                  <a:tcPr/>
                </a:tc>
                <a:tc>
                  <a:txBody>
                    <a:bodyPr/>
                    <a:lstStyle/>
                    <a:p>
                      <a:pPr algn="ctr"/>
                      <a:r>
                        <a:rPr lang="en-GB" sz="3600">
                          <a:solidFill>
                            <a:schemeClr val="tx1"/>
                          </a:solidFill>
                        </a:rPr>
                        <a:t>65</a:t>
                      </a:r>
                    </a:p>
                  </a:txBody>
                  <a:tcPr/>
                </a:tc>
                <a:tc>
                  <a:txBody>
                    <a:bodyPr/>
                    <a:lstStyle/>
                    <a:p>
                      <a:pPr algn="ctr"/>
                      <a:r>
                        <a:rPr lang="en-GB" sz="3600">
                          <a:solidFill>
                            <a:schemeClr val="tx1"/>
                          </a:solidFill>
                        </a:rPr>
                        <a:t>75</a:t>
                      </a:r>
                    </a:p>
                  </a:txBody>
                  <a:tcPr/>
                </a:tc>
                <a:tc>
                  <a:txBody>
                    <a:bodyPr/>
                    <a:lstStyle/>
                    <a:p>
                      <a:pPr algn="ctr"/>
                      <a:r>
                        <a:rPr lang="en-GB" sz="3600">
                          <a:solidFill>
                            <a:schemeClr val="tx1"/>
                          </a:solidFill>
                        </a:rPr>
                        <a:t>130</a:t>
                      </a:r>
                    </a:p>
                  </a:txBody>
                  <a:tcPr/>
                </a:tc>
                <a:tc>
                  <a:txBody>
                    <a:bodyPr/>
                    <a:lstStyle/>
                    <a:p>
                      <a:pPr algn="ctr"/>
                      <a:r>
                        <a:rPr lang="en-GB" sz="3600">
                          <a:solidFill>
                            <a:schemeClr val="tx1"/>
                          </a:solidFill>
                        </a:rPr>
                        <a:t>∞</a:t>
                      </a:r>
                    </a:p>
                  </a:txBody>
                  <a:tcPr/>
                </a:tc>
                <a:extLst>
                  <a:ext uri="{0D108BD9-81ED-4DB2-BD59-A6C34878D82A}">
                    <a16:rowId xmlns:a16="http://schemas.microsoft.com/office/drawing/2014/main" xmlns="" val="3737615831"/>
                  </a:ext>
                </a:extLst>
              </a:tr>
            </a:tbl>
          </a:graphicData>
        </a:graphic>
      </p:graphicFrame>
      <p:sp>
        <p:nvSpPr>
          <p:cNvPr id="4" name="TextBox 3">
            <a:extLst>
              <a:ext uri="{FF2B5EF4-FFF2-40B4-BE49-F238E27FC236}">
                <a16:creationId xmlns:a16="http://schemas.microsoft.com/office/drawing/2014/main" xmlns="" id="{8A4014A8-7284-443B-91E1-7E551A6BB8A9}"/>
              </a:ext>
            </a:extLst>
          </p:cNvPr>
          <p:cNvSpPr txBox="1"/>
          <p:nvPr/>
        </p:nvSpPr>
        <p:spPr>
          <a:xfrm>
            <a:off x="4221192" y="253041"/>
            <a:ext cx="2743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cs typeface="Calibri"/>
              </a:rPr>
              <a:t>Row Reduction</a:t>
            </a:r>
            <a:endParaRPr lang="en-US" sz="3200"/>
          </a:p>
        </p:txBody>
      </p:sp>
      <p:graphicFrame>
        <p:nvGraphicFramePr>
          <p:cNvPr id="5" name="Table 5">
            <a:extLst>
              <a:ext uri="{FF2B5EF4-FFF2-40B4-BE49-F238E27FC236}">
                <a16:creationId xmlns:a16="http://schemas.microsoft.com/office/drawing/2014/main" xmlns="" id="{B7C23F26-1CE1-4A06-86E0-85BC1B119D02}"/>
              </a:ext>
            </a:extLst>
          </p:cNvPr>
          <p:cNvGraphicFramePr>
            <a:graphicFrameLocks noGrp="1"/>
          </p:cNvGraphicFramePr>
          <p:nvPr>
            <p:extLst>
              <p:ext uri="{D42A27DB-BD31-4B8C-83A1-F6EECF244321}">
                <p14:modId xmlns:p14="http://schemas.microsoft.com/office/powerpoint/2010/main" val="2341113663"/>
              </p:ext>
            </p:extLst>
          </p:nvPr>
        </p:nvGraphicFramePr>
        <p:xfrm>
          <a:off x="7503832" y="161659"/>
          <a:ext cx="4498855" cy="3200400"/>
        </p:xfrm>
        <a:graphic>
          <a:graphicData uri="http://schemas.openxmlformats.org/drawingml/2006/table">
            <a:tbl>
              <a:tblPr firstRow="1" bandRow="1">
                <a:tableStyleId>{5C22544A-7EE6-4342-B048-85BDC9FD1C3A}</a:tableStyleId>
              </a:tblPr>
              <a:tblGrid>
                <a:gridCol w="899771">
                  <a:extLst>
                    <a:ext uri="{9D8B030D-6E8A-4147-A177-3AD203B41FA5}">
                      <a16:colId xmlns:a16="http://schemas.microsoft.com/office/drawing/2014/main" xmlns="" val="432934020"/>
                    </a:ext>
                  </a:extLst>
                </a:gridCol>
                <a:gridCol w="899771">
                  <a:extLst>
                    <a:ext uri="{9D8B030D-6E8A-4147-A177-3AD203B41FA5}">
                      <a16:colId xmlns:a16="http://schemas.microsoft.com/office/drawing/2014/main" xmlns="" val="3979798649"/>
                    </a:ext>
                  </a:extLst>
                </a:gridCol>
                <a:gridCol w="899771">
                  <a:extLst>
                    <a:ext uri="{9D8B030D-6E8A-4147-A177-3AD203B41FA5}">
                      <a16:colId xmlns:a16="http://schemas.microsoft.com/office/drawing/2014/main" xmlns="" val="366110414"/>
                    </a:ext>
                  </a:extLst>
                </a:gridCol>
                <a:gridCol w="899771">
                  <a:extLst>
                    <a:ext uri="{9D8B030D-6E8A-4147-A177-3AD203B41FA5}">
                      <a16:colId xmlns:a16="http://schemas.microsoft.com/office/drawing/2014/main" xmlns="" val="3303770924"/>
                    </a:ext>
                  </a:extLst>
                </a:gridCol>
                <a:gridCol w="899771">
                  <a:extLst>
                    <a:ext uri="{9D8B030D-6E8A-4147-A177-3AD203B41FA5}">
                      <a16:colId xmlns:a16="http://schemas.microsoft.com/office/drawing/2014/main" xmlns="" val="3866578509"/>
                    </a:ext>
                  </a:extLst>
                </a:gridCol>
              </a:tblGrid>
              <a:tr h="435934">
                <a:tc>
                  <a:txBody>
                    <a:bodyPr/>
                    <a:lstStyle/>
                    <a:p>
                      <a:pPr algn="ctr"/>
                      <a:endParaRPr lang="en-GB" sz="3600">
                        <a:solidFill>
                          <a:schemeClr val="tx1"/>
                        </a:solidFill>
                      </a:endParaRPr>
                    </a:p>
                  </a:txBody>
                  <a:tcPr/>
                </a:tc>
                <a:tc>
                  <a:txBody>
                    <a:bodyPr/>
                    <a:lstStyle/>
                    <a:p>
                      <a:pPr algn="ctr"/>
                      <a:r>
                        <a:rPr lang="en-GB" sz="3600">
                          <a:solidFill>
                            <a:schemeClr val="tx1"/>
                          </a:solidFill>
                        </a:rPr>
                        <a:t>A</a:t>
                      </a:r>
                    </a:p>
                  </a:txBody>
                  <a:tcPr/>
                </a:tc>
                <a:tc>
                  <a:txBody>
                    <a:bodyPr/>
                    <a:lstStyle/>
                    <a:p>
                      <a:pPr algn="ctr"/>
                      <a:r>
                        <a:rPr lang="en-GB" sz="3600">
                          <a:solidFill>
                            <a:schemeClr val="tx1"/>
                          </a:solidFill>
                        </a:rPr>
                        <a:t>B</a:t>
                      </a:r>
                    </a:p>
                  </a:txBody>
                  <a:tcPr/>
                </a:tc>
                <a:tc>
                  <a:txBody>
                    <a:bodyPr/>
                    <a:lstStyle/>
                    <a:p>
                      <a:pPr algn="ctr"/>
                      <a:r>
                        <a:rPr lang="en-GB" sz="3600">
                          <a:solidFill>
                            <a:schemeClr val="tx1"/>
                          </a:solidFill>
                        </a:rPr>
                        <a:t>C</a:t>
                      </a:r>
                    </a:p>
                  </a:txBody>
                  <a:tcPr/>
                </a:tc>
                <a:tc>
                  <a:txBody>
                    <a:bodyPr/>
                    <a:lstStyle/>
                    <a:p>
                      <a:pPr algn="ctr"/>
                      <a:r>
                        <a:rPr lang="en-GB" sz="3600">
                          <a:solidFill>
                            <a:schemeClr val="tx1"/>
                          </a:solidFill>
                        </a:rPr>
                        <a:t>D</a:t>
                      </a:r>
                    </a:p>
                  </a:txBody>
                  <a:tcPr/>
                </a:tc>
                <a:extLst>
                  <a:ext uri="{0D108BD9-81ED-4DB2-BD59-A6C34878D82A}">
                    <a16:rowId xmlns:a16="http://schemas.microsoft.com/office/drawing/2014/main" xmlns="" val="719485627"/>
                  </a:ext>
                </a:extLst>
              </a:tr>
              <a:tr h="435934">
                <a:tc>
                  <a:txBody>
                    <a:bodyPr/>
                    <a:lstStyle/>
                    <a:p>
                      <a:pPr algn="ctr"/>
                      <a:r>
                        <a:rPr lang="en-GB" sz="3600">
                          <a:solidFill>
                            <a:schemeClr val="tx1"/>
                          </a:solidFill>
                        </a:rPr>
                        <a:t>A</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algn="ctr"/>
                      <a:r>
                        <a:rPr lang="en-GB" sz="3600">
                          <a:solidFill>
                            <a:schemeClr val="tx1"/>
                          </a:solidFill>
                        </a:rPr>
                        <a:t>0</a:t>
                      </a:r>
                    </a:p>
                  </a:txBody>
                  <a:tcPr/>
                </a:tc>
                <a:tc>
                  <a:txBody>
                    <a:bodyPr/>
                    <a:lstStyle/>
                    <a:p>
                      <a:pPr lvl="0" algn="ctr">
                        <a:buNone/>
                      </a:pPr>
                      <a:r>
                        <a:rPr lang="en-GB" sz="3600">
                          <a:solidFill>
                            <a:schemeClr val="tx1"/>
                          </a:solidFill>
                        </a:rPr>
                        <a:t>50</a:t>
                      </a:r>
                    </a:p>
                  </a:txBody>
                  <a:tcPr/>
                </a:tc>
                <a:tc>
                  <a:txBody>
                    <a:bodyPr/>
                    <a:lstStyle/>
                    <a:p>
                      <a:pPr lvl="0" algn="ctr">
                        <a:buNone/>
                      </a:pPr>
                      <a:r>
                        <a:rPr lang="en-GB" sz="3600">
                          <a:solidFill>
                            <a:schemeClr val="tx1"/>
                          </a:solidFill>
                        </a:rPr>
                        <a:t>20</a:t>
                      </a:r>
                      <a:endParaRPr lang="en-US"/>
                    </a:p>
                  </a:txBody>
                  <a:tcPr/>
                </a:tc>
                <a:extLst>
                  <a:ext uri="{0D108BD9-81ED-4DB2-BD59-A6C34878D82A}">
                    <a16:rowId xmlns:a16="http://schemas.microsoft.com/office/drawing/2014/main" xmlns="" val="1036951381"/>
                  </a:ext>
                </a:extLst>
              </a:tr>
              <a:tr h="435934">
                <a:tc>
                  <a:txBody>
                    <a:bodyPr/>
                    <a:lstStyle/>
                    <a:p>
                      <a:pPr algn="ctr"/>
                      <a:r>
                        <a:rPr lang="en-GB" sz="3600">
                          <a:solidFill>
                            <a:schemeClr val="tx1"/>
                          </a:solidFill>
                        </a:rPr>
                        <a:t>B</a:t>
                      </a:r>
                    </a:p>
                  </a:txBody>
                  <a:tcPr/>
                </a:tc>
                <a:tc>
                  <a:txBody>
                    <a:bodyPr/>
                    <a:lstStyle/>
                    <a:p>
                      <a:pPr algn="ctr"/>
                      <a:r>
                        <a:rPr lang="en-GB" sz="3600">
                          <a:solidFill>
                            <a:schemeClr val="tx1"/>
                          </a:solidFill>
                        </a:rPr>
                        <a:t>10</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lvl="0" algn="ctr">
                        <a:buNone/>
                      </a:pPr>
                      <a:r>
                        <a:rPr lang="en-GB" sz="3600">
                          <a:solidFill>
                            <a:schemeClr val="tx1"/>
                          </a:solidFill>
                        </a:rPr>
                        <a:t>125</a:t>
                      </a:r>
                    </a:p>
                  </a:txBody>
                  <a:tcPr/>
                </a:tc>
                <a:tc>
                  <a:txBody>
                    <a:bodyPr/>
                    <a:lstStyle/>
                    <a:p>
                      <a:pPr lvl="0" algn="ctr">
                        <a:buNone/>
                      </a:pPr>
                      <a:r>
                        <a:rPr lang="en-GB" sz="3600">
                          <a:solidFill>
                            <a:schemeClr val="tx1"/>
                          </a:solidFill>
                        </a:rPr>
                        <a:t>0</a:t>
                      </a:r>
                    </a:p>
                  </a:txBody>
                  <a:tcPr/>
                </a:tc>
                <a:extLst>
                  <a:ext uri="{0D108BD9-81ED-4DB2-BD59-A6C34878D82A}">
                    <a16:rowId xmlns:a16="http://schemas.microsoft.com/office/drawing/2014/main" xmlns="" val="3643331586"/>
                  </a:ext>
                </a:extLst>
              </a:tr>
              <a:tr h="435934">
                <a:tc>
                  <a:txBody>
                    <a:bodyPr/>
                    <a:lstStyle/>
                    <a:p>
                      <a:pPr algn="ctr"/>
                      <a:r>
                        <a:rPr lang="en-GB" sz="3600">
                          <a:solidFill>
                            <a:schemeClr val="tx1"/>
                          </a:solidFill>
                        </a:rPr>
                        <a:t>C</a:t>
                      </a:r>
                    </a:p>
                  </a:txBody>
                  <a:tcPr/>
                </a:tc>
                <a:tc>
                  <a:txBody>
                    <a:bodyPr/>
                    <a:lstStyle/>
                    <a:p>
                      <a:pPr algn="ctr"/>
                      <a:r>
                        <a:rPr lang="en-GB" sz="3600">
                          <a:solidFill>
                            <a:schemeClr val="tx1"/>
                          </a:solidFill>
                        </a:rPr>
                        <a:t>20</a:t>
                      </a:r>
                    </a:p>
                  </a:txBody>
                  <a:tcPr/>
                </a:tc>
                <a:tc>
                  <a:txBody>
                    <a:bodyPr/>
                    <a:lstStyle/>
                    <a:p>
                      <a:pPr lvl="0" algn="ctr">
                        <a:buNone/>
                      </a:pPr>
                      <a:r>
                        <a:rPr lang="en-GB" sz="3600">
                          <a:solidFill>
                            <a:schemeClr val="tx1"/>
                          </a:solidFill>
                        </a:rPr>
                        <a:t>25</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lvl="0" algn="ctr">
                        <a:buNone/>
                      </a:pPr>
                      <a:r>
                        <a:rPr lang="en-GB" sz="3600">
                          <a:solidFill>
                            <a:schemeClr val="tx1"/>
                          </a:solidFill>
                        </a:rPr>
                        <a:t>0</a:t>
                      </a:r>
                    </a:p>
                  </a:txBody>
                  <a:tcPr/>
                </a:tc>
                <a:extLst>
                  <a:ext uri="{0D108BD9-81ED-4DB2-BD59-A6C34878D82A}">
                    <a16:rowId xmlns:a16="http://schemas.microsoft.com/office/drawing/2014/main" xmlns="" val="2353848203"/>
                  </a:ext>
                </a:extLst>
              </a:tr>
              <a:tr h="435934">
                <a:tc>
                  <a:txBody>
                    <a:bodyPr/>
                    <a:lstStyle/>
                    <a:p>
                      <a:pPr algn="ctr"/>
                      <a:r>
                        <a:rPr lang="en-GB" sz="3600">
                          <a:solidFill>
                            <a:schemeClr val="tx1"/>
                          </a:solidFill>
                        </a:rPr>
                        <a:t>D</a:t>
                      </a:r>
                    </a:p>
                  </a:txBody>
                  <a:tcPr/>
                </a:tc>
                <a:tc>
                  <a:txBody>
                    <a:bodyPr/>
                    <a:lstStyle/>
                    <a:p>
                      <a:pPr algn="ctr"/>
                      <a:r>
                        <a:rPr lang="en-GB" sz="3600">
                          <a:solidFill>
                            <a:schemeClr val="tx1"/>
                          </a:solidFill>
                        </a:rPr>
                        <a:t>0</a:t>
                      </a:r>
                    </a:p>
                  </a:txBody>
                  <a:tcPr/>
                </a:tc>
                <a:tc>
                  <a:txBody>
                    <a:bodyPr/>
                    <a:lstStyle/>
                    <a:p>
                      <a:pPr lvl="0" algn="ctr">
                        <a:buNone/>
                      </a:pPr>
                      <a:r>
                        <a:rPr lang="en-GB" sz="3600">
                          <a:solidFill>
                            <a:schemeClr val="tx1"/>
                          </a:solidFill>
                        </a:rPr>
                        <a:t>10</a:t>
                      </a:r>
                    </a:p>
                  </a:txBody>
                  <a:tcPr/>
                </a:tc>
                <a:tc>
                  <a:txBody>
                    <a:bodyPr/>
                    <a:lstStyle/>
                    <a:p>
                      <a:pPr lvl="0" algn="ctr">
                        <a:buNone/>
                      </a:pPr>
                      <a:r>
                        <a:rPr lang="en-GB" sz="3600">
                          <a:solidFill>
                            <a:schemeClr val="tx1"/>
                          </a:solidFill>
                        </a:rPr>
                        <a:t>65</a:t>
                      </a:r>
                    </a:p>
                  </a:txBody>
                  <a:tcPr/>
                </a:tc>
                <a:tc>
                  <a:txBody>
                    <a:bodyPr/>
                    <a:lstStyle/>
                    <a:p>
                      <a:pPr algn="ctr"/>
                      <a:r>
                        <a:rPr lang="en-GB" sz="3600">
                          <a:solidFill>
                            <a:schemeClr val="tx1"/>
                          </a:solidFill>
                        </a:rPr>
                        <a:t>∞</a:t>
                      </a:r>
                    </a:p>
                  </a:txBody>
                  <a:tcPr/>
                </a:tc>
                <a:extLst>
                  <a:ext uri="{0D108BD9-81ED-4DB2-BD59-A6C34878D82A}">
                    <a16:rowId xmlns:a16="http://schemas.microsoft.com/office/drawing/2014/main" xmlns="" val="3737615831"/>
                  </a:ext>
                </a:extLst>
              </a:tr>
            </a:tbl>
          </a:graphicData>
        </a:graphic>
      </p:graphicFrame>
      <p:sp>
        <p:nvSpPr>
          <p:cNvPr id="6" name="TextBox 5">
            <a:extLst>
              <a:ext uri="{FF2B5EF4-FFF2-40B4-BE49-F238E27FC236}">
                <a16:creationId xmlns:a16="http://schemas.microsoft.com/office/drawing/2014/main" xmlns="" id="{8868808B-6625-472F-AD73-EA68FDA4A20F}"/>
              </a:ext>
            </a:extLst>
          </p:cNvPr>
          <p:cNvSpPr txBox="1"/>
          <p:nvPr/>
        </p:nvSpPr>
        <p:spPr>
          <a:xfrm>
            <a:off x="3962398" y="5328249"/>
            <a:ext cx="326078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cs typeface="Calibri"/>
              </a:rPr>
              <a:t>Column Reduction</a:t>
            </a:r>
            <a:endParaRPr lang="en-US" sz="3200"/>
          </a:p>
        </p:txBody>
      </p:sp>
      <p:graphicFrame>
        <p:nvGraphicFramePr>
          <p:cNvPr id="8" name="Table 5">
            <a:extLst>
              <a:ext uri="{FF2B5EF4-FFF2-40B4-BE49-F238E27FC236}">
                <a16:creationId xmlns:a16="http://schemas.microsoft.com/office/drawing/2014/main" xmlns="" id="{E84CBA93-6800-40A4-B027-21DE8A9ECF76}"/>
              </a:ext>
            </a:extLst>
          </p:cNvPr>
          <p:cNvGraphicFramePr>
            <a:graphicFrameLocks noGrp="1"/>
          </p:cNvGraphicFramePr>
          <p:nvPr>
            <p:extLst>
              <p:ext uri="{D42A27DB-BD31-4B8C-83A1-F6EECF244321}">
                <p14:modId xmlns:p14="http://schemas.microsoft.com/office/powerpoint/2010/main" val="1746882635"/>
              </p:ext>
            </p:extLst>
          </p:nvPr>
        </p:nvGraphicFramePr>
        <p:xfrm>
          <a:off x="7475076" y="3482829"/>
          <a:ext cx="4498855" cy="3200400"/>
        </p:xfrm>
        <a:graphic>
          <a:graphicData uri="http://schemas.openxmlformats.org/drawingml/2006/table">
            <a:tbl>
              <a:tblPr firstRow="1" bandRow="1">
                <a:tableStyleId>{5C22544A-7EE6-4342-B048-85BDC9FD1C3A}</a:tableStyleId>
              </a:tblPr>
              <a:tblGrid>
                <a:gridCol w="899771">
                  <a:extLst>
                    <a:ext uri="{9D8B030D-6E8A-4147-A177-3AD203B41FA5}">
                      <a16:colId xmlns:a16="http://schemas.microsoft.com/office/drawing/2014/main" xmlns="" val="432934020"/>
                    </a:ext>
                  </a:extLst>
                </a:gridCol>
                <a:gridCol w="899771">
                  <a:extLst>
                    <a:ext uri="{9D8B030D-6E8A-4147-A177-3AD203B41FA5}">
                      <a16:colId xmlns:a16="http://schemas.microsoft.com/office/drawing/2014/main" xmlns="" val="3979798649"/>
                    </a:ext>
                  </a:extLst>
                </a:gridCol>
                <a:gridCol w="899771">
                  <a:extLst>
                    <a:ext uri="{9D8B030D-6E8A-4147-A177-3AD203B41FA5}">
                      <a16:colId xmlns:a16="http://schemas.microsoft.com/office/drawing/2014/main" xmlns="" val="366110414"/>
                    </a:ext>
                  </a:extLst>
                </a:gridCol>
                <a:gridCol w="899771">
                  <a:extLst>
                    <a:ext uri="{9D8B030D-6E8A-4147-A177-3AD203B41FA5}">
                      <a16:colId xmlns:a16="http://schemas.microsoft.com/office/drawing/2014/main" xmlns="" val="3303770924"/>
                    </a:ext>
                  </a:extLst>
                </a:gridCol>
                <a:gridCol w="899771">
                  <a:extLst>
                    <a:ext uri="{9D8B030D-6E8A-4147-A177-3AD203B41FA5}">
                      <a16:colId xmlns:a16="http://schemas.microsoft.com/office/drawing/2014/main" xmlns="" val="3866578509"/>
                    </a:ext>
                  </a:extLst>
                </a:gridCol>
              </a:tblGrid>
              <a:tr h="435934">
                <a:tc>
                  <a:txBody>
                    <a:bodyPr/>
                    <a:lstStyle/>
                    <a:p>
                      <a:pPr algn="ctr"/>
                      <a:endParaRPr lang="en-GB" sz="3600">
                        <a:solidFill>
                          <a:schemeClr val="tx1"/>
                        </a:solidFill>
                      </a:endParaRPr>
                    </a:p>
                  </a:txBody>
                  <a:tcPr/>
                </a:tc>
                <a:tc>
                  <a:txBody>
                    <a:bodyPr/>
                    <a:lstStyle/>
                    <a:p>
                      <a:pPr algn="ctr"/>
                      <a:r>
                        <a:rPr lang="en-GB" sz="3600">
                          <a:solidFill>
                            <a:schemeClr val="tx1"/>
                          </a:solidFill>
                        </a:rPr>
                        <a:t>A</a:t>
                      </a:r>
                    </a:p>
                  </a:txBody>
                  <a:tcPr/>
                </a:tc>
                <a:tc>
                  <a:txBody>
                    <a:bodyPr/>
                    <a:lstStyle/>
                    <a:p>
                      <a:pPr algn="ctr"/>
                      <a:r>
                        <a:rPr lang="en-GB" sz="3600">
                          <a:solidFill>
                            <a:schemeClr val="tx1"/>
                          </a:solidFill>
                        </a:rPr>
                        <a:t>B</a:t>
                      </a:r>
                    </a:p>
                  </a:txBody>
                  <a:tcPr/>
                </a:tc>
                <a:tc>
                  <a:txBody>
                    <a:bodyPr/>
                    <a:lstStyle/>
                    <a:p>
                      <a:pPr algn="ctr"/>
                      <a:r>
                        <a:rPr lang="en-GB" sz="3600">
                          <a:solidFill>
                            <a:schemeClr val="tx1"/>
                          </a:solidFill>
                        </a:rPr>
                        <a:t>C</a:t>
                      </a:r>
                    </a:p>
                  </a:txBody>
                  <a:tcPr/>
                </a:tc>
                <a:tc>
                  <a:txBody>
                    <a:bodyPr/>
                    <a:lstStyle/>
                    <a:p>
                      <a:pPr algn="ctr"/>
                      <a:r>
                        <a:rPr lang="en-GB" sz="3600">
                          <a:solidFill>
                            <a:schemeClr val="tx1"/>
                          </a:solidFill>
                        </a:rPr>
                        <a:t>D</a:t>
                      </a:r>
                    </a:p>
                  </a:txBody>
                  <a:tcPr/>
                </a:tc>
                <a:extLst>
                  <a:ext uri="{0D108BD9-81ED-4DB2-BD59-A6C34878D82A}">
                    <a16:rowId xmlns:a16="http://schemas.microsoft.com/office/drawing/2014/main" xmlns="" val="719485627"/>
                  </a:ext>
                </a:extLst>
              </a:tr>
              <a:tr h="435934">
                <a:tc>
                  <a:txBody>
                    <a:bodyPr/>
                    <a:lstStyle/>
                    <a:p>
                      <a:pPr algn="ctr"/>
                      <a:r>
                        <a:rPr lang="en-GB" sz="3600">
                          <a:solidFill>
                            <a:schemeClr val="tx1"/>
                          </a:solidFill>
                        </a:rPr>
                        <a:t>A</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algn="ctr"/>
                      <a:r>
                        <a:rPr lang="en-GB" sz="3600">
                          <a:solidFill>
                            <a:schemeClr val="tx1"/>
                          </a:solidFill>
                        </a:rPr>
                        <a:t>0</a:t>
                      </a:r>
                    </a:p>
                  </a:txBody>
                  <a:tcPr/>
                </a:tc>
                <a:tc>
                  <a:txBody>
                    <a:bodyPr/>
                    <a:lstStyle/>
                    <a:p>
                      <a:pPr lvl="0" algn="ctr">
                        <a:buNone/>
                      </a:pPr>
                      <a:r>
                        <a:rPr lang="en-GB" sz="3600">
                          <a:solidFill>
                            <a:schemeClr val="tx1"/>
                          </a:solidFill>
                        </a:rPr>
                        <a:t>0</a:t>
                      </a:r>
                    </a:p>
                  </a:txBody>
                  <a:tcPr/>
                </a:tc>
                <a:tc>
                  <a:txBody>
                    <a:bodyPr/>
                    <a:lstStyle/>
                    <a:p>
                      <a:pPr lvl="0" algn="ctr">
                        <a:buNone/>
                      </a:pPr>
                      <a:r>
                        <a:rPr lang="en-GB" sz="3600">
                          <a:solidFill>
                            <a:schemeClr val="tx1"/>
                          </a:solidFill>
                        </a:rPr>
                        <a:t>20</a:t>
                      </a:r>
                      <a:endParaRPr lang="en-US"/>
                    </a:p>
                  </a:txBody>
                  <a:tcPr/>
                </a:tc>
                <a:extLst>
                  <a:ext uri="{0D108BD9-81ED-4DB2-BD59-A6C34878D82A}">
                    <a16:rowId xmlns:a16="http://schemas.microsoft.com/office/drawing/2014/main" xmlns="" val="1036951381"/>
                  </a:ext>
                </a:extLst>
              </a:tr>
              <a:tr h="435934">
                <a:tc>
                  <a:txBody>
                    <a:bodyPr/>
                    <a:lstStyle/>
                    <a:p>
                      <a:pPr algn="ctr"/>
                      <a:r>
                        <a:rPr lang="en-GB" sz="3600">
                          <a:solidFill>
                            <a:schemeClr val="tx1"/>
                          </a:solidFill>
                        </a:rPr>
                        <a:t>B</a:t>
                      </a:r>
                    </a:p>
                  </a:txBody>
                  <a:tcPr/>
                </a:tc>
                <a:tc>
                  <a:txBody>
                    <a:bodyPr/>
                    <a:lstStyle/>
                    <a:p>
                      <a:pPr algn="ctr"/>
                      <a:r>
                        <a:rPr lang="en-GB" sz="3600">
                          <a:solidFill>
                            <a:schemeClr val="tx1"/>
                          </a:solidFill>
                        </a:rPr>
                        <a:t>10</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lvl="0" algn="ctr">
                        <a:buNone/>
                      </a:pPr>
                      <a:r>
                        <a:rPr lang="en-GB" sz="3600">
                          <a:solidFill>
                            <a:schemeClr val="tx1"/>
                          </a:solidFill>
                        </a:rPr>
                        <a:t>75</a:t>
                      </a:r>
                    </a:p>
                  </a:txBody>
                  <a:tcPr/>
                </a:tc>
                <a:tc>
                  <a:txBody>
                    <a:bodyPr/>
                    <a:lstStyle/>
                    <a:p>
                      <a:pPr lvl="0" algn="ctr">
                        <a:buNone/>
                      </a:pPr>
                      <a:r>
                        <a:rPr lang="en-GB" sz="3600">
                          <a:solidFill>
                            <a:schemeClr val="tx1"/>
                          </a:solidFill>
                        </a:rPr>
                        <a:t>0</a:t>
                      </a:r>
                    </a:p>
                  </a:txBody>
                  <a:tcPr/>
                </a:tc>
                <a:extLst>
                  <a:ext uri="{0D108BD9-81ED-4DB2-BD59-A6C34878D82A}">
                    <a16:rowId xmlns:a16="http://schemas.microsoft.com/office/drawing/2014/main" xmlns="" val="3643331586"/>
                  </a:ext>
                </a:extLst>
              </a:tr>
              <a:tr h="435934">
                <a:tc>
                  <a:txBody>
                    <a:bodyPr/>
                    <a:lstStyle/>
                    <a:p>
                      <a:pPr algn="ctr"/>
                      <a:r>
                        <a:rPr lang="en-GB" sz="3600">
                          <a:solidFill>
                            <a:schemeClr val="tx1"/>
                          </a:solidFill>
                        </a:rPr>
                        <a:t>C</a:t>
                      </a:r>
                    </a:p>
                  </a:txBody>
                  <a:tcPr/>
                </a:tc>
                <a:tc>
                  <a:txBody>
                    <a:bodyPr/>
                    <a:lstStyle/>
                    <a:p>
                      <a:pPr algn="ctr"/>
                      <a:r>
                        <a:rPr lang="en-GB" sz="3600">
                          <a:solidFill>
                            <a:schemeClr val="tx1"/>
                          </a:solidFill>
                        </a:rPr>
                        <a:t>20</a:t>
                      </a:r>
                    </a:p>
                  </a:txBody>
                  <a:tcPr/>
                </a:tc>
                <a:tc>
                  <a:txBody>
                    <a:bodyPr/>
                    <a:lstStyle/>
                    <a:p>
                      <a:pPr lvl="0" algn="ctr">
                        <a:buNone/>
                      </a:pPr>
                      <a:r>
                        <a:rPr lang="en-GB" sz="3600">
                          <a:solidFill>
                            <a:schemeClr val="tx1"/>
                          </a:solidFill>
                        </a:rPr>
                        <a:t>25</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lvl="0" algn="ctr">
                        <a:buNone/>
                      </a:pPr>
                      <a:r>
                        <a:rPr lang="en-GB" sz="3600">
                          <a:solidFill>
                            <a:schemeClr val="tx1"/>
                          </a:solidFill>
                        </a:rPr>
                        <a:t>0</a:t>
                      </a:r>
                    </a:p>
                  </a:txBody>
                  <a:tcPr/>
                </a:tc>
                <a:extLst>
                  <a:ext uri="{0D108BD9-81ED-4DB2-BD59-A6C34878D82A}">
                    <a16:rowId xmlns:a16="http://schemas.microsoft.com/office/drawing/2014/main" xmlns="" val="2353848203"/>
                  </a:ext>
                </a:extLst>
              </a:tr>
              <a:tr h="435934">
                <a:tc>
                  <a:txBody>
                    <a:bodyPr/>
                    <a:lstStyle/>
                    <a:p>
                      <a:pPr algn="ctr"/>
                      <a:r>
                        <a:rPr lang="en-GB" sz="3600">
                          <a:solidFill>
                            <a:schemeClr val="tx1"/>
                          </a:solidFill>
                        </a:rPr>
                        <a:t>D</a:t>
                      </a:r>
                    </a:p>
                  </a:txBody>
                  <a:tcPr/>
                </a:tc>
                <a:tc>
                  <a:txBody>
                    <a:bodyPr/>
                    <a:lstStyle/>
                    <a:p>
                      <a:pPr algn="ctr"/>
                      <a:r>
                        <a:rPr lang="en-GB" sz="3600">
                          <a:solidFill>
                            <a:schemeClr val="tx1"/>
                          </a:solidFill>
                        </a:rPr>
                        <a:t>0</a:t>
                      </a:r>
                    </a:p>
                  </a:txBody>
                  <a:tcPr/>
                </a:tc>
                <a:tc>
                  <a:txBody>
                    <a:bodyPr/>
                    <a:lstStyle/>
                    <a:p>
                      <a:pPr lvl="0" algn="ctr">
                        <a:buNone/>
                      </a:pPr>
                      <a:r>
                        <a:rPr lang="en-GB" sz="3600">
                          <a:solidFill>
                            <a:schemeClr val="tx1"/>
                          </a:solidFill>
                        </a:rPr>
                        <a:t>10</a:t>
                      </a:r>
                    </a:p>
                  </a:txBody>
                  <a:tcPr/>
                </a:tc>
                <a:tc>
                  <a:txBody>
                    <a:bodyPr/>
                    <a:lstStyle/>
                    <a:p>
                      <a:pPr lvl="0" algn="ctr">
                        <a:buNone/>
                      </a:pPr>
                      <a:r>
                        <a:rPr lang="en-GB" sz="3600">
                          <a:solidFill>
                            <a:schemeClr val="tx1"/>
                          </a:solidFill>
                        </a:rPr>
                        <a:t>15</a:t>
                      </a:r>
                    </a:p>
                  </a:txBody>
                  <a:tcPr/>
                </a:tc>
                <a:tc>
                  <a:txBody>
                    <a:bodyPr/>
                    <a:lstStyle/>
                    <a:p>
                      <a:pPr algn="ctr"/>
                      <a:r>
                        <a:rPr lang="en-GB" sz="3600">
                          <a:solidFill>
                            <a:schemeClr val="tx1"/>
                          </a:solidFill>
                        </a:rPr>
                        <a:t>∞</a:t>
                      </a:r>
                    </a:p>
                  </a:txBody>
                  <a:tcPr/>
                </a:tc>
                <a:extLst>
                  <a:ext uri="{0D108BD9-81ED-4DB2-BD59-A6C34878D82A}">
                    <a16:rowId xmlns:a16="http://schemas.microsoft.com/office/drawing/2014/main" xmlns="" val="3737615831"/>
                  </a:ext>
                </a:extLst>
              </a:tr>
            </a:tbl>
          </a:graphicData>
        </a:graphic>
      </p:graphicFrame>
    </p:spTree>
    <p:extLst>
      <p:ext uri="{BB962C8B-B14F-4D97-AF65-F5344CB8AC3E}">
        <p14:creationId xmlns:p14="http://schemas.microsoft.com/office/powerpoint/2010/main" val="3211058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5">
            <a:extLst>
              <a:ext uri="{FF2B5EF4-FFF2-40B4-BE49-F238E27FC236}">
                <a16:creationId xmlns:a16="http://schemas.microsoft.com/office/drawing/2014/main" xmlns="" id="{BE23FA6F-CFD6-4C1C-8318-4D010E4FE73F}"/>
              </a:ext>
            </a:extLst>
          </p:cNvPr>
          <p:cNvGraphicFramePr>
            <a:graphicFrameLocks noGrp="1"/>
          </p:cNvGraphicFramePr>
          <p:nvPr>
            <p:extLst>
              <p:ext uri="{D42A27DB-BD31-4B8C-83A1-F6EECF244321}">
                <p14:modId xmlns:p14="http://schemas.microsoft.com/office/powerpoint/2010/main" val="3797950166"/>
              </p:ext>
            </p:extLst>
          </p:nvPr>
        </p:nvGraphicFramePr>
        <p:xfrm>
          <a:off x="847115" y="621734"/>
          <a:ext cx="4498855" cy="3200400"/>
        </p:xfrm>
        <a:graphic>
          <a:graphicData uri="http://schemas.openxmlformats.org/drawingml/2006/table">
            <a:tbl>
              <a:tblPr firstRow="1" bandRow="1">
                <a:tableStyleId>{5C22544A-7EE6-4342-B048-85BDC9FD1C3A}</a:tableStyleId>
              </a:tblPr>
              <a:tblGrid>
                <a:gridCol w="899771">
                  <a:extLst>
                    <a:ext uri="{9D8B030D-6E8A-4147-A177-3AD203B41FA5}">
                      <a16:colId xmlns:a16="http://schemas.microsoft.com/office/drawing/2014/main" xmlns="" val="432934020"/>
                    </a:ext>
                  </a:extLst>
                </a:gridCol>
                <a:gridCol w="899771">
                  <a:extLst>
                    <a:ext uri="{9D8B030D-6E8A-4147-A177-3AD203B41FA5}">
                      <a16:colId xmlns:a16="http://schemas.microsoft.com/office/drawing/2014/main" xmlns="" val="3979798649"/>
                    </a:ext>
                  </a:extLst>
                </a:gridCol>
                <a:gridCol w="899771">
                  <a:extLst>
                    <a:ext uri="{9D8B030D-6E8A-4147-A177-3AD203B41FA5}">
                      <a16:colId xmlns:a16="http://schemas.microsoft.com/office/drawing/2014/main" xmlns="" val="366110414"/>
                    </a:ext>
                  </a:extLst>
                </a:gridCol>
                <a:gridCol w="899771">
                  <a:extLst>
                    <a:ext uri="{9D8B030D-6E8A-4147-A177-3AD203B41FA5}">
                      <a16:colId xmlns:a16="http://schemas.microsoft.com/office/drawing/2014/main" xmlns="" val="3303770924"/>
                    </a:ext>
                  </a:extLst>
                </a:gridCol>
                <a:gridCol w="899771">
                  <a:extLst>
                    <a:ext uri="{9D8B030D-6E8A-4147-A177-3AD203B41FA5}">
                      <a16:colId xmlns:a16="http://schemas.microsoft.com/office/drawing/2014/main" xmlns="" val="3866578509"/>
                    </a:ext>
                  </a:extLst>
                </a:gridCol>
              </a:tblGrid>
              <a:tr h="435934">
                <a:tc>
                  <a:txBody>
                    <a:bodyPr/>
                    <a:lstStyle/>
                    <a:p>
                      <a:pPr algn="ctr"/>
                      <a:endParaRPr lang="en-GB" sz="3600">
                        <a:solidFill>
                          <a:schemeClr val="tx1"/>
                        </a:solidFill>
                      </a:endParaRPr>
                    </a:p>
                  </a:txBody>
                  <a:tcPr/>
                </a:tc>
                <a:tc>
                  <a:txBody>
                    <a:bodyPr/>
                    <a:lstStyle/>
                    <a:p>
                      <a:pPr algn="ctr"/>
                      <a:r>
                        <a:rPr lang="en-GB" sz="3600">
                          <a:solidFill>
                            <a:schemeClr val="tx1"/>
                          </a:solidFill>
                        </a:rPr>
                        <a:t>A</a:t>
                      </a:r>
                    </a:p>
                  </a:txBody>
                  <a:tcPr/>
                </a:tc>
                <a:tc>
                  <a:txBody>
                    <a:bodyPr/>
                    <a:lstStyle/>
                    <a:p>
                      <a:pPr algn="ctr"/>
                      <a:r>
                        <a:rPr lang="en-GB" sz="3600">
                          <a:solidFill>
                            <a:schemeClr val="tx1"/>
                          </a:solidFill>
                        </a:rPr>
                        <a:t>B</a:t>
                      </a:r>
                    </a:p>
                  </a:txBody>
                  <a:tcPr/>
                </a:tc>
                <a:tc>
                  <a:txBody>
                    <a:bodyPr/>
                    <a:lstStyle/>
                    <a:p>
                      <a:pPr algn="ctr"/>
                      <a:r>
                        <a:rPr lang="en-GB" sz="3600">
                          <a:solidFill>
                            <a:schemeClr val="tx1"/>
                          </a:solidFill>
                        </a:rPr>
                        <a:t>C</a:t>
                      </a:r>
                    </a:p>
                  </a:txBody>
                  <a:tcPr/>
                </a:tc>
                <a:tc>
                  <a:txBody>
                    <a:bodyPr/>
                    <a:lstStyle/>
                    <a:p>
                      <a:pPr algn="ctr"/>
                      <a:r>
                        <a:rPr lang="en-GB" sz="3600">
                          <a:solidFill>
                            <a:schemeClr val="tx1"/>
                          </a:solidFill>
                        </a:rPr>
                        <a:t>D</a:t>
                      </a:r>
                    </a:p>
                  </a:txBody>
                  <a:tcPr/>
                </a:tc>
                <a:extLst>
                  <a:ext uri="{0D108BD9-81ED-4DB2-BD59-A6C34878D82A}">
                    <a16:rowId xmlns:a16="http://schemas.microsoft.com/office/drawing/2014/main" xmlns="" val="719485627"/>
                  </a:ext>
                </a:extLst>
              </a:tr>
              <a:tr h="435934">
                <a:tc>
                  <a:txBody>
                    <a:bodyPr/>
                    <a:lstStyle/>
                    <a:p>
                      <a:pPr algn="ctr"/>
                      <a:r>
                        <a:rPr lang="en-GB" sz="3600">
                          <a:solidFill>
                            <a:schemeClr val="tx1"/>
                          </a:solidFill>
                        </a:rPr>
                        <a:t>A</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algn="ctr"/>
                      <a:r>
                        <a:rPr lang="en-GB" sz="3600">
                          <a:solidFill>
                            <a:schemeClr val="tx1"/>
                          </a:solidFill>
                        </a:rPr>
                        <a:t>0</a:t>
                      </a:r>
                    </a:p>
                  </a:txBody>
                  <a:tcPr/>
                </a:tc>
                <a:tc>
                  <a:txBody>
                    <a:bodyPr/>
                    <a:lstStyle/>
                    <a:p>
                      <a:pPr lvl="0" algn="ctr">
                        <a:buNone/>
                      </a:pPr>
                      <a:r>
                        <a:rPr lang="en-GB" sz="3600">
                          <a:solidFill>
                            <a:schemeClr val="tx1"/>
                          </a:solidFill>
                        </a:rPr>
                        <a:t>0</a:t>
                      </a:r>
                    </a:p>
                  </a:txBody>
                  <a:tcPr/>
                </a:tc>
                <a:tc>
                  <a:txBody>
                    <a:bodyPr/>
                    <a:lstStyle/>
                    <a:p>
                      <a:pPr lvl="0" algn="ctr">
                        <a:buNone/>
                      </a:pPr>
                      <a:r>
                        <a:rPr lang="en-GB" sz="3600">
                          <a:solidFill>
                            <a:schemeClr val="tx1"/>
                          </a:solidFill>
                        </a:rPr>
                        <a:t>20</a:t>
                      </a:r>
                      <a:endParaRPr lang="en-US"/>
                    </a:p>
                  </a:txBody>
                  <a:tcPr/>
                </a:tc>
                <a:extLst>
                  <a:ext uri="{0D108BD9-81ED-4DB2-BD59-A6C34878D82A}">
                    <a16:rowId xmlns:a16="http://schemas.microsoft.com/office/drawing/2014/main" xmlns="" val="1036951381"/>
                  </a:ext>
                </a:extLst>
              </a:tr>
              <a:tr h="435934">
                <a:tc>
                  <a:txBody>
                    <a:bodyPr/>
                    <a:lstStyle/>
                    <a:p>
                      <a:pPr algn="ctr"/>
                      <a:r>
                        <a:rPr lang="en-GB" sz="3600">
                          <a:solidFill>
                            <a:schemeClr val="tx1"/>
                          </a:solidFill>
                        </a:rPr>
                        <a:t>B</a:t>
                      </a:r>
                    </a:p>
                  </a:txBody>
                  <a:tcPr/>
                </a:tc>
                <a:tc>
                  <a:txBody>
                    <a:bodyPr/>
                    <a:lstStyle/>
                    <a:p>
                      <a:pPr algn="ctr"/>
                      <a:r>
                        <a:rPr lang="en-GB" sz="3600">
                          <a:solidFill>
                            <a:schemeClr val="tx1"/>
                          </a:solidFill>
                        </a:rPr>
                        <a:t>10</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lvl="0" algn="ctr">
                        <a:buNone/>
                      </a:pPr>
                      <a:r>
                        <a:rPr lang="en-GB" sz="3600">
                          <a:solidFill>
                            <a:schemeClr val="tx1"/>
                          </a:solidFill>
                        </a:rPr>
                        <a:t>75</a:t>
                      </a:r>
                    </a:p>
                  </a:txBody>
                  <a:tcPr/>
                </a:tc>
                <a:tc>
                  <a:txBody>
                    <a:bodyPr/>
                    <a:lstStyle/>
                    <a:p>
                      <a:pPr lvl="0" algn="ctr">
                        <a:buNone/>
                      </a:pPr>
                      <a:r>
                        <a:rPr lang="en-GB" sz="3600">
                          <a:solidFill>
                            <a:schemeClr val="tx1"/>
                          </a:solidFill>
                        </a:rPr>
                        <a:t>0</a:t>
                      </a:r>
                    </a:p>
                  </a:txBody>
                  <a:tcPr/>
                </a:tc>
                <a:extLst>
                  <a:ext uri="{0D108BD9-81ED-4DB2-BD59-A6C34878D82A}">
                    <a16:rowId xmlns:a16="http://schemas.microsoft.com/office/drawing/2014/main" xmlns="" val="3643331586"/>
                  </a:ext>
                </a:extLst>
              </a:tr>
              <a:tr h="435934">
                <a:tc>
                  <a:txBody>
                    <a:bodyPr/>
                    <a:lstStyle/>
                    <a:p>
                      <a:pPr algn="ctr"/>
                      <a:r>
                        <a:rPr lang="en-GB" sz="3600">
                          <a:solidFill>
                            <a:schemeClr val="tx1"/>
                          </a:solidFill>
                        </a:rPr>
                        <a:t>C</a:t>
                      </a:r>
                    </a:p>
                  </a:txBody>
                  <a:tcPr/>
                </a:tc>
                <a:tc>
                  <a:txBody>
                    <a:bodyPr/>
                    <a:lstStyle/>
                    <a:p>
                      <a:pPr algn="ctr"/>
                      <a:r>
                        <a:rPr lang="en-GB" sz="3600">
                          <a:solidFill>
                            <a:schemeClr val="tx1"/>
                          </a:solidFill>
                        </a:rPr>
                        <a:t>20</a:t>
                      </a:r>
                    </a:p>
                  </a:txBody>
                  <a:tcPr/>
                </a:tc>
                <a:tc>
                  <a:txBody>
                    <a:bodyPr/>
                    <a:lstStyle/>
                    <a:p>
                      <a:pPr lvl="0" algn="ctr">
                        <a:buNone/>
                      </a:pPr>
                      <a:r>
                        <a:rPr lang="en-GB" sz="3600">
                          <a:solidFill>
                            <a:schemeClr val="tx1"/>
                          </a:solidFill>
                        </a:rPr>
                        <a:t>25</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lvl="0" algn="ctr">
                        <a:buNone/>
                      </a:pPr>
                      <a:r>
                        <a:rPr lang="en-GB" sz="3600">
                          <a:solidFill>
                            <a:schemeClr val="tx1"/>
                          </a:solidFill>
                        </a:rPr>
                        <a:t>0</a:t>
                      </a:r>
                    </a:p>
                  </a:txBody>
                  <a:tcPr/>
                </a:tc>
                <a:extLst>
                  <a:ext uri="{0D108BD9-81ED-4DB2-BD59-A6C34878D82A}">
                    <a16:rowId xmlns:a16="http://schemas.microsoft.com/office/drawing/2014/main" xmlns="" val="2353848203"/>
                  </a:ext>
                </a:extLst>
              </a:tr>
              <a:tr h="435934">
                <a:tc>
                  <a:txBody>
                    <a:bodyPr/>
                    <a:lstStyle/>
                    <a:p>
                      <a:pPr algn="ctr"/>
                      <a:r>
                        <a:rPr lang="en-GB" sz="3600">
                          <a:solidFill>
                            <a:schemeClr val="tx1"/>
                          </a:solidFill>
                        </a:rPr>
                        <a:t>D</a:t>
                      </a:r>
                    </a:p>
                  </a:txBody>
                  <a:tcPr/>
                </a:tc>
                <a:tc>
                  <a:txBody>
                    <a:bodyPr/>
                    <a:lstStyle/>
                    <a:p>
                      <a:pPr algn="ctr"/>
                      <a:r>
                        <a:rPr lang="en-GB" sz="3600">
                          <a:solidFill>
                            <a:schemeClr val="tx1"/>
                          </a:solidFill>
                        </a:rPr>
                        <a:t>0</a:t>
                      </a:r>
                    </a:p>
                  </a:txBody>
                  <a:tcPr/>
                </a:tc>
                <a:tc>
                  <a:txBody>
                    <a:bodyPr/>
                    <a:lstStyle/>
                    <a:p>
                      <a:pPr lvl="0" algn="ctr">
                        <a:buNone/>
                      </a:pPr>
                      <a:r>
                        <a:rPr lang="en-GB" sz="3600">
                          <a:solidFill>
                            <a:schemeClr val="tx1"/>
                          </a:solidFill>
                        </a:rPr>
                        <a:t>10</a:t>
                      </a:r>
                    </a:p>
                  </a:txBody>
                  <a:tcPr/>
                </a:tc>
                <a:tc>
                  <a:txBody>
                    <a:bodyPr/>
                    <a:lstStyle/>
                    <a:p>
                      <a:pPr lvl="0" algn="ctr">
                        <a:buNone/>
                      </a:pPr>
                      <a:r>
                        <a:rPr lang="en-GB" sz="3600">
                          <a:solidFill>
                            <a:schemeClr val="tx1"/>
                          </a:solidFill>
                        </a:rPr>
                        <a:t>15</a:t>
                      </a:r>
                    </a:p>
                  </a:txBody>
                  <a:tcPr/>
                </a:tc>
                <a:tc>
                  <a:txBody>
                    <a:bodyPr/>
                    <a:lstStyle/>
                    <a:p>
                      <a:pPr algn="ctr"/>
                      <a:r>
                        <a:rPr lang="en-GB" sz="3600">
                          <a:solidFill>
                            <a:schemeClr val="tx1"/>
                          </a:solidFill>
                        </a:rPr>
                        <a:t>∞</a:t>
                      </a:r>
                    </a:p>
                  </a:txBody>
                  <a:tcPr/>
                </a:tc>
                <a:extLst>
                  <a:ext uri="{0D108BD9-81ED-4DB2-BD59-A6C34878D82A}">
                    <a16:rowId xmlns:a16="http://schemas.microsoft.com/office/drawing/2014/main" xmlns="" val="3737615831"/>
                  </a:ext>
                </a:extLst>
              </a:tr>
            </a:tbl>
          </a:graphicData>
        </a:graphic>
      </p:graphicFrame>
      <p:graphicFrame>
        <p:nvGraphicFramePr>
          <p:cNvPr id="5" name="Table 5">
            <a:extLst>
              <a:ext uri="{FF2B5EF4-FFF2-40B4-BE49-F238E27FC236}">
                <a16:creationId xmlns:a16="http://schemas.microsoft.com/office/drawing/2014/main" xmlns="" id="{6BDAA5C3-9A2C-425B-94DC-3FFD275C2382}"/>
              </a:ext>
            </a:extLst>
          </p:cNvPr>
          <p:cNvGraphicFramePr>
            <a:graphicFrameLocks noGrp="1"/>
          </p:cNvGraphicFramePr>
          <p:nvPr>
            <p:extLst>
              <p:ext uri="{D42A27DB-BD31-4B8C-83A1-F6EECF244321}">
                <p14:modId xmlns:p14="http://schemas.microsoft.com/office/powerpoint/2010/main" val="3049052284"/>
              </p:ext>
            </p:extLst>
          </p:nvPr>
        </p:nvGraphicFramePr>
        <p:xfrm>
          <a:off x="7086886" y="679243"/>
          <a:ext cx="4498855" cy="3200400"/>
        </p:xfrm>
        <a:graphic>
          <a:graphicData uri="http://schemas.openxmlformats.org/drawingml/2006/table">
            <a:tbl>
              <a:tblPr firstRow="1" bandRow="1">
                <a:tableStyleId>{5C22544A-7EE6-4342-B048-85BDC9FD1C3A}</a:tableStyleId>
              </a:tblPr>
              <a:tblGrid>
                <a:gridCol w="899771">
                  <a:extLst>
                    <a:ext uri="{9D8B030D-6E8A-4147-A177-3AD203B41FA5}">
                      <a16:colId xmlns:a16="http://schemas.microsoft.com/office/drawing/2014/main" xmlns="" val="432934020"/>
                    </a:ext>
                  </a:extLst>
                </a:gridCol>
                <a:gridCol w="899771">
                  <a:extLst>
                    <a:ext uri="{9D8B030D-6E8A-4147-A177-3AD203B41FA5}">
                      <a16:colId xmlns:a16="http://schemas.microsoft.com/office/drawing/2014/main" xmlns="" val="3979798649"/>
                    </a:ext>
                  </a:extLst>
                </a:gridCol>
                <a:gridCol w="899771">
                  <a:extLst>
                    <a:ext uri="{9D8B030D-6E8A-4147-A177-3AD203B41FA5}">
                      <a16:colId xmlns:a16="http://schemas.microsoft.com/office/drawing/2014/main" xmlns="" val="366110414"/>
                    </a:ext>
                  </a:extLst>
                </a:gridCol>
                <a:gridCol w="899771">
                  <a:extLst>
                    <a:ext uri="{9D8B030D-6E8A-4147-A177-3AD203B41FA5}">
                      <a16:colId xmlns:a16="http://schemas.microsoft.com/office/drawing/2014/main" xmlns="" val="3303770924"/>
                    </a:ext>
                  </a:extLst>
                </a:gridCol>
                <a:gridCol w="899771">
                  <a:extLst>
                    <a:ext uri="{9D8B030D-6E8A-4147-A177-3AD203B41FA5}">
                      <a16:colId xmlns:a16="http://schemas.microsoft.com/office/drawing/2014/main" xmlns="" val="3866578509"/>
                    </a:ext>
                  </a:extLst>
                </a:gridCol>
              </a:tblGrid>
              <a:tr h="435934">
                <a:tc>
                  <a:txBody>
                    <a:bodyPr/>
                    <a:lstStyle/>
                    <a:p>
                      <a:pPr algn="ctr"/>
                      <a:endParaRPr lang="en-GB" sz="3600">
                        <a:solidFill>
                          <a:schemeClr val="tx1"/>
                        </a:solidFill>
                      </a:endParaRPr>
                    </a:p>
                  </a:txBody>
                  <a:tcPr/>
                </a:tc>
                <a:tc>
                  <a:txBody>
                    <a:bodyPr/>
                    <a:lstStyle/>
                    <a:p>
                      <a:pPr algn="ctr"/>
                      <a:r>
                        <a:rPr lang="en-GB" sz="3600">
                          <a:solidFill>
                            <a:schemeClr val="tx1"/>
                          </a:solidFill>
                        </a:rPr>
                        <a:t>A</a:t>
                      </a:r>
                    </a:p>
                  </a:txBody>
                  <a:tcPr/>
                </a:tc>
                <a:tc>
                  <a:txBody>
                    <a:bodyPr/>
                    <a:lstStyle/>
                    <a:p>
                      <a:pPr algn="ctr"/>
                      <a:r>
                        <a:rPr lang="en-GB" sz="3600">
                          <a:solidFill>
                            <a:schemeClr val="tx1"/>
                          </a:solidFill>
                        </a:rPr>
                        <a:t>B</a:t>
                      </a:r>
                    </a:p>
                  </a:txBody>
                  <a:tcPr/>
                </a:tc>
                <a:tc>
                  <a:txBody>
                    <a:bodyPr/>
                    <a:lstStyle/>
                    <a:p>
                      <a:pPr algn="ctr"/>
                      <a:r>
                        <a:rPr lang="en-GB" sz="3600">
                          <a:solidFill>
                            <a:schemeClr val="tx1"/>
                          </a:solidFill>
                        </a:rPr>
                        <a:t>C</a:t>
                      </a:r>
                    </a:p>
                  </a:txBody>
                  <a:tcPr/>
                </a:tc>
                <a:tc>
                  <a:txBody>
                    <a:bodyPr/>
                    <a:lstStyle/>
                    <a:p>
                      <a:pPr algn="ctr"/>
                      <a:r>
                        <a:rPr lang="en-GB" sz="3600">
                          <a:solidFill>
                            <a:schemeClr val="tx1"/>
                          </a:solidFill>
                        </a:rPr>
                        <a:t>D</a:t>
                      </a:r>
                    </a:p>
                  </a:txBody>
                  <a:tcPr/>
                </a:tc>
                <a:extLst>
                  <a:ext uri="{0D108BD9-81ED-4DB2-BD59-A6C34878D82A}">
                    <a16:rowId xmlns:a16="http://schemas.microsoft.com/office/drawing/2014/main" xmlns="" val="719485627"/>
                  </a:ext>
                </a:extLst>
              </a:tr>
              <a:tr h="435934">
                <a:tc>
                  <a:txBody>
                    <a:bodyPr/>
                    <a:lstStyle/>
                    <a:p>
                      <a:pPr algn="ctr"/>
                      <a:r>
                        <a:rPr lang="en-GB" sz="3600">
                          <a:solidFill>
                            <a:schemeClr val="tx1"/>
                          </a:solidFill>
                        </a:rPr>
                        <a:t>A</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algn="ctr"/>
                      <a:r>
                        <a:rPr lang="en-GB" sz="3600">
                          <a:solidFill>
                            <a:schemeClr val="tx1"/>
                          </a:solidFill>
                        </a:rPr>
                        <a:t>0</a:t>
                      </a:r>
                    </a:p>
                  </a:txBody>
                  <a:tcPr/>
                </a:tc>
                <a:tc>
                  <a:txBody>
                    <a:bodyPr/>
                    <a:lstStyle/>
                    <a:p>
                      <a:pPr lvl="0" algn="ctr">
                        <a:buNone/>
                      </a:pPr>
                      <a:r>
                        <a:rPr lang="en-GB" sz="3600">
                          <a:solidFill>
                            <a:schemeClr val="tx1"/>
                          </a:solidFill>
                        </a:rPr>
                        <a:t>0</a:t>
                      </a:r>
                    </a:p>
                  </a:txBody>
                  <a:tcPr/>
                </a:tc>
                <a:tc>
                  <a:txBody>
                    <a:bodyPr/>
                    <a:lstStyle/>
                    <a:p>
                      <a:pPr lvl="0" algn="ctr">
                        <a:buNone/>
                      </a:pPr>
                      <a:r>
                        <a:rPr lang="en-GB" sz="3600">
                          <a:solidFill>
                            <a:schemeClr val="tx1"/>
                          </a:solidFill>
                        </a:rPr>
                        <a:t>20</a:t>
                      </a:r>
                      <a:endParaRPr lang="en-US"/>
                    </a:p>
                  </a:txBody>
                  <a:tcPr/>
                </a:tc>
                <a:extLst>
                  <a:ext uri="{0D108BD9-81ED-4DB2-BD59-A6C34878D82A}">
                    <a16:rowId xmlns:a16="http://schemas.microsoft.com/office/drawing/2014/main" xmlns="" val="1036951381"/>
                  </a:ext>
                </a:extLst>
              </a:tr>
              <a:tr h="435934">
                <a:tc>
                  <a:txBody>
                    <a:bodyPr/>
                    <a:lstStyle/>
                    <a:p>
                      <a:pPr algn="ctr"/>
                      <a:r>
                        <a:rPr lang="en-GB" sz="3600">
                          <a:solidFill>
                            <a:schemeClr val="tx1"/>
                          </a:solidFill>
                        </a:rPr>
                        <a:t>B</a:t>
                      </a:r>
                    </a:p>
                  </a:txBody>
                  <a:tcPr/>
                </a:tc>
                <a:tc>
                  <a:txBody>
                    <a:bodyPr/>
                    <a:lstStyle/>
                    <a:p>
                      <a:pPr algn="ctr"/>
                      <a:r>
                        <a:rPr lang="en-GB" sz="3600">
                          <a:solidFill>
                            <a:schemeClr val="tx1"/>
                          </a:solidFill>
                        </a:rPr>
                        <a:t>10</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lvl="0" algn="ctr">
                        <a:buNone/>
                      </a:pPr>
                      <a:r>
                        <a:rPr lang="en-GB" sz="3600">
                          <a:solidFill>
                            <a:schemeClr val="tx1"/>
                          </a:solidFill>
                        </a:rPr>
                        <a:t>75</a:t>
                      </a:r>
                    </a:p>
                  </a:txBody>
                  <a:tcPr/>
                </a:tc>
                <a:tc>
                  <a:txBody>
                    <a:bodyPr/>
                    <a:lstStyle/>
                    <a:p>
                      <a:pPr lvl="0" algn="ctr">
                        <a:buNone/>
                      </a:pPr>
                      <a:r>
                        <a:rPr lang="en-GB" sz="3600">
                          <a:solidFill>
                            <a:schemeClr val="tx1"/>
                          </a:solidFill>
                        </a:rPr>
                        <a:t>0</a:t>
                      </a:r>
                    </a:p>
                  </a:txBody>
                  <a:tcPr/>
                </a:tc>
                <a:extLst>
                  <a:ext uri="{0D108BD9-81ED-4DB2-BD59-A6C34878D82A}">
                    <a16:rowId xmlns:a16="http://schemas.microsoft.com/office/drawing/2014/main" xmlns="" val="3643331586"/>
                  </a:ext>
                </a:extLst>
              </a:tr>
              <a:tr h="435934">
                <a:tc>
                  <a:txBody>
                    <a:bodyPr/>
                    <a:lstStyle/>
                    <a:p>
                      <a:pPr algn="ctr"/>
                      <a:r>
                        <a:rPr lang="en-GB" sz="3600">
                          <a:solidFill>
                            <a:schemeClr val="tx1"/>
                          </a:solidFill>
                        </a:rPr>
                        <a:t>C</a:t>
                      </a:r>
                    </a:p>
                  </a:txBody>
                  <a:tcPr/>
                </a:tc>
                <a:tc>
                  <a:txBody>
                    <a:bodyPr/>
                    <a:lstStyle/>
                    <a:p>
                      <a:pPr algn="ctr"/>
                      <a:r>
                        <a:rPr lang="en-GB" sz="3600">
                          <a:solidFill>
                            <a:schemeClr val="tx1"/>
                          </a:solidFill>
                        </a:rPr>
                        <a:t>20</a:t>
                      </a:r>
                    </a:p>
                  </a:txBody>
                  <a:tcPr/>
                </a:tc>
                <a:tc>
                  <a:txBody>
                    <a:bodyPr/>
                    <a:lstStyle/>
                    <a:p>
                      <a:pPr lvl="0" algn="ctr">
                        <a:buNone/>
                      </a:pPr>
                      <a:r>
                        <a:rPr lang="en-GB" sz="3600">
                          <a:solidFill>
                            <a:schemeClr val="tx1"/>
                          </a:solidFill>
                        </a:rPr>
                        <a:t>25</a:t>
                      </a:r>
                    </a:p>
                  </a:txBody>
                  <a:tcPr/>
                </a:tc>
                <a:tc>
                  <a:txBody>
                    <a:bodyPr/>
                    <a:lstStyle/>
                    <a:p>
                      <a:pPr lvl="0" algn="ctr">
                        <a:buNone/>
                      </a:pPr>
                      <a:r>
                        <a:rPr lang="en-GB" sz="3600" b="0" i="0" u="none" strike="noStrike" noProof="0">
                          <a:solidFill>
                            <a:schemeClr val="tx1"/>
                          </a:solidFill>
                          <a:latin typeface="Calibri"/>
                        </a:rPr>
                        <a:t>∞</a:t>
                      </a:r>
                      <a:endParaRPr lang="en-US"/>
                    </a:p>
                  </a:txBody>
                  <a:tcPr/>
                </a:tc>
                <a:tc>
                  <a:txBody>
                    <a:bodyPr/>
                    <a:lstStyle/>
                    <a:p>
                      <a:pPr lvl="0" algn="ctr">
                        <a:buNone/>
                      </a:pPr>
                      <a:r>
                        <a:rPr lang="en-GB" sz="3600">
                          <a:solidFill>
                            <a:schemeClr val="tx1"/>
                          </a:solidFill>
                        </a:rPr>
                        <a:t>0</a:t>
                      </a:r>
                    </a:p>
                  </a:txBody>
                  <a:tcPr/>
                </a:tc>
                <a:extLst>
                  <a:ext uri="{0D108BD9-81ED-4DB2-BD59-A6C34878D82A}">
                    <a16:rowId xmlns:a16="http://schemas.microsoft.com/office/drawing/2014/main" xmlns="" val="2353848203"/>
                  </a:ext>
                </a:extLst>
              </a:tr>
              <a:tr h="435934">
                <a:tc>
                  <a:txBody>
                    <a:bodyPr/>
                    <a:lstStyle/>
                    <a:p>
                      <a:pPr algn="ctr"/>
                      <a:r>
                        <a:rPr lang="en-GB" sz="3600">
                          <a:solidFill>
                            <a:schemeClr val="tx1"/>
                          </a:solidFill>
                        </a:rPr>
                        <a:t>D</a:t>
                      </a:r>
                    </a:p>
                  </a:txBody>
                  <a:tcPr/>
                </a:tc>
                <a:tc>
                  <a:txBody>
                    <a:bodyPr/>
                    <a:lstStyle/>
                    <a:p>
                      <a:pPr algn="ctr"/>
                      <a:r>
                        <a:rPr lang="en-GB" sz="3600">
                          <a:solidFill>
                            <a:schemeClr val="tx1"/>
                          </a:solidFill>
                        </a:rPr>
                        <a:t>0</a:t>
                      </a:r>
                    </a:p>
                  </a:txBody>
                  <a:tcPr/>
                </a:tc>
                <a:tc>
                  <a:txBody>
                    <a:bodyPr/>
                    <a:lstStyle/>
                    <a:p>
                      <a:pPr lvl="0" algn="ctr">
                        <a:buNone/>
                      </a:pPr>
                      <a:r>
                        <a:rPr lang="en-GB" sz="3600">
                          <a:solidFill>
                            <a:schemeClr val="tx1"/>
                          </a:solidFill>
                        </a:rPr>
                        <a:t>10</a:t>
                      </a:r>
                    </a:p>
                  </a:txBody>
                  <a:tcPr/>
                </a:tc>
                <a:tc>
                  <a:txBody>
                    <a:bodyPr/>
                    <a:lstStyle/>
                    <a:p>
                      <a:pPr lvl="0" algn="ctr">
                        <a:buNone/>
                      </a:pPr>
                      <a:r>
                        <a:rPr lang="en-GB" sz="3600">
                          <a:solidFill>
                            <a:schemeClr val="tx1"/>
                          </a:solidFill>
                        </a:rPr>
                        <a:t>15</a:t>
                      </a:r>
                    </a:p>
                  </a:txBody>
                  <a:tcPr/>
                </a:tc>
                <a:tc>
                  <a:txBody>
                    <a:bodyPr/>
                    <a:lstStyle/>
                    <a:p>
                      <a:pPr algn="ctr"/>
                      <a:r>
                        <a:rPr lang="en-GB" sz="3600">
                          <a:solidFill>
                            <a:schemeClr val="tx1"/>
                          </a:solidFill>
                        </a:rPr>
                        <a:t>∞</a:t>
                      </a:r>
                    </a:p>
                  </a:txBody>
                  <a:tcPr/>
                </a:tc>
                <a:extLst>
                  <a:ext uri="{0D108BD9-81ED-4DB2-BD59-A6C34878D82A}">
                    <a16:rowId xmlns:a16="http://schemas.microsoft.com/office/drawing/2014/main" xmlns="" val="3737615831"/>
                  </a:ext>
                </a:extLst>
              </a:tr>
            </a:tbl>
          </a:graphicData>
        </a:graphic>
      </p:graphicFrame>
    </p:spTree>
    <p:extLst>
      <p:ext uri="{BB962C8B-B14F-4D97-AF65-F5344CB8AC3E}">
        <p14:creationId xmlns:p14="http://schemas.microsoft.com/office/powerpoint/2010/main" val="3167990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28821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xmlns="" id="{00196394-185D-4040-A543-AC0747B2655D}"/>
              </a:ext>
            </a:extLst>
          </p:cNvPr>
          <p:cNvGraphicFramePr>
            <a:graphicFrameLocks noGrp="1"/>
          </p:cNvGraphicFramePr>
          <p:nvPr>
            <p:extLst>
              <p:ext uri="{D42A27DB-BD31-4B8C-83A1-F6EECF244321}">
                <p14:modId xmlns:p14="http://schemas.microsoft.com/office/powerpoint/2010/main" val="297188546"/>
              </p:ext>
            </p:extLst>
          </p:nvPr>
        </p:nvGraphicFramePr>
        <p:xfrm>
          <a:off x="463728" y="2226286"/>
          <a:ext cx="4393464" cy="3651246"/>
        </p:xfrm>
        <a:graphic>
          <a:graphicData uri="http://schemas.openxmlformats.org/drawingml/2006/table">
            <a:tbl>
              <a:tblPr firstRow="1" bandRow="1">
                <a:tableStyleId>{5C22544A-7EE6-4342-B048-85BDC9FD1C3A}</a:tableStyleId>
              </a:tblPr>
              <a:tblGrid>
                <a:gridCol w="920749">
                  <a:extLst>
                    <a:ext uri="{9D8B030D-6E8A-4147-A177-3AD203B41FA5}">
                      <a16:colId xmlns:a16="http://schemas.microsoft.com/office/drawing/2014/main" xmlns="" val="2258747454"/>
                    </a:ext>
                  </a:extLst>
                </a:gridCol>
                <a:gridCol w="746253">
                  <a:extLst>
                    <a:ext uri="{9D8B030D-6E8A-4147-A177-3AD203B41FA5}">
                      <a16:colId xmlns:a16="http://schemas.microsoft.com/office/drawing/2014/main" xmlns="" val="3693523772"/>
                    </a:ext>
                  </a:extLst>
                </a:gridCol>
                <a:gridCol w="690671">
                  <a:extLst>
                    <a:ext uri="{9D8B030D-6E8A-4147-A177-3AD203B41FA5}">
                      <a16:colId xmlns:a16="http://schemas.microsoft.com/office/drawing/2014/main" xmlns="" val="2422085540"/>
                    </a:ext>
                  </a:extLst>
                </a:gridCol>
                <a:gridCol w="679822">
                  <a:extLst>
                    <a:ext uri="{9D8B030D-6E8A-4147-A177-3AD203B41FA5}">
                      <a16:colId xmlns:a16="http://schemas.microsoft.com/office/drawing/2014/main" xmlns="" val="6664711"/>
                    </a:ext>
                  </a:extLst>
                </a:gridCol>
                <a:gridCol w="683712">
                  <a:extLst>
                    <a:ext uri="{9D8B030D-6E8A-4147-A177-3AD203B41FA5}">
                      <a16:colId xmlns:a16="http://schemas.microsoft.com/office/drawing/2014/main" xmlns="" val="1636575695"/>
                    </a:ext>
                  </a:extLst>
                </a:gridCol>
                <a:gridCol w="672257">
                  <a:extLst>
                    <a:ext uri="{9D8B030D-6E8A-4147-A177-3AD203B41FA5}">
                      <a16:colId xmlns:a16="http://schemas.microsoft.com/office/drawing/2014/main" xmlns="" val="581846635"/>
                    </a:ext>
                  </a:extLst>
                </a:gridCol>
              </a:tblGrid>
              <a:tr h="608541">
                <a:tc>
                  <a:txBody>
                    <a:bodyPr/>
                    <a:lstStyle/>
                    <a:p>
                      <a:pPr algn="ctr"/>
                      <a:endParaRPr lang="en-GB" sz="3200"/>
                    </a:p>
                  </a:txBody>
                  <a:tcPr/>
                </a:tc>
                <a:tc>
                  <a:txBody>
                    <a:bodyPr/>
                    <a:lstStyle/>
                    <a:p>
                      <a:pPr algn="ctr"/>
                      <a:r>
                        <a:rPr lang="en-GB" sz="3200"/>
                        <a:t>A</a:t>
                      </a:r>
                    </a:p>
                  </a:txBody>
                  <a:tcPr/>
                </a:tc>
                <a:tc>
                  <a:txBody>
                    <a:bodyPr/>
                    <a:lstStyle/>
                    <a:p>
                      <a:pPr algn="ctr"/>
                      <a:r>
                        <a:rPr lang="en-GB" sz="3200"/>
                        <a:t>B</a:t>
                      </a:r>
                    </a:p>
                  </a:txBody>
                  <a:tcPr/>
                </a:tc>
                <a:tc>
                  <a:txBody>
                    <a:bodyPr/>
                    <a:lstStyle/>
                    <a:p>
                      <a:pPr algn="ctr"/>
                      <a:r>
                        <a:rPr lang="en-GB" sz="3200"/>
                        <a:t>C</a:t>
                      </a:r>
                    </a:p>
                  </a:txBody>
                  <a:tcPr/>
                </a:tc>
                <a:tc>
                  <a:txBody>
                    <a:bodyPr/>
                    <a:lstStyle/>
                    <a:p>
                      <a:pPr algn="ctr"/>
                      <a:r>
                        <a:rPr lang="en-GB" sz="3200"/>
                        <a:t>D</a:t>
                      </a:r>
                    </a:p>
                  </a:txBody>
                  <a:tcPr/>
                </a:tc>
                <a:tc>
                  <a:txBody>
                    <a:bodyPr/>
                    <a:lstStyle/>
                    <a:p>
                      <a:pPr algn="ctr"/>
                      <a:r>
                        <a:rPr lang="en-GB" sz="3200"/>
                        <a:t>E</a:t>
                      </a:r>
                    </a:p>
                  </a:txBody>
                  <a:tcPr/>
                </a:tc>
                <a:extLst>
                  <a:ext uri="{0D108BD9-81ED-4DB2-BD59-A6C34878D82A}">
                    <a16:rowId xmlns:a16="http://schemas.microsoft.com/office/drawing/2014/main" xmlns="" val="1323835689"/>
                  </a:ext>
                </a:extLst>
              </a:tr>
              <a:tr h="608541">
                <a:tc>
                  <a:txBody>
                    <a:bodyPr/>
                    <a:lstStyle/>
                    <a:p>
                      <a:pPr algn="ctr"/>
                      <a:r>
                        <a:rPr lang="en-GB" sz="3200"/>
                        <a:t>A</a:t>
                      </a:r>
                    </a:p>
                  </a:txBody>
                  <a:tcPr/>
                </a:tc>
                <a:tc>
                  <a:txBody>
                    <a:bodyPr/>
                    <a:lstStyle/>
                    <a:p>
                      <a:pPr algn="ctr"/>
                      <a:r>
                        <a:rPr lang="en-GB" sz="3200"/>
                        <a:t>∞</a:t>
                      </a:r>
                    </a:p>
                  </a:txBody>
                  <a:tcPr/>
                </a:tc>
                <a:tc>
                  <a:txBody>
                    <a:bodyPr/>
                    <a:lstStyle/>
                    <a:p>
                      <a:pPr algn="ctr"/>
                      <a:r>
                        <a:rPr lang="en-GB" sz="3200"/>
                        <a:t>2</a:t>
                      </a:r>
                    </a:p>
                  </a:txBody>
                  <a:tcPr/>
                </a:tc>
                <a:tc>
                  <a:txBody>
                    <a:bodyPr/>
                    <a:lstStyle/>
                    <a:p>
                      <a:pPr algn="ctr"/>
                      <a:r>
                        <a:rPr lang="en-GB" sz="3200"/>
                        <a:t>5</a:t>
                      </a:r>
                    </a:p>
                  </a:txBody>
                  <a:tcPr/>
                </a:tc>
                <a:tc>
                  <a:txBody>
                    <a:bodyPr/>
                    <a:lstStyle/>
                    <a:p>
                      <a:pPr algn="ctr"/>
                      <a:r>
                        <a:rPr lang="en-GB" sz="3200"/>
                        <a:t>8</a:t>
                      </a:r>
                    </a:p>
                  </a:txBody>
                  <a:tcPr/>
                </a:tc>
                <a:tc>
                  <a:txBody>
                    <a:bodyPr/>
                    <a:lstStyle/>
                    <a:p>
                      <a:pPr algn="ctr"/>
                      <a:r>
                        <a:rPr lang="en-GB" sz="3200"/>
                        <a:t>1</a:t>
                      </a:r>
                    </a:p>
                  </a:txBody>
                  <a:tcPr/>
                </a:tc>
                <a:extLst>
                  <a:ext uri="{0D108BD9-81ED-4DB2-BD59-A6C34878D82A}">
                    <a16:rowId xmlns:a16="http://schemas.microsoft.com/office/drawing/2014/main" xmlns="" val="1668226495"/>
                  </a:ext>
                </a:extLst>
              </a:tr>
              <a:tr h="608541">
                <a:tc>
                  <a:txBody>
                    <a:bodyPr/>
                    <a:lstStyle/>
                    <a:p>
                      <a:pPr algn="ctr"/>
                      <a:r>
                        <a:rPr lang="en-GB" sz="3200"/>
                        <a:t>B</a:t>
                      </a:r>
                    </a:p>
                  </a:txBody>
                  <a:tcPr/>
                </a:tc>
                <a:tc>
                  <a:txBody>
                    <a:bodyPr/>
                    <a:lstStyle/>
                    <a:p>
                      <a:pPr algn="ctr"/>
                      <a:r>
                        <a:rPr lang="en-GB" sz="3200"/>
                        <a:t>6</a:t>
                      </a:r>
                    </a:p>
                  </a:txBody>
                  <a:tcPr/>
                </a:tc>
                <a:tc>
                  <a:txBody>
                    <a:bodyPr/>
                    <a:lstStyle/>
                    <a:p>
                      <a:pPr lvl="0" algn="ctr">
                        <a:buNone/>
                      </a:pPr>
                      <a:r>
                        <a:rPr lang="en-GB" sz="3200" b="0" i="0" u="none" strike="noStrike" noProof="0">
                          <a:latin typeface="Calibri"/>
                        </a:rPr>
                        <a:t>∞</a:t>
                      </a:r>
                      <a:endParaRPr lang="en-US"/>
                    </a:p>
                  </a:txBody>
                  <a:tcPr/>
                </a:tc>
                <a:tc>
                  <a:txBody>
                    <a:bodyPr/>
                    <a:lstStyle/>
                    <a:p>
                      <a:pPr algn="ctr"/>
                      <a:r>
                        <a:rPr lang="en-GB" sz="3200"/>
                        <a:t>3</a:t>
                      </a:r>
                    </a:p>
                  </a:txBody>
                  <a:tcPr/>
                </a:tc>
                <a:tc>
                  <a:txBody>
                    <a:bodyPr/>
                    <a:lstStyle/>
                    <a:p>
                      <a:pPr algn="ctr"/>
                      <a:r>
                        <a:rPr lang="en-GB" sz="3200"/>
                        <a:t>9</a:t>
                      </a:r>
                    </a:p>
                  </a:txBody>
                  <a:tcPr/>
                </a:tc>
                <a:tc>
                  <a:txBody>
                    <a:bodyPr/>
                    <a:lstStyle/>
                    <a:p>
                      <a:pPr algn="ctr"/>
                      <a:r>
                        <a:rPr lang="en-GB" sz="3200"/>
                        <a:t>2</a:t>
                      </a:r>
                    </a:p>
                  </a:txBody>
                  <a:tcPr/>
                </a:tc>
                <a:extLst>
                  <a:ext uri="{0D108BD9-81ED-4DB2-BD59-A6C34878D82A}">
                    <a16:rowId xmlns:a16="http://schemas.microsoft.com/office/drawing/2014/main" xmlns="" val="2829842562"/>
                  </a:ext>
                </a:extLst>
              </a:tr>
              <a:tr h="608541">
                <a:tc>
                  <a:txBody>
                    <a:bodyPr/>
                    <a:lstStyle/>
                    <a:p>
                      <a:pPr algn="ctr"/>
                      <a:r>
                        <a:rPr lang="en-GB" sz="3200"/>
                        <a:t>C</a:t>
                      </a:r>
                    </a:p>
                  </a:txBody>
                  <a:tcPr/>
                </a:tc>
                <a:tc>
                  <a:txBody>
                    <a:bodyPr/>
                    <a:lstStyle/>
                    <a:p>
                      <a:pPr algn="ctr"/>
                      <a:r>
                        <a:rPr lang="en-GB" sz="3200"/>
                        <a:t>8</a:t>
                      </a:r>
                    </a:p>
                  </a:txBody>
                  <a:tcPr/>
                </a:tc>
                <a:tc>
                  <a:txBody>
                    <a:bodyPr/>
                    <a:lstStyle/>
                    <a:p>
                      <a:pPr algn="ctr"/>
                      <a:r>
                        <a:rPr lang="en-GB" sz="3200"/>
                        <a:t>7</a:t>
                      </a:r>
                    </a:p>
                  </a:txBody>
                  <a:tcPr/>
                </a:tc>
                <a:tc>
                  <a:txBody>
                    <a:bodyPr/>
                    <a:lstStyle/>
                    <a:p>
                      <a:pPr lvl="0" algn="ctr">
                        <a:buNone/>
                      </a:pPr>
                      <a:r>
                        <a:rPr lang="en-GB" sz="3200" b="0" i="0" u="none" strike="noStrike" noProof="0">
                          <a:latin typeface="Calibri"/>
                        </a:rPr>
                        <a:t>∞</a:t>
                      </a:r>
                      <a:endParaRPr lang="en-US"/>
                    </a:p>
                  </a:txBody>
                  <a:tcPr/>
                </a:tc>
                <a:tc>
                  <a:txBody>
                    <a:bodyPr/>
                    <a:lstStyle/>
                    <a:p>
                      <a:pPr algn="ctr"/>
                      <a:r>
                        <a:rPr lang="en-GB" sz="3200"/>
                        <a:t>4</a:t>
                      </a:r>
                    </a:p>
                  </a:txBody>
                  <a:tcPr/>
                </a:tc>
                <a:tc>
                  <a:txBody>
                    <a:bodyPr/>
                    <a:lstStyle/>
                    <a:p>
                      <a:pPr algn="ctr"/>
                      <a:r>
                        <a:rPr lang="en-GB" sz="3200"/>
                        <a:t>8</a:t>
                      </a:r>
                    </a:p>
                  </a:txBody>
                  <a:tcPr/>
                </a:tc>
                <a:extLst>
                  <a:ext uri="{0D108BD9-81ED-4DB2-BD59-A6C34878D82A}">
                    <a16:rowId xmlns:a16="http://schemas.microsoft.com/office/drawing/2014/main" xmlns="" val="3344246261"/>
                  </a:ext>
                </a:extLst>
              </a:tr>
              <a:tr h="608541">
                <a:tc>
                  <a:txBody>
                    <a:bodyPr/>
                    <a:lstStyle/>
                    <a:p>
                      <a:pPr algn="ctr"/>
                      <a:r>
                        <a:rPr lang="en-GB" sz="3200"/>
                        <a:t>D</a:t>
                      </a:r>
                    </a:p>
                  </a:txBody>
                  <a:tcPr/>
                </a:tc>
                <a:tc>
                  <a:txBody>
                    <a:bodyPr/>
                    <a:lstStyle/>
                    <a:p>
                      <a:pPr algn="ctr"/>
                      <a:r>
                        <a:rPr lang="en-GB" sz="3200"/>
                        <a:t>13</a:t>
                      </a:r>
                    </a:p>
                  </a:txBody>
                  <a:tcPr/>
                </a:tc>
                <a:tc>
                  <a:txBody>
                    <a:bodyPr/>
                    <a:lstStyle/>
                    <a:p>
                      <a:pPr algn="ctr"/>
                      <a:r>
                        <a:rPr lang="en-GB" sz="3200"/>
                        <a:t>4</a:t>
                      </a:r>
                    </a:p>
                  </a:txBody>
                  <a:tcPr/>
                </a:tc>
                <a:tc>
                  <a:txBody>
                    <a:bodyPr/>
                    <a:lstStyle/>
                    <a:p>
                      <a:pPr algn="ctr"/>
                      <a:r>
                        <a:rPr lang="en-GB" sz="3200"/>
                        <a:t>7</a:t>
                      </a:r>
                    </a:p>
                  </a:txBody>
                  <a:tcPr/>
                </a:tc>
                <a:tc>
                  <a:txBody>
                    <a:bodyPr/>
                    <a:lstStyle/>
                    <a:p>
                      <a:pPr lvl="0" algn="ctr">
                        <a:buNone/>
                      </a:pPr>
                      <a:r>
                        <a:rPr lang="en-GB" sz="3200" b="0" i="0" u="none" strike="noStrike" noProof="0">
                          <a:latin typeface="Calibri"/>
                        </a:rPr>
                        <a:t>∞</a:t>
                      </a:r>
                      <a:endParaRPr lang="en-US"/>
                    </a:p>
                  </a:txBody>
                  <a:tcPr/>
                </a:tc>
                <a:tc>
                  <a:txBody>
                    <a:bodyPr/>
                    <a:lstStyle/>
                    <a:p>
                      <a:pPr algn="ctr"/>
                      <a:r>
                        <a:rPr lang="en-GB" sz="3200"/>
                        <a:t>5</a:t>
                      </a:r>
                    </a:p>
                  </a:txBody>
                  <a:tcPr/>
                </a:tc>
                <a:extLst>
                  <a:ext uri="{0D108BD9-81ED-4DB2-BD59-A6C34878D82A}">
                    <a16:rowId xmlns:a16="http://schemas.microsoft.com/office/drawing/2014/main" xmlns="" val="3799713780"/>
                  </a:ext>
                </a:extLst>
              </a:tr>
              <a:tr h="608541">
                <a:tc>
                  <a:txBody>
                    <a:bodyPr/>
                    <a:lstStyle/>
                    <a:p>
                      <a:pPr algn="ctr"/>
                      <a:r>
                        <a:rPr lang="en-GB" sz="3200"/>
                        <a:t>E</a:t>
                      </a:r>
                    </a:p>
                  </a:txBody>
                  <a:tcPr/>
                </a:tc>
                <a:tc>
                  <a:txBody>
                    <a:bodyPr/>
                    <a:lstStyle/>
                    <a:p>
                      <a:pPr algn="ctr"/>
                      <a:r>
                        <a:rPr lang="en-GB" sz="3200"/>
                        <a:t>1</a:t>
                      </a:r>
                    </a:p>
                  </a:txBody>
                  <a:tcPr/>
                </a:tc>
                <a:tc>
                  <a:txBody>
                    <a:bodyPr/>
                    <a:lstStyle/>
                    <a:p>
                      <a:pPr algn="ctr"/>
                      <a:r>
                        <a:rPr lang="en-GB" sz="3200"/>
                        <a:t>3</a:t>
                      </a:r>
                    </a:p>
                  </a:txBody>
                  <a:tcPr/>
                </a:tc>
                <a:tc>
                  <a:txBody>
                    <a:bodyPr/>
                    <a:lstStyle/>
                    <a:p>
                      <a:pPr algn="ctr"/>
                      <a:r>
                        <a:rPr lang="en-GB" sz="3200"/>
                        <a:t>2</a:t>
                      </a:r>
                    </a:p>
                  </a:txBody>
                  <a:tcPr/>
                </a:tc>
                <a:tc>
                  <a:txBody>
                    <a:bodyPr/>
                    <a:lstStyle/>
                    <a:p>
                      <a:pPr algn="ctr"/>
                      <a:r>
                        <a:rPr lang="en-GB" sz="3200"/>
                        <a:t>8</a:t>
                      </a:r>
                    </a:p>
                  </a:txBody>
                  <a:tcPr/>
                </a:tc>
                <a:tc>
                  <a:txBody>
                    <a:bodyPr/>
                    <a:lstStyle/>
                    <a:p>
                      <a:pPr lvl="0" algn="ctr">
                        <a:buNone/>
                      </a:pPr>
                      <a:r>
                        <a:rPr lang="en-GB" sz="3200" b="0" i="0" u="none" strike="noStrike" noProof="0">
                          <a:latin typeface="Calibri"/>
                        </a:rPr>
                        <a:t>∞</a:t>
                      </a:r>
                      <a:endParaRPr lang="en-US"/>
                    </a:p>
                  </a:txBody>
                  <a:tcPr/>
                </a:tc>
                <a:extLst>
                  <a:ext uri="{0D108BD9-81ED-4DB2-BD59-A6C34878D82A}">
                    <a16:rowId xmlns:a16="http://schemas.microsoft.com/office/drawing/2014/main" xmlns="" val="2437820798"/>
                  </a:ext>
                </a:extLst>
              </a:tr>
            </a:tbl>
          </a:graphicData>
        </a:graphic>
      </p:graphicFrame>
      <p:graphicFrame>
        <p:nvGraphicFramePr>
          <p:cNvPr id="3" name="Table 2">
            <a:extLst>
              <a:ext uri="{FF2B5EF4-FFF2-40B4-BE49-F238E27FC236}">
                <a16:creationId xmlns:a16="http://schemas.microsoft.com/office/drawing/2014/main" xmlns="" id="{7AA6ED08-343C-49C9-BE3C-D837D1E4993B}"/>
              </a:ext>
            </a:extLst>
          </p:cNvPr>
          <p:cNvGraphicFramePr>
            <a:graphicFrameLocks noGrp="1"/>
          </p:cNvGraphicFramePr>
          <p:nvPr>
            <p:extLst>
              <p:ext uri="{D42A27DB-BD31-4B8C-83A1-F6EECF244321}">
                <p14:modId xmlns:p14="http://schemas.microsoft.com/office/powerpoint/2010/main" val="3413833793"/>
              </p:ext>
            </p:extLst>
          </p:nvPr>
        </p:nvGraphicFramePr>
        <p:xfrm>
          <a:off x="7082095" y="2865135"/>
          <a:ext cx="4393464" cy="3651246"/>
        </p:xfrm>
        <a:graphic>
          <a:graphicData uri="http://schemas.openxmlformats.org/drawingml/2006/table">
            <a:tbl>
              <a:tblPr firstRow="1" bandRow="1">
                <a:tableStyleId>{5C22544A-7EE6-4342-B048-85BDC9FD1C3A}</a:tableStyleId>
              </a:tblPr>
              <a:tblGrid>
                <a:gridCol w="920749">
                  <a:extLst>
                    <a:ext uri="{9D8B030D-6E8A-4147-A177-3AD203B41FA5}">
                      <a16:colId xmlns:a16="http://schemas.microsoft.com/office/drawing/2014/main" xmlns="" val="2258747454"/>
                    </a:ext>
                  </a:extLst>
                </a:gridCol>
                <a:gridCol w="746253">
                  <a:extLst>
                    <a:ext uri="{9D8B030D-6E8A-4147-A177-3AD203B41FA5}">
                      <a16:colId xmlns:a16="http://schemas.microsoft.com/office/drawing/2014/main" xmlns="" val="3693523772"/>
                    </a:ext>
                  </a:extLst>
                </a:gridCol>
                <a:gridCol w="690671">
                  <a:extLst>
                    <a:ext uri="{9D8B030D-6E8A-4147-A177-3AD203B41FA5}">
                      <a16:colId xmlns:a16="http://schemas.microsoft.com/office/drawing/2014/main" xmlns="" val="2422085540"/>
                    </a:ext>
                  </a:extLst>
                </a:gridCol>
                <a:gridCol w="679822">
                  <a:extLst>
                    <a:ext uri="{9D8B030D-6E8A-4147-A177-3AD203B41FA5}">
                      <a16:colId xmlns:a16="http://schemas.microsoft.com/office/drawing/2014/main" xmlns="" val="6664711"/>
                    </a:ext>
                  </a:extLst>
                </a:gridCol>
                <a:gridCol w="683712">
                  <a:extLst>
                    <a:ext uri="{9D8B030D-6E8A-4147-A177-3AD203B41FA5}">
                      <a16:colId xmlns:a16="http://schemas.microsoft.com/office/drawing/2014/main" xmlns="" val="1636575695"/>
                    </a:ext>
                  </a:extLst>
                </a:gridCol>
                <a:gridCol w="672257">
                  <a:extLst>
                    <a:ext uri="{9D8B030D-6E8A-4147-A177-3AD203B41FA5}">
                      <a16:colId xmlns:a16="http://schemas.microsoft.com/office/drawing/2014/main" xmlns="" val="581846635"/>
                    </a:ext>
                  </a:extLst>
                </a:gridCol>
              </a:tblGrid>
              <a:tr h="608541">
                <a:tc>
                  <a:txBody>
                    <a:bodyPr/>
                    <a:lstStyle/>
                    <a:p>
                      <a:pPr algn="ctr"/>
                      <a:endParaRPr lang="en-GB" sz="3200"/>
                    </a:p>
                  </a:txBody>
                  <a:tcPr/>
                </a:tc>
                <a:tc>
                  <a:txBody>
                    <a:bodyPr/>
                    <a:lstStyle/>
                    <a:p>
                      <a:pPr algn="ctr"/>
                      <a:r>
                        <a:rPr lang="en-GB" sz="3200"/>
                        <a:t>A</a:t>
                      </a:r>
                    </a:p>
                  </a:txBody>
                  <a:tcPr/>
                </a:tc>
                <a:tc>
                  <a:txBody>
                    <a:bodyPr/>
                    <a:lstStyle/>
                    <a:p>
                      <a:pPr algn="ctr"/>
                      <a:r>
                        <a:rPr lang="en-GB" sz="3200"/>
                        <a:t>B</a:t>
                      </a:r>
                    </a:p>
                  </a:txBody>
                  <a:tcPr/>
                </a:tc>
                <a:tc>
                  <a:txBody>
                    <a:bodyPr/>
                    <a:lstStyle/>
                    <a:p>
                      <a:pPr algn="ctr"/>
                      <a:r>
                        <a:rPr lang="en-GB" sz="3200"/>
                        <a:t>C</a:t>
                      </a:r>
                    </a:p>
                  </a:txBody>
                  <a:tcPr/>
                </a:tc>
                <a:tc>
                  <a:txBody>
                    <a:bodyPr/>
                    <a:lstStyle/>
                    <a:p>
                      <a:pPr algn="ctr"/>
                      <a:r>
                        <a:rPr lang="en-GB" sz="3200"/>
                        <a:t>D</a:t>
                      </a:r>
                    </a:p>
                  </a:txBody>
                  <a:tcPr/>
                </a:tc>
                <a:tc>
                  <a:txBody>
                    <a:bodyPr/>
                    <a:lstStyle/>
                    <a:p>
                      <a:pPr algn="ctr"/>
                      <a:r>
                        <a:rPr lang="en-GB" sz="3200"/>
                        <a:t>E</a:t>
                      </a:r>
                    </a:p>
                  </a:txBody>
                  <a:tcPr/>
                </a:tc>
                <a:extLst>
                  <a:ext uri="{0D108BD9-81ED-4DB2-BD59-A6C34878D82A}">
                    <a16:rowId xmlns:a16="http://schemas.microsoft.com/office/drawing/2014/main" xmlns="" val="1323835689"/>
                  </a:ext>
                </a:extLst>
              </a:tr>
              <a:tr h="608541">
                <a:tc>
                  <a:txBody>
                    <a:bodyPr/>
                    <a:lstStyle/>
                    <a:p>
                      <a:pPr algn="ctr"/>
                      <a:r>
                        <a:rPr lang="en-GB" sz="3200"/>
                        <a:t>A</a:t>
                      </a:r>
                    </a:p>
                  </a:txBody>
                  <a:tcPr/>
                </a:tc>
                <a:tc>
                  <a:txBody>
                    <a:bodyPr/>
                    <a:lstStyle/>
                    <a:p>
                      <a:pPr algn="ctr"/>
                      <a:r>
                        <a:rPr lang="en-GB" sz="3200"/>
                        <a:t>∞</a:t>
                      </a:r>
                    </a:p>
                  </a:txBody>
                  <a:tcPr/>
                </a:tc>
                <a:tc>
                  <a:txBody>
                    <a:bodyPr/>
                    <a:lstStyle/>
                    <a:p>
                      <a:pPr algn="ctr"/>
                      <a:r>
                        <a:rPr lang="en-GB" sz="3200"/>
                        <a:t>1</a:t>
                      </a:r>
                    </a:p>
                  </a:txBody>
                  <a:tcPr/>
                </a:tc>
                <a:tc>
                  <a:txBody>
                    <a:bodyPr/>
                    <a:lstStyle/>
                    <a:p>
                      <a:pPr lvl="0" algn="ctr">
                        <a:buNone/>
                      </a:pPr>
                      <a:r>
                        <a:rPr lang="en-GB" sz="3200"/>
                        <a:t>3</a:t>
                      </a:r>
                    </a:p>
                  </a:txBody>
                  <a:tcPr/>
                </a:tc>
                <a:tc>
                  <a:txBody>
                    <a:bodyPr/>
                    <a:lstStyle/>
                    <a:p>
                      <a:pPr lvl="0" algn="ctr">
                        <a:buNone/>
                      </a:pPr>
                      <a:r>
                        <a:rPr lang="en-GB" sz="3200"/>
                        <a:t>7</a:t>
                      </a:r>
                    </a:p>
                  </a:txBody>
                  <a:tcPr/>
                </a:tc>
                <a:tc>
                  <a:txBody>
                    <a:bodyPr/>
                    <a:lstStyle/>
                    <a:p>
                      <a:pPr lvl="0" algn="ctr">
                        <a:buNone/>
                      </a:pPr>
                      <a:r>
                        <a:rPr lang="en-GB" sz="3200"/>
                        <a:t>0</a:t>
                      </a:r>
                    </a:p>
                  </a:txBody>
                  <a:tcPr/>
                </a:tc>
                <a:extLst>
                  <a:ext uri="{0D108BD9-81ED-4DB2-BD59-A6C34878D82A}">
                    <a16:rowId xmlns:a16="http://schemas.microsoft.com/office/drawing/2014/main" xmlns="" val="1668226495"/>
                  </a:ext>
                </a:extLst>
              </a:tr>
              <a:tr h="608541">
                <a:tc>
                  <a:txBody>
                    <a:bodyPr/>
                    <a:lstStyle/>
                    <a:p>
                      <a:pPr algn="ctr"/>
                      <a:r>
                        <a:rPr lang="en-GB" sz="3200"/>
                        <a:t>B</a:t>
                      </a:r>
                    </a:p>
                  </a:txBody>
                  <a:tcPr/>
                </a:tc>
                <a:tc>
                  <a:txBody>
                    <a:bodyPr/>
                    <a:lstStyle/>
                    <a:p>
                      <a:pPr algn="ctr"/>
                      <a:r>
                        <a:rPr lang="en-GB" sz="3200"/>
                        <a:t>4</a:t>
                      </a:r>
                    </a:p>
                  </a:txBody>
                  <a:tcPr/>
                </a:tc>
                <a:tc>
                  <a:txBody>
                    <a:bodyPr/>
                    <a:lstStyle/>
                    <a:p>
                      <a:pPr lvl="0" algn="ctr">
                        <a:buNone/>
                      </a:pPr>
                      <a:r>
                        <a:rPr lang="en-GB" sz="3200" b="0" i="0" u="none" strike="noStrike" noProof="0">
                          <a:latin typeface="Calibri"/>
                        </a:rPr>
                        <a:t>∞</a:t>
                      </a:r>
                      <a:endParaRPr lang="en-US"/>
                    </a:p>
                  </a:txBody>
                  <a:tcPr/>
                </a:tc>
                <a:tc>
                  <a:txBody>
                    <a:bodyPr/>
                    <a:lstStyle/>
                    <a:p>
                      <a:pPr lvl="0" algn="ctr">
                        <a:buNone/>
                      </a:pPr>
                      <a:r>
                        <a:rPr lang="en-GB" sz="3200"/>
                        <a:t>0</a:t>
                      </a:r>
                    </a:p>
                  </a:txBody>
                  <a:tcPr/>
                </a:tc>
                <a:tc>
                  <a:txBody>
                    <a:bodyPr/>
                    <a:lstStyle/>
                    <a:p>
                      <a:pPr lvl="0" algn="ctr">
                        <a:buNone/>
                      </a:pPr>
                      <a:r>
                        <a:rPr lang="en-GB" sz="3200"/>
                        <a:t>7</a:t>
                      </a:r>
                    </a:p>
                  </a:txBody>
                  <a:tcPr/>
                </a:tc>
                <a:tc>
                  <a:txBody>
                    <a:bodyPr/>
                    <a:lstStyle/>
                    <a:p>
                      <a:pPr lvl="0" algn="ctr">
                        <a:buNone/>
                      </a:pPr>
                      <a:r>
                        <a:rPr lang="en-GB" sz="3200"/>
                        <a:t>0</a:t>
                      </a:r>
                    </a:p>
                  </a:txBody>
                  <a:tcPr/>
                </a:tc>
                <a:extLst>
                  <a:ext uri="{0D108BD9-81ED-4DB2-BD59-A6C34878D82A}">
                    <a16:rowId xmlns:a16="http://schemas.microsoft.com/office/drawing/2014/main" xmlns="" val="2829842562"/>
                  </a:ext>
                </a:extLst>
              </a:tr>
              <a:tr h="608541">
                <a:tc>
                  <a:txBody>
                    <a:bodyPr/>
                    <a:lstStyle/>
                    <a:p>
                      <a:pPr algn="ctr"/>
                      <a:r>
                        <a:rPr lang="en-GB" sz="3200"/>
                        <a:t>C</a:t>
                      </a:r>
                    </a:p>
                  </a:txBody>
                  <a:tcPr/>
                </a:tc>
                <a:tc>
                  <a:txBody>
                    <a:bodyPr/>
                    <a:lstStyle/>
                    <a:p>
                      <a:pPr lvl="0" algn="ctr">
                        <a:buNone/>
                      </a:pPr>
                      <a:r>
                        <a:rPr lang="en-GB" sz="3200"/>
                        <a:t>4</a:t>
                      </a:r>
                    </a:p>
                  </a:txBody>
                  <a:tcPr/>
                </a:tc>
                <a:tc>
                  <a:txBody>
                    <a:bodyPr/>
                    <a:lstStyle/>
                    <a:p>
                      <a:pPr lvl="0" algn="ctr">
                        <a:buNone/>
                      </a:pPr>
                      <a:r>
                        <a:rPr lang="en-GB" sz="3200"/>
                        <a:t>3</a:t>
                      </a:r>
                    </a:p>
                  </a:txBody>
                  <a:tcPr/>
                </a:tc>
                <a:tc>
                  <a:txBody>
                    <a:bodyPr/>
                    <a:lstStyle/>
                    <a:p>
                      <a:pPr lvl="0" algn="ctr">
                        <a:buNone/>
                      </a:pPr>
                      <a:r>
                        <a:rPr lang="en-GB" sz="3200" b="0" i="0" u="none" strike="noStrike" noProof="0">
                          <a:latin typeface="Calibri"/>
                        </a:rPr>
                        <a:t>∞</a:t>
                      </a:r>
                      <a:endParaRPr lang="en-US"/>
                    </a:p>
                  </a:txBody>
                  <a:tcPr/>
                </a:tc>
                <a:tc>
                  <a:txBody>
                    <a:bodyPr/>
                    <a:lstStyle/>
                    <a:p>
                      <a:pPr lvl="0" algn="ctr">
                        <a:buNone/>
                      </a:pPr>
                      <a:r>
                        <a:rPr lang="en-GB" sz="3200"/>
                        <a:t>0</a:t>
                      </a:r>
                    </a:p>
                  </a:txBody>
                  <a:tcPr/>
                </a:tc>
                <a:tc>
                  <a:txBody>
                    <a:bodyPr/>
                    <a:lstStyle/>
                    <a:p>
                      <a:pPr lvl="0" algn="ctr">
                        <a:buNone/>
                      </a:pPr>
                      <a:r>
                        <a:rPr lang="en-GB" sz="3200"/>
                        <a:t>4</a:t>
                      </a:r>
                    </a:p>
                  </a:txBody>
                  <a:tcPr/>
                </a:tc>
                <a:extLst>
                  <a:ext uri="{0D108BD9-81ED-4DB2-BD59-A6C34878D82A}">
                    <a16:rowId xmlns:a16="http://schemas.microsoft.com/office/drawing/2014/main" xmlns="" val="3344246261"/>
                  </a:ext>
                </a:extLst>
              </a:tr>
              <a:tr h="608541">
                <a:tc>
                  <a:txBody>
                    <a:bodyPr/>
                    <a:lstStyle/>
                    <a:p>
                      <a:pPr algn="ctr"/>
                      <a:r>
                        <a:rPr lang="en-GB" sz="3200"/>
                        <a:t>D</a:t>
                      </a:r>
                    </a:p>
                  </a:txBody>
                  <a:tcPr/>
                </a:tc>
                <a:tc>
                  <a:txBody>
                    <a:bodyPr/>
                    <a:lstStyle/>
                    <a:p>
                      <a:pPr algn="ctr"/>
                      <a:r>
                        <a:rPr lang="en-GB" sz="3200"/>
                        <a:t>9</a:t>
                      </a:r>
                    </a:p>
                  </a:txBody>
                  <a:tcPr/>
                </a:tc>
                <a:tc>
                  <a:txBody>
                    <a:bodyPr/>
                    <a:lstStyle/>
                    <a:p>
                      <a:pPr lvl="0" algn="ctr">
                        <a:buNone/>
                      </a:pPr>
                      <a:r>
                        <a:rPr lang="en-GB" sz="3200"/>
                        <a:t>0</a:t>
                      </a:r>
                    </a:p>
                  </a:txBody>
                  <a:tcPr/>
                </a:tc>
                <a:tc>
                  <a:txBody>
                    <a:bodyPr/>
                    <a:lstStyle/>
                    <a:p>
                      <a:pPr lvl="0" algn="ctr">
                        <a:buNone/>
                      </a:pPr>
                      <a:r>
                        <a:rPr lang="en-GB" sz="3200"/>
                        <a:t>2</a:t>
                      </a:r>
                    </a:p>
                  </a:txBody>
                  <a:tcPr/>
                </a:tc>
                <a:tc>
                  <a:txBody>
                    <a:bodyPr/>
                    <a:lstStyle/>
                    <a:p>
                      <a:pPr lvl="0" algn="ctr">
                        <a:buNone/>
                      </a:pPr>
                      <a:r>
                        <a:rPr lang="en-GB" sz="3200" b="0" i="0" u="none" strike="noStrike" noProof="0">
                          <a:latin typeface="Calibri"/>
                        </a:rPr>
                        <a:t>∞</a:t>
                      </a:r>
                      <a:endParaRPr lang="en-US"/>
                    </a:p>
                  </a:txBody>
                  <a:tcPr/>
                </a:tc>
                <a:tc>
                  <a:txBody>
                    <a:bodyPr/>
                    <a:lstStyle/>
                    <a:p>
                      <a:pPr lvl="0" algn="ctr">
                        <a:buNone/>
                      </a:pPr>
                      <a:r>
                        <a:rPr lang="en-GB" sz="3200"/>
                        <a:t>1</a:t>
                      </a:r>
                    </a:p>
                  </a:txBody>
                  <a:tcPr/>
                </a:tc>
                <a:extLst>
                  <a:ext uri="{0D108BD9-81ED-4DB2-BD59-A6C34878D82A}">
                    <a16:rowId xmlns:a16="http://schemas.microsoft.com/office/drawing/2014/main" xmlns="" val="3799713780"/>
                  </a:ext>
                </a:extLst>
              </a:tr>
              <a:tr h="608541">
                <a:tc>
                  <a:txBody>
                    <a:bodyPr/>
                    <a:lstStyle/>
                    <a:p>
                      <a:pPr algn="ctr"/>
                      <a:r>
                        <a:rPr lang="en-GB" sz="3200"/>
                        <a:t>E</a:t>
                      </a:r>
                    </a:p>
                  </a:txBody>
                  <a:tcPr/>
                </a:tc>
                <a:tc>
                  <a:txBody>
                    <a:bodyPr/>
                    <a:lstStyle/>
                    <a:p>
                      <a:pPr algn="ctr"/>
                      <a:r>
                        <a:rPr lang="en-GB" sz="3200"/>
                        <a:t>0</a:t>
                      </a:r>
                    </a:p>
                  </a:txBody>
                  <a:tcPr/>
                </a:tc>
                <a:tc>
                  <a:txBody>
                    <a:bodyPr/>
                    <a:lstStyle/>
                    <a:p>
                      <a:pPr lvl="0" algn="ctr">
                        <a:buNone/>
                      </a:pPr>
                      <a:r>
                        <a:rPr lang="en-GB" sz="3200"/>
                        <a:t>2</a:t>
                      </a:r>
                    </a:p>
                  </a:txBody>
                  <a:tcPr/>
                </a:tc>
                <a:tc>
                  <a:txBody>
                    <a:bodyPr/>
                    <a:lstStyle/>
                    <a:p>
                      <a:pPr lvl="0" algn="ctr">
                        <a:buNone/>
                      </a:pPr>
                      <a:r>
                        <a:rPr lang="en-GB" sz="3200"/>
                        <a:t>1</a:t>
                      </a:r>
                    </a:p>
                  </a:txBody>
                  <a:tcPr/>
                </a:tc>
                <a:tc>
                  <a:txBody>
                    <a:bodyPr/>
                    <a:lstStyle/>
                    <a:p>
                      <a:pPr lvl="0" algn="ctr">
                        <a:buNone/>
                      </a:pPr>
                      <a:r>
                        <a:rPr lang="en-GB" sz="3200"/>
                        <a:t>7</a:t>
                      </a:r>
                    </a:p>
                  </a:txBody>
                  <a:tcPr/>
                </a:tc>
                <a:tc>
                  <a:txBody>
                    <a:bodyPr/>
                    <a:lstStyle/>
                    <a:p>
                      <a:pPr lvl="0" algn="ctr">
                        <a:buNone/>
                      </a:pPr>
                      <a:r>
                        <a:rPr lang="en-GB" sz="3200" b="0" i="0" u="none" strike="noStrike" noProof="0">
                          <a:latin typeface="Calibri"/>
                        </a:rPr>
                        <a:t>∞</a:t>
                      </a:r>
                      <a:endParaRPr lang="en-US"/>
                    </a:p>
                  </a:txBody>
                  <a:tcPr/>
                </a:tc>
                <a:extLst>
                  <a:ext uri="{0D108BD9-81ED-4DB2-BD59-A6C34878D82A}">
                    <a16:rowId xmlns:a16="http://schemas.microsoft.com/office/drawing/2014/main" xmlns="" val="2437820798"/>
                  </a:ext>
                </a:extLst>
              </a:tr>
            </a:tbl>
          </a:graphicData>
        </a:graphic>
      </p:graphicFrame>
      <p:sp>
        <p:nvSpPr>
          <p:cNvPr id="4" name="TextBox 3">
            <a:extLst>
              <a:ext uri="{FF2B5EF4-FFF2-40B4-BE49-F238E27FC236}">
                <a16:creationId xmlns:a16="http://schemas.microsoft.com/office/drawing/2014/main" xmlns="" id="{B76D4312-C7CF-4F63-BA5E-DA7637587399}"/>
              </a:ext>
            </a:extLst>
          </p:cNvPr>
          <p:cNvSpPr txBox="1"/>
          <p:nvPr/>
        </p:nvSpPr>
        <p:spPr>
          <a:xfrm>
            <a:off x="6780362" y="209909"/>
            <a:ext cx="4971690"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The solution can be adjusted by inspection</a:t>
            </a:r>
          </a:p>
          <a:p>
            <a:endParaRPr lang="en-US" sz="2800" b="1">
              <a:cs typeface="Calibri"/>
            </a:endParaRPr>
          </a:p>
          <a:p>
            <a:r>
              <a:rPr lang="en-US" sz="2800" b="1">
                <a:cs typeface="Calibri"/>
              </a:rPr>
              <a:t>Trial and error </a:t>
            </a:r>
          </a:p>
          <a:p>
            <a:r>
              <a:rPr lang="en-US" sz="2800">
                <a:cs typeface="Calibri"/>
              </a:rPr>
              <a:t>Minimum other than 0</a:t>
            </a:r>
          </a:p>
        </p:txBody>
      </p:sp>
      <p:sp>
        <p:nvSpPr>
          <p:cNvPr id="5" name="TextBox 4">
            <a:extLst>
              <a:ext uri="{FF2B5EF4-FFF2-40B4-BE49-F238E27FC236}">
                <a16:creationId xmlns:a16="http://schemas.microsoft.com/office/drawing/2014/main" xmlns="" id="{18D65976-0888-4089-ADF6-C07C03B92DB7}"/>
              </a:ext>
            </a:extLst>
          </p:cNvPr>
          <p:cNvSpPr txBox="1"/>
          <p:nvPr/>
        </p:nvSpPr>
        <p:spPr>
          <a:xfrm>
            <a:off x="484909" y="133003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Trial and error </a:t>
            </a:r>
            <a:r>
              <a:rPr lang="en-GB">
                <a:cs typeface="Calibri"/>
              </a:rPr>
              <a:t>​</a:t>
            </a:r>
            <a:endParaRPr lang="en-GB"/>
          </a:p>
        </p:txBody>
      </p:sp>
    </p:spTree>
    <p:extLst>
      <p:ext uri="{BB962C8B-B14F-4D97-AF65-F5344CB8AC3E}">
        <p14:creationId xmlns:p14="http://schemas.microsoft.com/office/powerpoint/2010/main" val="96309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xmlns="" id="{BD911AE7-11A2-4A3D-8F4B-7F94FB6ABA02}"/>
              </a:ext>
            </a:extLst>
          </p:cNvPr>
          <p:cNvGraphicFramePr>
            <a:graphicFrameLocks noGrp="1"/>
          </p:cNvGraphicFramePr>
          <p:nvPr>
            <p:extLst>
              <p:ext uri="{D42A27DB-BD31-4B8C-83A1-F6EECF244321}">
                <p14:modId xmlns:p14="http://schemas.microsoft.com/office/powerpoint/2010/main" val="552190782"/>
              </p:ext>
            </p:extLst>
          </p:nvPr>
        </p:nvGraphicFramePr>
        <p:xfrm>
          <a:off x="487331" y="302044"/>
          <a:ext cx="4393464" cy="3651246"/>
        </p:xfrm>
        <a:graphic>
          <a:graphicData uri="http://schemas.openxmlformats.org/drawingml/2006/table">
            <a:tbl>
              <a:tblPr firstRow="1" bandRow="1">
                <a:tableStyleId>{5C22544A-7EE6-4342-B048-85BDC9FD1C3A}</a:tableStyleId>
              </a:tblPr>
              <a:tblGrid>
                <a:gridCol w="920749">
                  <a:extLst>
                    <a:ext uri="{9D8B030D-6E8A-4147-A177-3AD203B41FA5}">
                      <a16:colId xmlns:a16="http://schemas.microsoft.com/office/drawing/2014/main" xmlns="" val="2258747454"/>
                    </a:ext>
                  </a:extLst>
                </a:gridCol>
                <a:gridCol w="746253">
                  <a:extLst>
                    <a:ext uri="{9D8B030D-6E8A-4147-A177-3AD203B41FA5}">
                      <a16:colId xmlns:a16="http://schemas.microsoft.com/office/drawing/2014/main" xmlns="" val="3693523772"/>
                    </a:ext>
                  </a:extLst>
                </a:gridCol>
                <a:gridCol w="690671">
                  <a:extLst>
                    <a:ext uri="{9D8B030D-6E8A-4147-A177-3AD203B41FA5}">
                      <a16:colId xmlns:a16="http://schemas.microsoft.com/office/drawing/2014/main" xmlns="" val="2422085540"/>
                    </a:ext>
                  </a:extLst>
                </a:gridCol>
                <a:gridCol w="679822">
                  <a:extLst>
                    <a:ext uri="{9D8B030D-6E8A-4147-A177-3AD203B41FA5}">
                      <a16:colId xmlns:a16="http://schemas.microsoft.com/office/drawing/2014/main" xmlns="" val="6664711"/>
                    </a:ext>
                  </a:extLst>
                </a:gridCol>
                <a:gridCol w="683712">
                  <a:extLst>
                    <a:ext uri="{9D8B030D-6E8A-4147-A177-3AD203B41FA5}">
                      <a16:colId xmlns:a16="http://schemas.microsoft.com/office/drawing/2014/main" xmlns="" val="1636575695"/>
                    </a:ext>
                  </a:extLst>
                </a:gridCol>
                <a:gridCol w="672257">
                  <a:extLst>
                    <a:ext uri="{9D8B030D-6E8A-4147-A177-3AD203B41FA5}">
                      <a16:colId xmlns:a16="http://schemas.microsoft.com/office/drawing/2014/main" xmlns="" val="581846635"/>
                    </a:ext>
                  </a:extLst>
                </a:gridCol>
              </a:tblGrid>
              <a:tr h="608541">
                <a:tc>
                  <a:txBody>
                    <a:bodyPr/>
                    <a:lstStyle/>
                    <a:p>
                      <a:pPr algn="ctr"/>
                      <a:endParaRPr lang="en-GB" sz="3200"/>
                    </a:p>
                  </a:txBody>
                  <a:tcPr/>
                </a:tc>
                <a:tc>
                  <a:txBody>
                    <a:bodyPr/>
                    <a:lstStyle/>
                    <a:p>
                      <a:pPr algn="ctr"/>
                      <a:r>
                        <a:rPr lang="en-GB" sz="3200"/>
                        <a:t>A</a:t>
                      </a:r>
                    </a:p>
                  </a:txBody>
                  <a:tcPr/>
                </a:tc>
                <a:tc>
                  <a:txBody>
                    <a:bodyPr/>
                    <a:lstStyle/>
                    <a:p>
                      <a:pPr algn="ctr"/>
                      <a:r>
                        <a:rPr lang="en-GB" sz="3200"/>
                        <a:t>B</a:t>
                      </a:r>
                    </a:p>
                  </a:txBody>
                  <a:tcPr/>
                </a:tc>
                <a:tc>
                  <a:txBody>
                    <a:bodyPr/>
                    <a:lstStyle/>
                    <a:p>
                      <a:pPr algn="ctr"/>
                      <a:r>
                        <a:rPr lang="en-GB" sz="3200"/>
                        <a:t>C</a:t>
                      </a:r>
                    </a:p>
                  </a:txBody>
                  <a:tcPr/>
                </a:tc>
                <a:tc>
                  <a:txBody>
                    <a:bodyPr/>
                    <a:lstStyle/>
                    <a:p>
                      <a:pPr algn="ctr"/>
                      <a:r>
                        <a:rPr lang="en-GB" sz="3200"/>
                        <a:t>D</a:t>
                      </a:r>
                    </a:p>
                  </a:txBody>
                  <a:tcPr/>
                </a:tc>
                <a:tc>
                  <a:txBody>
                    <a:bodyPr/>
                    <a:lstStyle/>
                    <a:p>
                      <a:pPr algn="ctr"/>
                      <a:r>
                        <a:rPr lang="en-GB" sz="3200"/>
                        <a:t>E</a:t>
                      </a:r>
                    </a:p>
                  </a:txBody>
                  <a:tcPr/>
                </a:tc>
                <a:extLst>
                  <a:ext uri="{0D108BD9-81ED-4DB2-BD59-A6C34878D82A}">
                    <a16:rowId xmlns:a16="http://schemas.microsoft.com/office/drawing/2014/main" xmlns="" val="1323835689"/>
                  </a:ext>
                </a:extLst>
              </a:tr>
              <a:tr h="608541">
                <a:tc>
                  <a:txBody>
                    <a:bodyPr/>
                    <a:lstStyle/>
                    <a:p>
                      <a:pPr algn="ctr"/>
                      <a:r>
                        <a:rPr lang="en-GB" sz="3200"/>
                        <a:t>A</a:t>
                      </a:r>
                    </a:p>
                  </a:txBody>
                  <a:tcPr/>
                </a:tc>
                <a:tc>
                  <a:txBody>
                    <a:bodyPr/>
                    <a:lstStyle/>
                    <a:p>
                      <a:pPr algn="ctr"/>
                      <a:r>
                        <a:rPr lang="en-GB" sz="3200"/>
                        <a:t>∞</a:t>
                      </a:r>
                    </a:p>
                  </a:txBody>
                  <a:tcPr/>
                </a:tc>
                <a:tc>
                  <a:txBody>
                    <a:bodyPr/>
                    <a:lstStyle/>
                    <a:p>
                      <a:pPr algn="ctr"/>
                      <a:r>
                        <a:rPr lang="en-GB" sz="3200"/>
                        <a:t>1</a:t>
                      </a:r>
                    </a:p>
                  </a:txBody>
                  <a:tcPr/>
                </a:tc>
                <a:tc>
                  <a:txBody>
                    <a:bodyPr/>
                    <a:lstStyle/>
                    <a:p>
                      <a:pPr lvl="0" algn="ctr">
                        <a:buNone/>
                      </a:pPr>
                      <a:r>
                        <a:rPr lang="en-GB" sz="3200"/>
                        <a:t>3</a:t>
                      </a:r>
                    </a:p>
                  </a:txBody>
                  <a:tcPr/>
                </a:tc>
                <a:tc>
                  <a:txBody>
                    <a:bodyPr/>
                    <a:lstStyle/>
                    <a:p>
                      <a:pPr lvl="0" algn="ctr">
                        <a:buNone/>
                      </a:pPr>
                      <a:r>
                        <a:rPr lang="en-GB" sz="3200"/>
                        <a:t>7</a:t>
                      </a:r>
                    </a:p>
                  </a:txBody>
                  <a:tcPr/>
                </a:tc>
                <a:tc>
                  <a:txBody>
                    <a:bodyPr/>
                    <a:lstStyle/>
                    <a:p>
                      <a:pPr lvl="0" algn="ctr">
                        <a:buNone/>
                      </a:pPr>
                      <a:r>
                        <a:rPr lang="en-GB" sz="3200"/>
                        <a:t>0</a:t>
                      </a:r>
                    </a:p>
                  </a:txBody>
                  <a:tcPr/>
                </a:tc>
                <a:extLst>
                  <a:ext uri="{0D108BD9-81ED-4DB2-BD59-A6C34878D82A}">
                    <a16:rowId xmlns:a16="http://schemas.microsoft.com/office/drawing/2014/main" xmlns="" val="1668226495"/>
                  </a:ext>
                </a:extLst>
              </a:tr>
              <a:tr h="608541">
                <a:tc>
                  <a:txBody>
                    <a:bodyPr/>
                    <a:lstStyle/>
                    <a:p>
                      <a:pPr algn="ctr"/>
                      <a:r>
                        <a:rPr lang="en-GB" sz="3200"/>
                        <a:t>B</a:t>
                      </a:r>
                    </a:p>
                  </a:txBody>
                  <a:tcPr/>
                </a:tc>
                <a:tc>
                  <a:txBody>
                    <a:bodyPr/>
                    <a:lstStyle/>
                    <a:p>
                      <a:pPr algn="ctr"/>
                      <a:r>
                        <a:rPr lang="en-GB" sz="3200"/>
                        <a:t>4</a:t>
                      </a:r>
                    </a:p>
                  </a:txBody>
                  <a:tcPr/>
                </a:tc>
                <a:tc>
                  <a:txBody>
                    <a:bodyPr/>
                    <a:lstStyle/>
                    <a:p>
                      <a:pPr lvl="0" algn="ctr">
                        <a:buNone/>
                      </a:pPr>
                      <a:r>
                        <a:rPr lang="en-GB" sz="3200" b="0" i="0" u="none" strike="noStrike" noProof="0">
                          <a:latin typeface="Calibri"/>
                        </a:rPr>
                        <a:t>∞</a:t>
                      </a:r>
                      <a:endParaRPr lang="en-US"/>
                    </a:p>
                  </a:txBody>
                  <a:tcPr/>
                </a:tc>
                <a:tc>
                  <a:txBody>
                    <a:bodyPr/>
                    <a:lstStyle/>
                    <a:p>
                      <a:pPr lvl="0" algn="ctr">
                        <a:buNone/>
                      </a:pPr>
                      <a:r>
                        <a:rPr lang="en-GB" sz="3200"/>
                        <a:t>0</a:t>
                      </a:r>
                    </a:p>
                  </a:txBody>
                  <a:tcPr/>
                </a:tc>
                <a:tc>
                  <a:txBody>
                    <a:bodyPr/>
                    <a:lstStyle/>
                    <a:p>
                      <a:pPr lvl="0" algn="ctr">
                        <a:buNone/>
                      </a:pPr>
                      <a:r>
                        <a:rPr lang="en-GB" sz="3200"/>
                        <a:t>7</a:t>
                      </a:r>
                    </a:p>
                  </a:txBody>
                  <a:tcPr/>
                </a:tc>
                <a:tc>
                  <a:txBody>
                    <a:bodyPr/>
                    <a:lstStyle/>
                    <a:p>
                      <a:pPr lvl="0" algn="ctr">
                        <a:buNone/>
                      </a:pPr>
                      <a:r>
                        <a:rPr lang="en-GB" sz="3200"/>
                        <a:t>0</a:t>
                      </a:r>
                    </a:p>
                  </a:txBody>
                  <a:tcPr/>
                </a:tc>
                <a:extLst>
                  <a:ext uri="{0D108BD9-81ED-4DB2-BD59-A6C34878D82A}">
                    <a16:rowId xmlns:a16="http://schemas.microsoft.com/office/drawing/2014/main" xmlns="" val="2829842562"/>
                  </a:ext>
                </a:extLst>
              </a:tr>
              <a:tr h="608541">
                <a:tc>
                  <a:txBody>
                    <a:bodyPr/>
                    <a:lstStyle/>
                    <a:p>
                      <a:pPr algn="ctr"/>
                      <a:r>
                        <a:rPr lang="en-GB" sz="3200"/>
                        <a:t>C</a:t>
                      </a:r>
                    </a:p>
                  </a:txBody>
                  <a:tcPr/>
                </a:tc>
                <a:tc>
                  <a:txBody>
                    <a:bodyPr/>
                    <a:lstStyle/>
                    <a:p>
                      <a:pPr lvl="0" algn="ctr">
                        <a:buNone/>
                      </a:pPr>
                      <a:r>
                        <a:rPr lang="en-GB" sz="3200"/>
                        <a:t>4</a:t>
                      </a:r>
                    </a:p>
                  </a:txBody>
                  <a:tcPr/>
                </a:tc>
                <a:tc>
                  <a:txBody>
                    <a:bodyPr/>
                    <a:lstStyle/>
                    <a:p>
                      <a:pPr lvl="0" algn="ctr">
                        <a:buNone/>
                      </a:pPr>
                      <a:r>
                        <a:rPr lang="en-GB" sz="3200"/>
                        <a:t>3</a:t>
                      </a:r>
                    </a:p>
                  </a:txBody>
                  <a:tcPr/>
                </a:tc>
                <a:tc>
                  <a:txBody>
                    <a:bodyPr/>
                    <a:lstStyle/>
                    <a:p>
                      <a:pPr lvl="0" algn="ctr">
                        <a:buNone/>
                      </a:pPr>
                      <a:r>
                        <a:rPr lang="en-GB" sz="3200" b="0" i="0" u="none" strike="noStrike" noProof="0">
                          <a:latin typeface="Calibri"/>
                        </a:rPr>
                        <a:t>∞</a:t>
                      </a:r>
                      <a:endParaRPr lang="en-US"/>
                    </a:p>
                  </a:txBody>
                  <a:tcPr/>
                </a:tc>
                <a:tc>
                  <a:txBody>
                    <a:bodyPr/>
                    <a:lstStyle/>
                    <a:p>
                      <a:pPr lvl="0" algn="ctr">
                        <a:buNone/>
                      </a:pPr>
                      <a:r>
                        <a:rPr lang="en-GB" sz="3200"/>
                        <a:t>0</a:t>
                      </a:r>
                    </a:p>
                  </a:txBody>
                  <a:tcPr/>
                </a:tc>
                <a:tc>
                  <a:txBody>
                    <a:bodyPr/>
                    <a:lstStyle/>
                    <a:p>
                      <a:pPr lvl="0" algn="ctr">
                        <a:buNone/>
                      </a:pPr>
                      <a:r>
                        <a:rPr lang="en-GB" sz="3200"/>
                        <a:t>4</a:t>
                      </a:r>
                    </a:p>
                  </a:txBody>
                  <a:tcPr/>
                </a:tc>
                <a:extLst>
                  <a:ext uri="{0D108BD9-81ED-4DB2-BD59-A6C34878D82A}">
                    <a16:rowId xmlns:a16="http://schemas.microsoft.com/office/drawing/2014/main" xmlns="" val="3344246261"/>
                  </a:ext>
                </a:extLst>
              </a:tr>
              <a:tr h="608541">
                <a:tc>
                  <a:txBody>
                    <a:bodyPr/>
                    <a:lstStyle/>
                    <a:p>
                      <a:pPr algn="ctr"/>
                      <a:r>
                        <a:rPr lang="en-GB" sz="3200"/>
                        <a:t>D</a:t>
                      </a:r>
                    </a:p>
                  </a:txBody>
                  <a:tcPr/>
                </a:tc>
                <a:tc>
                  <a:txBody>
                    <a:bodyPr/>
                    <a:lstStyle/>
                    <a:p>
                      <a:pPr algn="ctr"/>
                      <a:r>
                        <a:rPr lang="en-GB" sz="3200"/>
                        <a:t>9</a:t>
                      </a:r>
                    </a:p>
                  </a:txBody>
                  <a:tcPr/>
                </a:tc>
                <a:tc>
                  <a:txBody>
                    <a:bodyPr/>
                    <a:lstStyle/>
                    <a:p>
                      <a:pPr lvl="0" algn="ctr">
                        <a:buNone/>
                      </a:pPr>
                      <a:r>
                        <a:rPr lang="en-GB" sz="3200"/>
                        <a:t>0</a:t>
                      </a:r>
                    </a:p>
                  </a:txBody>
                  <a:tcPr/>
                </a:tc>
                <a:tc>
                  <a:txBody>
                    <a:bodyPr/>
                    <a:lstStyle/>
                    <a:p>
                      <a:pPr lvl="0" algn="ctr">
                        <a:buNone/>
                      </a:pPr>
                      <a:r>
                        <a:rPr lang="en-GB" sz="3200"/>
                        <a:t>2</a:t>
                      </a:r>
                    </a:p>
                  </a:txBody>
                  <a:tcPr/>
                </a:tc>
                <a:tc>
                  <a:txBody>
                    <a:bodyPr/>
                    <a:lstStyle/>
                    <a:p>
                      <a:pPr lvl="0" algn="ctr">
                        <a:buNone/>
                      </a:pPr>
                      <a:r>
                        <a:rPr lang="en-GB" sz="3200" b="0" i="0" u="none" strike="noStrike" noProof="0">
                          <a:latin typeface="Calibri"/>
                        </a:rPr>
                        <a:t>∞</a:t>
                      </a:r>
                      <a:endParaRPr lang="en-US"/>
                    </a:p>
                  </a:txBody>
                  <a:tcPr/>
                </a:tc>
                <a:tc>
                  <a:txBody>
                    <a:bodyPr/>
                    <a:lstStyle/>
                    <a:p>
                      <a:pPr lvl="0" algn="ctr">
                        <a:buNone/>
                      </a:pPr>
                      <a:r>
                        <a:rPr lang="en-GB" sz="3200"/>
                        <a:t>1</a:t>
                      </a:r>
                    </a:p>
                  </a:txBody>
                  <a:tcPr/>
                </a:tc>
                <a:extLst>
                  <a:ext uri="{0D108BD9-81ED-4DB2-BD59-A6C34878D82A}">
                    <a16:rowId xmlns:a16="http://schemas.microsoft.com/office/drawing/2014/main" xmlns="" val="3799713780"/>
                  </a:ext>
                </a:extLst>
              </a:tr>
              <a:tr h="608541">
                <a:tc>
                  <a:txBody>
                    <a:bodyPr/>
                    <a:lstStyle/>
                    <a:p>
                      <a:pPr algn="ctr"/>
                      <a:r>
                        <a:rPr lang="en-GB" sz="3200"/>
                        <a:t>E</a:t>
                      </a:r>
                    </a:p>
                  </a:txBody>
                  <a:tcPr/>
                </a:tc>
                <a:tc>
                  <a:txBody>
                    <a:bodyPr/>
                    <a:lstStyle/>
                    <a:p>
                      <a:pPr algn="ctr"/>
                      <a:r>
                        <a:rPr lang="en-GB" sz="3200"/>
                        <a:t>0</a:t>
                      </a:r>
                    </a:p>
                  </a:txBody>
                  <a:tcPr/>
                </a:tc>
                <a:tc>
                  <a:txBody>
                    <a:bodyPr/>
                    <a:lstStyle/>
                    <a:p>
                      <a:pPr lvl="0" algn="ctr">
                        <a:buNone/>
                      </a:pPr>
                      <a:r>
                        <a:rPr lang="en-GB" sz="3200"/>
                        <a:t>2</a:t>
                      </a:r>
                    </a:p>
                  </a:txBody>
                  <a:tcPr/>
                </a:tc>
                <a:tc>
                  <a:txBody>
                    <a:bodyPr/>
                    <a:lstStyle/>
                    <a:p>
                      <a:pPr lvl="0" algn="ctr">
                        <a:buNone/>
                      </a:pPr>
                      <a:r>
                        <a:rPr lang="en-GB" sz="3200"/>
                        <a:t>1</a:t>
                      </a:r>
                    </a:p>
                  </a:txBody>
                  <a:tcPr/>
                </a:tc>
                <a:tc>
                  <a:txBody>
                    <a:bodyPr/>
                    <a:lstStyle/>
                    <a:p>
                      <a:pPr lvl="0" algn="ctr">
                        <a:buNone/>
                      </a:pPr>
                      <a:r>
                        <a:rPr lang="en-GB" sz="3200"/>
                        <a:t>7</a:t>
                      </a:r>
                    </a:p>
                  </a:txBody>
                  <a:tcPr/>
                </a:tc>
                <a:tc>
                  <a:txBody>
                    <a:bodyPr/>
                    <a:lstStyle/>
                    <a:p>
                      <a:pPr lvl="0" algn="ctr">
                        <a:buNone/>
                      </a:pPr>
                      <a:r>
                        <a:rPr lang="en-GB" sz="3200" b="0" i="0" u="none" strike="noStrike" noProof="0">
                          <a:latin typeface="Calibri"/>
                        </a:rPr>
                        <a:t>∞</a:t>
                      </a:r>
                      <a:endParaRPr lang="en-US"/>
                    </a:p>
                  </a:txBody>
                  <a:tcPr/>
                </a:tc>
                <a:extLst>
                  <a:ext uri="{0D108BD9-81ED-4DB2-BD59-A6C34878D82A}">
                    <a16:rowId xmlns:a16="http://schemas.microsoft.com/office/drawing/2014/main" xmlns="" val="2437820798"/>
                  </a:ext>
                </a:extLst>
              </a:tr>
            </a:tbl>
          </a:graphicData>
        </a:graphic>
      </p:graphicFrame>
      <p:graphicFrame>
        <p:nvGraphicFramePr>
          <p:cNvPr id="5" name="Table 4">
            <a:extLst>
              <a:ext uri="{FF2B5EF4-FFF2-40B4-BE49-F238E27FC236}">
                <a16:creationId xmlns:a16="http://schemas.microsoft.com/office/drawing/2014/main" xmlns="" id="{4B9FB99D-40D1-4503-A1A3-AE9CD5C54863}"/>
              </a:ext>
            </a:extLst>
          </p:cNvPr>
          <p:cNvGraphicFramePr>
            <a:graphicFrameLocks noGrp="1"/>
          </p:cNvGraphicFramePr>
          <p:nvPr>
            <p:extLst>
              <p:ext uri="{D42A27DB-BD31-4B8C-83A1-F6EECF244321}">
                <p14:modId xmlns:p14="http://schemas.microsoft.com/office/powerpoint/2010/main" val="826077005"/>
              </p:ext>
            </p:extLst>
          </p:nvPr>
        </p:nvGraphicFramePr>
        <p:xfrm>
          <a:off x="7082095" y="2865135"/>
          <a:ext cx="4393464" cy="3651246"/>
        </p:xfrm>
        <a:graphic>
          <a:graphicData uri="http://schemas.openxmlformats.org/drawingml/2006/table">
            <a:tbl>
              <a:tblPr firstRow="1" bandRow="1">
                <a:tableStyleId>{5C22544A-7EE6-4342-B048-85BDC9FD1C3A}</a:tableStyleId>
              </a:tblPr>
              <a:tblGrid>
                <a:gridCol w="920749">
                  <a:extLst>
                    <a:ext uri="{9D8B030D-6E8A-4147-A177-3AD203B41FA5}">
                      <a16:colId xmlns:a16="http://schemas.microsoft.com/office/drawing/2014/main" xmlns="" val="2258747454"/>
                    </a:ext>
                  </a:extLst>
                </a:gridCol>
                <a:gridCol w="746253">
                  <a:extLst>
                    <a:ext uri="{9D8B030D-6E8A-4147-A177-3AD203B41FA5}">
                      <a16:colId xmlns:a16="http://schemas.microsoft.com/office/drawing/2014/main" xmlns="" val="3693523772"/>
                    </a:ext>
                  </a:extLst>
                </a:gridCol>
                <a:gridCol w="690671">
                  <a:extLst>
                    <a:ext uri="{9D8B030D-6E8A-4147-A177-3AD203B41FA5}">
                      <a16:colId xmlns:a16="http://schemas.microsoft.com/office/drawing/2014/main" xmlns="" val="2422085540"/>
                    </a:ext>
                  </a:extLst>
                </a:gridCol>
                <a:gridCol w="679822">
                  <a:extLst>
                    <a:ext uri="{9D8B030D-6E8A-4147-A177-3AD203B41FA5}">
                      <a16:colId xmlns:a16="http://schemas.microsoft.com/office/drawing/2014/main" xmlns="" val="6664711"/>
                    </a:ext>
                  </a:extLst>
                </a:gridCol>
                <a:gridCol w="683712">
                  <a:extLst>
                    <a:ext uri="{9D8B030D-6E8A-4147-A177-3AD203B41FA5}">
                      <a16:colId xmlns:a16="http://schemas.microsoft.com/office/drawing/2014/main" xmlns="" val="1636575695"/>
                    </a:ext>
                  </a:extLst>
                </a:gridCol>
                <a:gridCol w="672257">
                  <a:extLst>
                    <a:ext uri="{9D8B030D-6E8A-4147-A177-3AD203B41FA5}">
                      <a16:colId xmlns:a16="http://schemas.microsoft.com/office/drawing/2014/main" xmlns="" val="581846635"/>
                    </a:ext>
                  </a:extLst>
                </a:gridCol>
              </a:tblGrid>
              <a:tr h="608541">
                <a:tc>
                  <a:txBody>
                    <a:bodyPr/>
                    <a:lstStyle/>
                    <a:p>
                      <a:pPr algn="ctr"/>
                      <a:endParaRPr lang="en-GB" sz="3200"/>
                    </a:p>
                  </a:txBody>
                  <a:tcPr/>
                </a:tc>
                <a:tc>
                  <a:txBody>
                    <a:bodyPr/>
                    <a:lstStyle/>
                    <a:p>
                      <a:pPr algn="ctr"/>
                      <a:r>
                        <a:rPr lang="en-GB" sz="3200"/>
                        <a:t>A</a:t>
                      </a:r>
                    </a:p>
                  </a:txBody>
                  <a:tcPr/>
                </a:tc>
                <a:tc>
                  <a:txBody>
                    <a:bodyPr/>
                    <a:lstStyle/>
                    <a:p>
                      <a:pPr algn="ctr"/>
                      <a:r>
                        <a:rPr lang="en-GB" sz="3200"/>
                        <a:t>B</a:t>
                      </a:r>
                    </a:p>
                  </a:txBody>
                  <a:tcPr/>
                </a:tc>
                <a:tc>
                  <a:txBody>
                    <a:bodyPr/>
                    <a:lstStyle/>
                    <a:p>
                      <a:pPr algn="ctr"/>
                      <a:r>
                        <a:rPr lang="en-GB" sz="3200"/>
                        <a:t>C</a:t>
                      </a:r>
                    </a:p>
                  </a:txBody>
                  <a:tcPr/>
                </a:tc>
                <a:tc>
                  <a:txBody>
                    <a:bodyPr/>
                    <a:lstStyle/>
                    <a:p>
                      <a:pPr algn="ctr"/>
                      <a:r>
                        <a:rPr lang="en-GB" sz="3200"/>
                        <a:t>D</a:t>
                      </a:r>
                    </a:p>
                  </a:txBody>
                  <a:tcPr/>
                </a:tc>
                <a:tc>
                  <a:txBody>
                    <a:bodyPr/>
                    <a:lstStyle/>
                    <a:p>
                      <a:pPr algn="ctr"/>
                      <a:r>
                        <a:rPr lang="en-GB" sz="3200"/>
                        <a:t>E</a:t>
                      </a:r>
                    </a:p>
                  </a:txBody>
                  <a:tcPr/>
                </a:tc>
                <a:extLst>
                  <a:ext uri="{0D108BD9-81ED-4DB2-BD59-A6C34878D82A}">
                    <a16:rowId xmlns:a16="http://schemas.microsoft.com/office/drawing/2014/main" xmlns="" val="1323835689"/>
                  </a:ext>
                </a:extLst>
              </a:tr>
              <a:tr h="608541">
                <a:tc>
                  <a:txBody>
                    <a:bodyPr/>
                    <a:lstStyle/>
                    <a:p>
                      <a:pPr algn="ctr"/>
                      <a:r>
                        <a:rPr lang="en-GB" sz="3200"/>
                        <a:t>A</a:t>
                      </a:r>
                    </a:p>
                  </a:txBody>
                  <a:tcPr/>
                </a:tc>
                <a:tc>
                  <a:txBody>
                    <a:bodyPr/>
                    <a:lstStyle/>
                    <a:p>
                      <a:pPr algn="ctr"/>
                      <a:r>
                        <a:rPr lang="en-GB" sz="3200"/>
                        <a:t>∞</a:t>
                      </a:r>
                    </a:p>
                  </a:txBody>
                  <a:tcPr/>
                </a:tc>
                <a:tc>
                  <a:txBody>
                    <a:bodyPr/>
                    <a:lstStyle/>
                    <a:p>
                      <a:pPr algn="ctr"/>
                      <a:r>
                        <a:rPr lang="en-GB" sz="3200"/>
                        <a:t>1</a:t>
                      </a:r>
                    </a:p>
                  </a:txBody>
                  <a:tcPr/>
                </a:tc>
                <a:tc>
                  <a:txBody>
                    <a:bodyPr/>
                    <a:lstStyle/>
                    <a:p>
                      <a:pPr lvl="0" algn="ctr">
                        <a:buNone/>
                      </a:pPr>
                      <a:r>
                        <a:rPr lang="en-GB" sz="3200"/>
                        <a:t>3</a:t>
                      </a:r>
                    </a:p>
                  </a:txBody>
                  <a:tcPr/>
                </a:tc>
                <a:tc>
                  <a:txBody>
                    <a:bodyPr/>
                    <a:lstStyle/>
                    <a:p>
                      <a:pPr lvl="0" algn="ctr">
                        <a:buNone/>
                      </a:pPr>
                      <a:r>
                        <a:rPr lang="en-GB" sz="3200"/>
                        <a:t>7</a:t>
                      </a:r>
                    </a:p>
                  </a:txBody>
                  <a:tcPr/>
                </a:tc>
                <a:tc>
                  <a:txBody>
                    <a:bodyPr/>
                    <a:lstStyle/>
                    <a:p>
                      <a:pPr lvl="0" algn="ctr">
                        <a:buNone/>
                      </a:pPr>
                      <a:r>
                        <a:rPr lang="en-GB" sz="3200"/>
                        <a:t>0</a:t>
                      </a:r>
                    </a:p>
                  </a:txBody>
                  <a:tcPr/>
                </a:tc>
                <a:extLst>
                  <a:ext uri="{0D108BD9-81ED-4DB2-BD59-A6C34878D82A}">
                    <a16:rowId xmlns:a16="http://schemas.microsoft.com/office/drawing/2014/main" xmlns="" val="1668226495"/>
                  </a:ext>
                </a:extLst>
              </a:tr>
              <a:tr h="608541">
                <a:tc>
                  <a:txBody>
                    <a:bodyPr/>
                    <a:lstStyle/>
                    <a:p>
                      <a:pPr algn="ctr"/>
                      <a:r>
                        <a:rPr lang="en-GB" sz="3200"/>
                        <a:t>B</a:t>
                      </a:r>
                    </a:p>
                  </a:txBody>
                  <a:tcPr/>
                </a:tc>
                <a:tc>
                  <a:txBody>
                    <a:bodyPr/>
                    <a:lstStyle/>
                    <a:p>
                      <a:pPr algn="ctr"/>
                      <a:r>
                        <a:rPr lang="en-GB" sz="3200"/>
                        <a:t>4</a:t>
                      </a:r>
                    </a:p>
                  </a:txBody>
                  <a:tcPr/>
                </a:tc>
                <a:tc>
                  <a:txBody>
                    <a:bodyPr/>
                    <a:lstStyle/>
                    <a:p>
                      <a:pPr lvl="0" algn="ctr">
                        <a:buNone/>
                      </a:pPr>
                      <a:r>
                        <a:rPr lang="en-GB" sz="3200" b="0" i="0" u="none" strike="noStrike" noProof="0">
                          <a:latin typeface="Calibri"/>
                        </a:rPr>
                        <a:t>∞</a:t>
                      </a:r>
                      <a:endParaRPr lang="en-US"/>
                    </a:p>
                  </a:txBody>
                  <a:tcPr/>
                </a:tc>
                <a:tc>
                  <a:txBody>
                    <a:bodyPr/>
                    <a:lstStyle/>
                    <a:p>
                      <a:pPr lvl="0" algn="ctr">
                        <a:buNone/>
                      </a:pPr>
                      <a:r>
                        <a:rPr lang="en-GB" sz="3200"/>
                        <a:t>0</a:t>
                      </a:r>
                    </a:p>
                  </a:txBody>
                  <a:tcPr/>
                </a:tc>
                <a:tc>
                  <a:txBody>
                    <a:bodyPr/>
                    <a:lstStyle/>
                    <a:p>
                      <a:pPr lvl="0" algn="ctr">
                        <a:buNone/>
                      </a:pPr>
                      <a:r>
                        <a:rPr lang="en-GB" sz="3200"/>
                        <a:t>7</a:t>
                      </a:r>
                    </a:p>
                  </a:txBody>
                  <a:tcPr/>
                </a:tc>
                <a:tc>
                  <a:txBody>
                    <a:bodyPr/>
                    <a:lstStyle/>
                    <a:p>
                      <a:pPr lvl="0" algn="ctr">
                        <a:buNone/>
                      </a:pPr>
                      <a:r>
                        <a:rPr lang="en-GB" sz="3200"/>
                        <a:t>0</a:t>
                      </a:r>
                    </a:p>
                  </a:txBody>
                  <a:tcPr/>
                </a:tc>
                <a:extLst>
                  <a:ext uri="{0D108BD9-81ED-4DB2-BD59-A6C34878D82A}">
                    <a16:rowId xmlns:a16="http://schemas.microsoft.com/office/drawing/2014/main" xmlns="" val="2829842562"/>
                  </a:ext>
                </a:extLst>
              </a:tr>
              <a:tr h="608541">
                <a:tc>
                  <a:txBody>
                    <a:bodyPr/>
                    <a:lstStyle/>
                    <a:p>
                      <a:pPr algn="ctr"/>
                      <a:r>
                        <a:rPr lang="en-GB" sz="3200"/>
                        <a:t>C</a:t>
                      </a:r>
                    </a:p>
                  </a:txBody>
                  <a:tcPr/>
                </a:tc>
                <a:tc>
                  <a:txBody>
                    <a:bodyPr/>
                    <a:lstStyle/>
                    <a:p>
                      <a:pPr lvl="0" algn="ctr">
                        <a:buNone/>
                      </a:pPr>
                      <a:r>
                        <a:rPr lang="en-GB" sz="3200"/>
                        <a:t>4</a:t>
                      </a:r>
                    </a:p>
                  </a:txBody>
                  <a:tcPr/>
                </a:tc>
                <a:tc>
                  <a:txBody>
                    <a:bodyPr/>
                    <a:lstStyle/>
                    <a:p>
                      <a:pPr lvl="0" algn="ctr">
                        <a:buNone/>
                      </a:pPr>
                      <a:r>
                        <a:rPr lang="en-GB" sz="3200"/>
                        <a:t>3</a:t>
                      </a:r>
                    </a:p>
                  </a:txBody>
                  <a:tcPr/>
                </a:tc>
                <a:tc>
                  <a:txBody>
                    <a:bodyPr/>
                    <a:lstStyle/>
                    <a:p>
                      <a:pPr lvl="0" algn="ctr">
                        <a:buNone/>
                      </a:pPr>
                      <a:r>
                        <a:rPr lang="en-GB" sz="3200" b="0" i="0" u="none" strike="noStrike" noProof="0">
                          <a:latin typeface="Calibri"/>
                        </a:rPr>
                        <a:t>∞</a:t>
                      </a:r>
                      <a:endParaRPr lang="en-US"/>
                    </a:p>
                  </a:txBody>
                  <a:tcPr/>
                </a:tc>
                <a:tc>
                  <a:txBody>
                    <a:bodyPr/>
                    <a:lstStyle/>
                    <a:p>
                      <a:pPr lvl="0" algn="ctr">
                        <a:buNone/>
                      </a:pPr>
                      <a:r>
                        <a:rPr lang="en-GB" sz="3200"/>
                        <a:t>0</a:t>
                      </a:r>
                    </a:p>
                  </a:txBody>
                  <a:tcPr/>
                </a:tc>
                <a:tc>
                  <a:txBody>
                    <a:bodyPr/>
                    <a:lstStyle/>
                    <a:p>
                      <a:pPr lvl="0" algn="ctr">
                        <a:buNone/>
                      </a:pPr>
                      <a:r>
                        <a:rPr lang="en-GB" sz="3200"/>
                        <a:t>4</a:t>
                      </a:r>
                    </a:p>
                  </a:txBody>
                  <a:tcPr/>
                </a:tc>
                <a:extLst>
                  <a:ext uri="{0D108BD9-81ED-4DB2-BD59-A6C34878D82A}">
                    <a16:rowId xmlns:a16="http://schemas.microsoft.com/office/drawing/2014/main" xmlns="" val="3344246261"/>
                  </a:ext>
                </a:extLst>
              </a:tr>
              <a:tr h="608541">
                <a:tc>
                  <a:txBody>
                    <a:bodyPr/>
                    <a:lstStyle/>
                    <a:p>
                      <a:pPr algn="ctr"/>
                      <a:r>
                        <a:rPr lang="en-GB" sz="3200"/>
                        <a:t>D</a:t>
                      </a:r>
                    </a:p>
                  </a:txBody>
                  <a:tcPr/>
                </a:tc>
                <a:tc>
                  <a:txBody>
                    <a:bodyPr/>
                    <a:lstStyle/>
                    <a:p>
                      <a:pPr algn="ctr"/>
                      <a:r>
                        <a:rPr lang="en-GB" sz="3200"/>
                        <a:t>9</a:t>
                      </a:r>
                    </a:p>
                  </a:txBody>
                  <a:tcPr/>
                </a:tc>
                <a:tc>
                  <a:txBody>
                    <a:bodyPr/>
                    <a:lstStyle/>
                    <a:p>
                      <a:pPr lvl="0" algn="ctr">
                        <a:buNone/>
                      </a:pPr>
                      <a:r>
                        <a:rPr lang="en-GB" sz="3200"/>
                        <a:t>0</a:t>
                      </a:r>
                    </a:p>
                  </a:txBody>
                  <a:tcPr/>
                </a:tc>
                <a:tc>
                  <a:txBody>
                    <a:bodyPr/>
                    <a:lstStyle/>
                    <a:p>
                      <a:pPr lvl="0" algn="ctr">
                        <a:buNone/>
                      </a:pPr>
                      <a:r>
                        <a:rPr lang="en-GB" sz="3200"/>
                        <a:t>2</a:t>
                      </a:r>
                    </a:p>
                  </a:txBody>
                  <a:tcPr/>
                </a:tc>
                <a:tc>
                  <a:txBody>
                    <a:bodyPr/>
                    <a:lstStyle/>
                    <a:p>
                      <a:pPr lvl="0" algn="ctr">
                        <a:buNone/>
                      </a:pPr>
                      <a:r>
                        <a:rPr lang="en-GB" sz="3200" b="0" i="0" u="none" strike="noStrike" noProof="0">
                          <a:latin typeface="Calibri"/>
                        </a:rPr>
                        <a:t>∞</a:t>
                      </a:r>
                      <a:endParaRPr lang="en-US"/>
                    </a:p>
                  </a:txBody>
                  <a:tcPr/>
                </a:tc>
                <a:tc>
                  <a:txBody>
                    <a:bodyPr/>
                    <a:lstStyle/>
                    <a:p>
                      <a:pPr lvl="0" algn="ctr">
                        <a:buNone/>
                      </a:pPr>
                      <a:r>
                        <a:rPr lang="en-GB" sz="3200"/>
                        <a:t>1</a:t>
                      </a:r>
                    </a:p>
                  </a:txBody>
                  <a:tcPr/>
                </a:tc>
                <a:extLst>
                  <a:ext uri="{0D108BD9-81ED-4DB2-BD59-A6C34878D82A}">
                    <a16:rowId xmlns:a16="http://schemas.microsoft.com/office/drawing/2014/main" xmlns="" val="3799713780"/>
                  </a:ext>
                </a:extLst>
              </a:tr>
              <a:tr h="608541">
                <a:tc>
                  <a:txBody>
                    <a:bodyPr/>
                    <a:lstStyle/>
                    <a:p>
                      <a:pPr algn="ctr"/>
                      <a:r>
                        <a:rPr lang="en-GB" sz="3200"/>
                        <a:t>E</a:t>
                      </a:r>
                    </a:p>
                  </a:txBody>
                  <a:tcPr/>
                </a:tc>
                <a:tc>
                  <a:txBody>
                    <a:bodyPr/>
                    <a:lstStyle/>
                    <a:p>
                      <a:pPr algn="ctr"/>
                      <a:r>
                        <a:rPr lang="en-GB" sz="3200"/>
                        <a:t>0</a:t>
                      </a:r>
                    </a:p>
                  </a:txBody>
                  <a:tcPr/>
                </a:tc>
                <a:tc>
                  <a:txBody>
                    <a:bodyPr/>
                    <a:lstStyle/>
                    <a:p>
                      <a:pPr lvl="0" algn="ctr">
                        <a:buNone/>
                      </a:pPr>
                      <a:r>
                        <a:rPr lang="en-GB" sz="3200"/>
                        <a:t>2</a:t>
                      </a:r>
                    </a:p>
                  </a:txBody>
                  <a:tcPr/>
                </a:tc>
                <a:tc>
                  <a:txBody>
                    <a:bodyPr/>
                    <a:lstStyle/>
                    <a:p>
                      <a:pPr lvl="0" algn="ctr">
                        <a:buNone/>
                      </a:pPr>
                      <a:r>
                        <a:rPr lang="en-GB" sz="3200"/>
                        <a:t>1</a:t>
                      </a:r>
                    </a:p>
                  </a:txBody>
                  <a:tcPr/>
                </a:tc>
                <a:tc>
                  <a:txBody>
                    <a:bodyPr/>
                    <a:lstStyle/>
                    <a:p>
                      <a:pPr lvl="0" algn="ctr">
                        <a:buNone/>
                      </a:pPr>
                      <a:r>
                        <a:rPr lang="en-GB" sz="3200"/>
                        <a:t>7</a:t>
                      </a:r>
                    </a:p>
                  </a:txBody>
                  <a:tcPr/>
                </a:tc>
                <a:tc>
                  <a:txBody>
                    <a:bodyPr/>
                    <a:lstStyle/>
                    <a:p>
                      <a:pPr lvl="0" algn="ctr">
                        <a:buNone/>
                      </a:pPr>
                      <a:r>
                        <a:rPr lang="en-GB" sz="3200" b="0" i="0" u="none" strike="noStrike" noProof="0">
                          <a:latin typeface="Calibri"/>
                        </a:rPr>
                        <a:t>∞</a:t>
                      </a:r>
                      <a:endParaRPr lang="en-US"/>
                    </a:p>
                  </a:txBody>
                  <a:tcPr/>
                </a:tc>
                <a:extLst>
                  <a:ext uri="{0D108BD9-81ED-4DB2-BD59-A6C34878D82A}">
                    <a16:rowId xmlns:a16="http://schemas.microsoft.com/office/drawing/2014/main" xmlns="" val="2437820798"/>
                  </a:ext>
                </a:extLst>
              </a:tr>
            </a:tbl>
          </a:graphicData>
        </a:graphic>
      </p:graphicFrame>
    </p:spTree>
    <p:extLst>
      <p:ext uri="{BB962C8B-B14F-4D97-AF65-F5344CB8AC3E}">
        <p14:creationId xmlns:p14="http://schemas.microsoft.com/office/powerpoint/2010/main" val="509249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77245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45915B27-6C01-4642-8246-CBC29F3F438E}"/>
              </a:ext>
            </a:extLst>
          </p:cNvPr>
          <p:cNvSpPr txBox="1"/>
          <p:nvPr/>
        </p:nvSpPr>
        <p:spPr>
          <a:xfrm>
            <a:off x="6596091" y="389874"/>
            <a:ext cx="5006336" cy="132556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4400" kern="1200">
                <a:solidFill>
                  <a:schemeClr val="tx1"/>
                </a:solidFill>
                <a:latin typeface="+mj-lt"/>
                <a:ea typeface="+mj-ea"/>
                <a:cs typeface="+mj-cs"/>
              </a:rPr>
              <a:t>Form a single circuit</a:t>
            </a:r>
          </a:p>
        </p:txBody>
      </p:sp>
      <p:sp>
        <p:nvSpPr>
          <p:cNvPr id="6" name="TextBox 5">
            <a:extLst>
              <a:ext uri="{FF2B5EF4-FFF2-40B4-BE49-F238E27FC236}">
                <a16:creationId xmlns:a16="http://schemas.microsoft.com/office/drawing/2014/main" xmlns="" id="{3EEAF147-1477-4751-9112-EAA602C3C852}"/>
              </a:ext>
            </a:extLst>
          </p:cNvPr>
          <p:cNvSpPr txBox="1"/>
          <p:nvPr/>
        </p:nvSpPr>
        <p:spPr>
          <a:xfrm>
            <a:off x="6686799" y="1707416"/>
            <a:ext cx="5006336" cy="3181684"/>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indent="-228600">
              <a:lnSpc>
                <a:spcPct val="90000"/>
              </a:lnSpc>
              <a:spcAft>
                <a:spcPts val="600"/>
              </a:spcAft>
              <a:buFont typeface="Arial" panose="020B0604020202020204" pitchFamily="34" charset="0"/>
              <a:buChar char="•"/>
            </a:pPr>
            <a:r>
              <a:rPr lang="en-US" sz="2400" dirty="0"/>
              <a:t>A -&gt; E = 1</a:t>
            </a:r>
            <a:endParaRPr lang="en-US" sz="2400" dirty="0">
              <a:cs typeface="Calibri"/>
            </a:endParaRPr>
          </a:p>
          <a:p>
            <a:pPr indent="-228600">
              <a:lnSpc>
                <a:spcPct val="90000"/>
              </a:lnSpc>
              <a:spcAft>
                <a:spcPts val="600"/>
              </a:spcAft>
              <a:buFont typeface="Arial" panose="020B0604020202020204" pitchFamily="34" charset="0"/>
              <a:buChar char="•"/>
            </a:pPr>
            <a:r>
              <a:rPr lang="en-US" sz="2400" dirty="0"/>
              <a:t>B -&gt; C = 3</a:t>
            </a:r>
            <a:endParaRPr lang="en-US" sz="2400" dirty="0">
              <a:cs typeface="Calibri"/>
            </a:endParaRPr>
          </a:p>
          <a:p>
            <a:pPr indent="-228600">
              <a:lnSpc>
                <a:spcPct val="90000"/>
              </a:lnSpc>
              <a:spcAft>
                <a:spcPts val="600"/>
              </a:spcAft>
              <a:buFont typeface="Arial" panose="020B0604020202020204" pitchFamily="34" charset="0"/>
              <a:buChar char="•"/>
            </a:pPr>
            <a:r>
              <a:rPr lang="en-US" sz="2400" dirty="0"/>
              <a:t>C -&gt; D = 4</a:t>
            </a:r>
            <a:endParaRPr lang="en-US" sz="2400" dirty="0">
              <a:cs typeface="Calibri"/>
            </a:endParaRPr>
          </a:p>
          <a:p>
            <a:pPr indent="-228600">
              <a:lnSpc>
                <a:spcPct val="90000"/>
              </a:lnSpc>
              <a:spcAft>
                <a:spcPts val="600"/>
              </a:spcAft>
              <a:buFont typeface="Arial" panose="020B0604020202020204" pitchFamily="34" charset="0"/>
              <a:buChar char="•"/>
            </a:pPr>
            <a:r>
              <a:rPr lang="en-US" sz="2400" dirty="0"/>
              <a:t>D -&gt; B = 4</a:t>
            </a:r>
            <a:endParaRPr lang="en-US" sz="2400" dirty="0">
              <a:cs typeface="Calibri"/>
            </a:endParaRPr>
          </a:p>
          <a:p>
            <a:pPr indent="-228600">
              <a:lnSpc>
                <a:spcPct val="90000"/>
              </a:lnSpc>
              <a:spcAft>
                <a:spcPts val="600"/>
              </a:spcAft>
              <a:buFont typeface="Arial" panose="020B0604020202020204" pitchFamily="34" charset="0"/>
              <a:buChar char="•"/>
            </a:pPr>
            <a:r>
              <a:rPr lang="en-US" sz="2400" dirty="0"/>
              <a:t>E -&gt; A = 1</a:t>
            </a:r>
            <a:endParaRPr lang="en-US" sz="2400" dirty="0">
              <a:cs typeface="Calibri"/>
            </a:endParaRPr>
          </a:p>
          <a:p>
            <a:pPr indent="-228600">
              <a:lnSpc>
                <a:spcPct val="90000"/>
              </a:lnSpc>
              <a:spcAft>
                <a:spcPts val="600"/>
              </a:spcAft>
              <a:buFont typeface="Arial" panose="020B0604020202020204" pitchFamily="34" charset="0"/>
              <a:buChar char="•"/>
            </a:pPr>
            <a:endParaRPr lang="en-US" sz="2400" dirty="0">
              <a:cs typeface="Calibri"/>
            </a:endParaRPr>
          </a:p>
          <a:p>
            <a:pPr indent="-228600">
              <a:lnSpc>
                <a:spcPct val="90000"/>
              </a:lnSpc>
              <a:spcAft>
                <a:spcPts val="600"/>
              </a:spcAft>
              <a:buFont typeface="Arial" panose="020B0604020202020204" pitchFamily="34" charset="0"/>
              <a:buChar char="•"/>
            </a:pPr>
            <a:r>
              <a:rPr lang="en-US" sz="2400" dirty="0"/>
              <a:t>TOTAL =13</a:t>
            </a:r>
            <a:endParaRPr lang="en-US" sz="2400" dirty="0">
              <a:cs typeface="Calibri"/>
            </a:endParaRPr>
          </a:p>
          <a:p>
            <a:pPr indent="-228600">
              <a:lnSpc>
                <a:spcPct val="90000"/>
              </a:lnSpc>
              <a:spcAft>
                <a:spcPts val="600"/>
              </a:spcAft>
              <a:buFont typeface="Arial" panose="020B0604020202020204" pitchFamily="34" charset="0"/>
              <a:buChar char="•"/>
            </a:pPr>
            <a:endParaRPr lang="en-US" sz="2400" dirty="0">
              <a:cs typeface="Calibri"/>
            </a:endParaRPr>
          </a:p>
          <a:p>
            <a:pPr indent="-228600">
              <a:lnSpc>
                <a:spcPct val="90000"/>
              </a:lnSpc>
              <a:spcAft>
                <a:spcPts val="600"/>
              </a:spcAft>
              <a:buFont typeface="Arial" panose="020B0604020202020204" pitchFamily="34" charset="0"/>
              <a:buChar char="•"/>
            </a:pPr>
            <a:r>
              <a:rPr lang="en-US" sz="2400" dirty="0"/>
              <a:t>A -&gt; E      B -&gt; C -&gt; D</a:t>
            </a:r>
            <a:endParaRPr lang="en-US" sz="2400" dirty="0">
              <a:cs typeface="Calibri"/>
            </a:endParaRPr>
          </a:p>
        </p:txBody>
      </p:sp>
      <p:graphicFrame>
        <p:nvGraphicFramePr>
          <p:cNvPr id="5" name="Table 4">
            <a:extLst>
              <a:ext uri="{FF2B5EF4-FFF2-40B4-BE49-F238E27FC236}">
                <a16:creationId xmlns:a16="http://schemas.microsoft.com/office/drawing/2014/main" xmlns="" id="{84C94C32-415D-4B30-B3EF-F054C1A46A22}"/>
              </a:ext>
            </a:extLst>
          </p:cNvPr>
          <p:cNvGraphicFramePr>
            <a:graphicFrameLocks noGrp="1"/>
          </p:cNvGraphicFramePr>
          <p:nvPr>
            <p:extLst>
              <p:ext uri="{D42A27DB-BD31-4B8C-83A1-F6EECF244321}">
                <p14:modId xmlns:p14="http://schemas.microsoft.com/office/powerpoint/2010/main" val="3770344798"/>
              </p:ext>
            </p:extLst>
          </p:nvPr>
        </p:nvGraphicFramePr>
        <p:xfrm>
          <a:off x="364241" y="870478"/>
          <a:ext cx="4105279" cy="3651258"/>
        </p:xfrm>
        <a:graphic>
          <a:graphicData uri="http://schemas.openxmlformats.org/drawingml/2006/table">
            <a:tbl>
              <a:tblPr firstRow="1" bandRow="1">
                <a:tableStyleId>{5C22544A-7EE6-4342-B048-85BDC9FD1C3A}</a:tableStyleId>
              </a:tblPr>
              <a:tblGrid>
                <a:gridCol w="650217">
                  <a:extLst>
                    <a:ext uri="{9D8B030D-6E8A-4147-A177-3AD203B41FA5}">
                      <a16:colId xmlns:a16="http://schemas.microsoft.com/office/drawing/2014/main" xmlns="" val="2258747454"/>
                    </a:ext>
                  </a:extLst>
                </a:gridCol>
                <a:gridCol w="647079">
                  <a:extLst>
                    <a:ext uri="{9D8B030D-6E8A-4147-A177-3AD203B41FA5}">
                      <a16:colId xmlns:a16="http://schemas.microsoft.com/office/drawing/2014/main" xmlns="" val="3693523772"/>
                    </a:ext>
                  </a:extLst>
                </a:gridCol>
                <a:gridCol w="701995">
                  <a:extLst>
                    <a:ext uri="{9D8B030D-6E8A-4147-A177-3AD203B41FA5}">
                      <a16:colId xmlns:a16="http://schemas.microsoft.com/office/drawing/2014/main" xmlns="" val="2422085540"/>
                    </a:ext>
                  </a:extLst>
                </a:gridCol>
                <a:gridCol w="701996">
                  <a:extLst>
                    <a:ext uri="{9D8B030D-6E8A-4147-A177-3AD203B41FA5}">
                      <a16:colId xmlns:a16="http://schemas.microsoft.com/office/drawing/2014/main" xmlns="" val="6664711"/>
                    </a:ext>
                  </a:extLst>
                </a:gridCol>
                <a:gridCol w="701996">
                  <a:extLst>
                    <a:ext uri="{9D8B030D-6E8A-4147-A177-3AD203B41FA5}">
                      <a16:colId xmlns:a16="http://schemas.microsoft.com/office/drawing/2014/main" xmlns="" val="1636575695"/>
                    </a:ext>
                  </a:extLst>
                </a:gridCol>
                <a:gridCol w="701996">
                  <a:extLst>
                    <a:ext uri="{9D8B030D-6E8A-4147-A177-3AD203B41FA5}">
                      <a16:colId xmlns:a16="http://schemas.microsoft.com/office/drawing/2014/main" xmlns="" val="581846635"/>
                    </a:ext>
                  </a:extLst>
                </a:gridCol>
              </a:tblGrid>
              <a:tr h="608543">
                <a:tc>
                  <a:txBody>
                    <a:bodyPr/>
                    <a:lstStyle/>
                    <a:p>
                      <a:pPr algn="ctr"/>
                      <a:endParaRPr lang="en-GB" sz="3200"/>
                    </a:p>
                  </a:txBody>
                  <a:tcPr marL="90378" marR="90378" marT="45189" marB="45189"/>
                </a:tc>
                <a:tc>
                  <a:txBody>
                    <a:bodyPr/>
                    <a:lstStyle/>
                    <a:p>
                      <a:pPr algn="ctr"/>
                      <a:r>
                        <a:rPr lang="en-GB" sz="3200"/>
                        <a:t>A</a:t>
                      </a:r>
                    </a:p>
                  </a:txBody>
                  <a:tcPr marL="90378" marR="90378" marT="45189" marB="45189"/>
                </a:tc>
                <a:tc>
                  <a:txBody>
                    <a:bodyPr/>
                    <a:lstStyle/>
                    <a:p>
                      <a:pPr algn="ctr"/>
                      <a:r>
                        <a:rPr lang="en-GB" sz="3200"/>
                        <a:t>B</a:t>
                      </a:r>
                    </a:p>
                  </a:txBody>
                  <a:tcPr marL="90378" marR="90378" marT="45189" marB="45189"/>
                </a:tc>
                <a:tc>
                  <a:txBody>
                    <a:bodyPr/>
                    <a:lstStyle/>
                    <a:p>
                      <a:pPr algn="ctr"/>
                      <a:r>
                        <a:rPr lang="en-GB" sz="3200"/>
                        <a:t>C</a:t>
                      </a:r>
                    </a:p>
                  </a:txBody>
                  <a:tcPr marL="90378" marR="90378" marT="45189" marB="45189"/>
                </a:tc>
                <a:tc>
                  <a:txBody>
                    <a:bodyPr/>
                    <a:lstStyle/>
                    <a:p>
                      <a:pPr algn="ctr"/>
                      <a:r>
                        <a:rPr lang="en-GB" sz="3200"/>
                        <a:t>D</a:t>
                      </a:r>
                    </a:p>
                  </a:txBody>
                  <a:tcPr marL="90378" marR="90378" marT="45189" marB="45189"/>
                </a:tc>
                <a:tc>
                  <a:txBody>
                    <a:bodyPr/>
                    <a:lstStyle/>
                    <a:p>
                      <a:pPr algn="ctr"/>
                      <a:r>
                        <a:rPr lang="en-GB" sz="3200"/>
                        <a:t>E</a:t>
                      </a:r>
                    </a:p>
                  </a:txBody>
                  <a:tcPr marL="90378" marR="90378" marT="45189" marB="45189"/>
                </a:tc>
                <a:extLst>
                  <a:ext uri="{0D108BD9-81ED-4DB2-BD59-A6C34878D82A}">
                    <a16:rowId xmlns:a16="http://schemas.microsoft.com/office/drawing/2014/main" xmlns="" val="1323835689"/>
                  </a:ext>
                </a:extLst>
              </a:tr>
              <a:tr h="608543">
                <a:tc>
                  <a:txBody>
                    <a:bodyPr/>
                    <a:lstStyle/>
                    <a:p>
                      <a:pPr algn="ctr"/>
                      <a:r>
                        <a:rPr lang="en-GB" sz="3200"/>
                        <a:t>A</a:t>
                      </a:r>
                    </a:p>
                  </a:txBody>
                  <a:tcPr marL="90378" marR="90378" marT="45189" marB="45189"/>
                </a:tc>
                <a:tc>
                  <a:txBody>
                    <a:bodyPr/>
                    <a:lstStyle/>
                    <a:p>
                      <a:pPr algn="ctr"/>
                      <a:r>
                        <a:rPr lang="en-GB" sz="3200"/>
                        <a:t>∞</a:t>
                      </a:r>
                    </a:p>
                  </a:txBody>
                  <a:tcPr marL="90378" marR="90378" marT="45189" marB="45189"/>
                </a:tc>
                <a:tc>
                  <a:txBody>
                    <a:bodyPr/>
                    <a:lstStyle/>
                    <a:p>
                      <a:pPr algn="ctr"/>
                      <a:r>
                        <a:rPr lang="en-GB" sz="3200"/>
                        <a:t>1</a:t>
                      </a:r>
                    </a:p>
                  </a:txBody>
                  <a:tcPr marL="90378" marR="90378" marT="45189" marB="45189"/>
                </a:tc>
                <a:tc>
                  <a:txBody>
                    <a:bodyPr/>
                    <a:lstStyle/>
                    <a:p>
                      <a:pPr lvl="0" algn="ctr">
                        <a:buNone/>
                      </a:pPr>
                      <a:r>
                        <a:rPr lang="en-GB" sz="3200"/>
                        <a:t>3</a:t>
                      </a:r>
                    </a:p>
                  </a:txBody>
                  <a:tcPr marL="90378" marR="90378" marT="45189" marB="45189"/>
                </a:tc>
                <a:tc>
                  <a:txBody>
                    <a:bodyPr/>
                    <a:lstStyle/>
                    <a:p>
                      <a:pPr lvl="0" algn="ctr">
                        <a:buNone/>
                      </a:pPr>
                      <a:r>
                        <a:rPr lang="en-GB" sz="3200"/>
                        <a:t>7</a:t>
                      </a:r>
                    </a:p>
                  </a:txBody>
                  <a:tcPr marL="90378" marR="90378" marT="45189" marB="45189"/>
                </a:tc>
                <a:tc>
                  <a:txBody>
                    <a:bodyPr/>
                    <a:lstStyle/>
                    <a:p>
                      <a:pPr lvl="0" algn="ctr">
                        <a:buNone/>
                      </a:pPr>
                      <a:r>
                        <a:rPr lang="en-GB" sz="3200"/>
                        <a:t>0</a:t>
                      </a:r>
                    </a:p>
                  </a:txBody>
                  <a:tcPr marL="90378" marR="90378" marT="45189" marB="45189"/>
                </a:tc>
                <a:extLst>
                  <a:ext uri="{0D108BD9-81ED-4DB2-BD59-A6C34878D82A}">
                    <a16:rowId xmlns:a16="http://schemas.microsoft.com/office/drawing/2014/main" xmlns="" val="1668226495"/>
                  </a:ext>
                </a:extLst>
              </a:tr>
              <a:tr h="608543">
                <a:tc>
                  <a:txBody>
                    <a:bodyPr/>
                    <a:lstStyle/>
                    <a:p>
                      <a:pPr algn="ctr"/>
                      <a:r>
                        <a:rPr lang="en-GB" sz="3200"/>
                        <a:t>B</a:t>
                      </a:r>
                    </a:p>
                  </a:txBody>
                  <a:tcPr marL="90378" marR="90378" marT="45189" marB="45189"/>
                </a:tc>
                <a:tc>
                  <a:txBody>
                    <a:bodyPr/>
                    <a:lstStyle/>
                    <a:p>
                      <a:pPr algn="ctr"/>
                      <a:r>
                        <a:rPr lang="en-GB" sz="3200"/>
                        <a:t>4</a:t>
                      </a:r>
                    </a:p>
                  </a:txBody>
                  <a:tcPr marL="90378" marR="90378" marT="45189" marB="45189"/>
                </a:tc>
                <a:tc>
                  <a:txBody>
                    <a:bodyPr/>
                    <a:lstStyle/>
                    <a:p>
                      <a:pPr lvl="0" algn="ctr">
                        <a:buNone/>
                      </a:pPr>
                      <a:r>
                        <a:rPr lang="en-GB" sz="3200" b="0" i="0" u="none" strike="noStrike" noProof="0">
                          <a:latin typeface="Calibri"/>
                        </a:rPr>
                        <a:t>∞</a:t>
                      </a:r>
                      <a:endParaRPr lang="en-US" sz="1800"/>
                    </a:p>
                  </a:txBody>
                  <a:tcPr marL="90378" marR="90378" marT="45189" marB="45189"/>
                </a:tc>
                <a:tc>
                  <a:txBody>
                    <a:bodyPr/>
                    <a:lstStyle/>
                    <a:p>
                      <a:pPr lvl="0" algn="ctr">
                        <a:buNone/>
                      </a:pPr>
                      <a:r>
                        <a:rPr lang="en-GB" sz="3200"/>
                        <a:t>0</a:t>
                      </a:r>
                    </a:p>
                  </a:txBody>
                  <a:tcPr marL="90378" marR="90378" marT="45189" marB="45189"/>
                </a:tc>
                <a:tc>
                  <a:txBody>
                    <a:bodyPr/>
                    <a:lstStyle/>
                    <a:p>
                      <a:pPr lvl="0" algn="ctr">
                        <a:buNone/>
                      </a:pPr>
                      <a:r>
                        <a:rPr lang="en-GB" sz="3200"/>
                        <a:t>7</a:t>
                      </a:r>
                    </a:p>
                  </a:txBody>
                  <a:tcPr marL="90378" marR="90378" marT="45189" marB="45189"/>
                </a:tc>
                <a:tc>
                  <a:txBody>
                    <a:bodyPr/>
                    <a:lstStyle/>
                    <a:p>
                      <a:pPr lvl="0" algn="ctr">
                        <a:buNone/>
                      </a:pPr>
                      <a:r>
                        <a:rPr lang="en-GB" sz="3200"/>
                        <a:t>0</a:t>
                      </a:r>
                    </a:p>
                  </a:txBody>
                  <a:tcPr marL="90378" marR="90378" marT="45189" marB="45189"/>
                </a:tc>
                <a:extLst>
                  <a:ext uri="{0D108BD9-81ED-4DB2-BD59-A6C34878D82A}">
                    <a16:rowId xmlns:a16="http://schemas.microsoft.com/office/drawing/2014/main" xmlns="" val="2829842562"/>
                  </a:ext>
                </a:extLst>
              </a:tr>
              <a:tr h="608543">
                <a:tc>
                  <a:txBody>
                    <a:bodyPr/>
                    <a:lstStyle/>
                    <a:p>
                      <a:pPr algn="ctr"/>
                      <a:r>
                        <a:rPr lang="en-GB" sz="3200"/>
                        <a:t>C</a:t>
                      </a:r>
                    </a:p>
                  </a:txBody>
                  <a:tcPr marL="90378" marR="90378" marT="45189" marB="45189"/>
                </a:tc>
                <a:tc>
                  <a:txBody>
                    <a:bodyPr/>
                    <a:lstStyle/>
                    <a:p>
                      <a:pPr lvl="0" algn="ctr">
                        <a:buNone/>
                      </a:pPr>
                      <a:r>
                        <a:rPr lang="en-GB" sz="3200"/>
                        <a:t>4</a:t>
                      </a:r>
                    </a:p>
                  </a:txBody>
                  <a:tcPr marL="90378" marR="90378" marT="45189" marB="45189"/>
                </a:tc>
                <a:tc>
                  <a:txBody>
                    <a:bodyPr/>
                    <a:lstStyle/>
                    <a:p>
                      <a:pPr lvl="0" algn="ctr">
                        <a:buNone/>
                      </a:pPr>
                      <a:r>
                        <a:rPr lang="en-GB" sz="3200"/>
                        <a:t>3</a:t>
                      </a:r>
                    </a:p>
                  </a:txBody>
                  <a:tcPr marL="90378" marR="90378" marT="45189" marB="45189"/>
                </a:tc>
                <a:tc>
                  <a:txBody>
                    <a:bodyPr/>
                    <a:lstStyle/>
                    <a:p>
                      <a:pPr lvl="0" algn="ctr">
                        <a:buNone/>
                      </a:pPr>
                      <a:r>
                        <a:rPr lang="en-GB" sz="3200" b="0" i="0" u="none" strike="noStrike" noProof="0">
                          <a:latin typeface="Calibri"/>
                        </a:rPr>
                        <a:t>∞</a:t>
                      </a:r>
                      <a:endParaRPr lang="en-US" sz="1800"/>
                    </a:p>
                  </a:txBody>
                  <a:tcPr marL="90378" marR="90378" marT="45189" marB="45189"/>
                </a:tc>
                <a:tc>
                  <a:txBody>
                    <a:bodyPr/>
                    <a:lstStyle/>
                    <a:p>
                      <a:pPr lvl="0" algn="ctr">
                        <a:buNone/>
                      </a:pPr>
                      <a:r>
                        <a:rPr lang="en-GB" sz="3200"/>
                        <a:t>0</a:t>
                      </a:r>
                    </a:p>
                  </a:txBody>
                  <a:tcPr marL="90378" marR="90378" marT="45189" marB="45189"/>
                </a:tc>
                <a:tc>
                  <a:txBody>
                    <a:bodyPr/>
                    <a:lstStyle/>
                    <a:p>
                      <a:pPr lvl="0" algn="ctr">
                        <a:buNone/>
                      </a:pPr>
                      <a:r>
                        <a:rPr lang="en-GB" sz="3200"/>
                        <a:t>4</a:t>
                      </a:r>
                    </a:p>
                  </a:txBody>
                  <a:tcPr marL="90378" marR="90378" marT="45189" marB="45189"/>
                </a:tc>
                <a:extLst>
                  <a:ext uri="{0D108BD9-81ED-4DB2-BD59-A6C34878D82A}">
                    <a16:rowId xmlns:a16="http://schemas.microsoft.com/office/drawing/2014/main" xmlns="" val="3344246261"/>
                  </a:ext>
                </a:extLst>
              </a:tr>
              <a:tr h="608543">
                <a:tc>
                  <a:txBody>
                    <a:bodyPr/>
                    <a:lstStyle/>
                    <a:p>
                      <a:pPr algn="ctr"/>
                      <a:r>
                        <a:rPr lang="en-GB" sz="3200"/>
                        <a:t>D</a:t>
                      </a:r>
                    </a:p>
                  </a:txBody>
                  <a:tcPr marL="90378" marR="90378" marT="45189" marB="45189"/>
                </a:tc>
                <a:tc>
                  <a:txBody>
                    <a:bodyPr/>
                    <a:lstStyle/>
                    <a:p>
                      <a:pPr algn="ctr"/>
                      <a:r>
                        <a:rPr lang="en-GB" sz="3200"/>
                        <a:t>9</a:t>
                      </a:r>
                    </a:p>
                  </a:txBody>
                  <a:tcPr marL="90378" marR="90378" marT="45189" marB="45189"/>
                </a:tc>
                <a:tc>
                  <a:txBody>
                    <a:bodyPr/>
                    <a:lstStyle/>
                    <a:p>
                      <a:pPr lvl="0" algn="ctr">
                        <a:buNone/>
                      </a:pPr>
                      <a:r>
                        <a:rPr lang="en-GB" sz="3200"/>
                        <a:t>0</a:t>
                      </a:r>
                    </a:p>
                  </a:txBody>
                  <a:tcPr marL="90378" marR="90378" marT="45189" marB="45189"/>
                </a:tc>
                <a:tc>
                  <a:txBody>
                    <a:bodyPr/>
                    <a:lstStyle/>
                    <a:p>
                      <a:pPr lvl="0" algn="ctr">
                        <a:buNone/>
                      </a:pPr>
                      <a:r>
                        <a:rPr lang="en-GB" sz="3200"/>
                        <a:t>2</a:t>
                      </a:r>
                    </a:p>
                  </a:txBody>
                  <a:tcPr marL="90378" marR="90378" marT="45189" marB="45189"/>
                </a:tc>
                <a:tc>
                  <a:txBody>
                    <a:bodyPr/>
                    <a:lstStyle/>
                    <a:p>
                      <a:pPr lvl="0" algn="ctr">
                        <a:buNone/>
                      </a:pPr>
                      <a:r>
                        <a:rPr lang="en-GB" sz="3200" b="0" i="0" u="none" strike="noStrike" noProof="0">
                          <a:latin typeface="Calibri"/>
                        </a:rPr>
                        <a:t>∞</a:t>
                      </a:r>
                      <a:endParaRPr lang="en-US" sz="1800"/>
                    </a:p>
                  </a:txBody>
                  <a:tcPr marL="90378" marR="90378" marT="45189" marB="45189"/>
                </a:tc>
                <a:tc>
                  <a:txBody>
                    <a:bodyPr/>
                    <a:lstStyle/>
                    <a:p>
                      <a:pPr lvl="0" algn="ctr">
                        <a:buNone/>
                      </a:pPr>
                      <a:r>
                        <a:rPr lang="en-GB" sz="3200"/>
                        <a:t>1</a:t>
                      </a:r>
                    </a:p>
                  </a:txBody>
                  <a:tcPr marL="90378" marR="90378" marT="45189" marB="45189"/>
                </a:tc>
                <a:extLst>
                  <a:ext uri="{0D108BD9-81ED-4DB2-BD59-A6C34878D82A}">
                    <a16:rowId xmlns:a16="http://schemas.microsoft.com/office/drawing/2014/main" xmlns="" val="3799713780"/>
                  </a:ext>
                </a:extLst>
              </a:tr>
              <a:tr h="608543">
                <a:tc>
                  <a:txBody>
                    <a:bodyPr/>
                    <a:lstStyle/>
                    <a:p>
                      <a:pPr algn="ctr"/>
                      <a:r>
                        <a:rPr lang="en-GB" sz="3200"/>
                        <a:t>E</a:t>
                      </a:r>
                    </a:p>
                  </a:txBody>
                  <a:tcPr marL="90378" marR="90378" marT="45189" marB="45189"/>
                </a:tc>
                <a:tc>
                  <a:txBody>
                    <a:bodyPr/>
                    <a:lstStyle/>
                    <a:p>
                      <a:pPr algn="ctr"/>
                      <a:r>
                        <a:rPr lang="en-GB" sz="3200"/>
                        <a:t>0</a:t>
                      </a:r>
                    </a:p>
                  </a:txBody>
                  <a:tcPr marL="90378" marR="90378" marT="45189" marB="45189"/>
                </a:tc>
                <a:tc>
                  <a:txBody>
                    <a:bodyPr/>
                    <a:lstStyle/>
                    <a:p>
                      <a:pPr lvl="0" algn="ctr">
                        <a:buNone/>
                      </a:pPr>
                      <a:r>
                        <a:rPr lang="en-GB" sz="3200"/>
                        <a:t>2</a:t>
                      </a:r>
                    </a:p>
                  </a:txBody>
                  <a:tcPr marL="90378" marR="90378" marT="45189" marB="45189"/>
                </a:tc>
                <a:tc>
                  <a:txBody>
                    <a:bodyPr/>
                    <a:lstStyle/>
                    <a:p>
                      <a:pPr lvl="0" algn="ctr">
                        <a:buNone/>
                      </a:pPr>
                      <a:r>
                        <a:rPr lang="en-GB" sz="3200"/>
                        <a:t>1</a:t>
                      </a:r>
                    </a:p>
                  </a:txBody>
                  <a:tcPr marL="90378" marR="90378" marT="45189" marB="45189"/>
                </a:tc>
                <a:tc>
                  <a:txBody>
                    <a:bodyPr/>
                    <a:lstStyle/>
                    <a:p>
                      <a:pPr lvl="0" algn="ctr">
                        <a:buNone/>
                      </a:pPr>
                      <a:r>
                        <a:rPr lang="en-GB" sz="3200"/>
                        <a:t>7</a:t>
                      </a:r>
                    </a:p>
                  </a:txBody>
                  <a:tcPr marL="90378" marR="90378" marT="45189" marB="45189"/>
                </a:tc>
                <a:tc>
                  <a:txBody>
                    <a:bodyPr/>
                    <a:lstStyle/>
                    <a:p>
                      <a:pPr lvl="0" algn="ctr">
                        <a:buNone/>
                      </a:pPr>
                      <a:r>
                        <a:rPr lang="en-GB" sz="3200" b="0" i="0" u="none" strike="noStrike" noProof="0">
                          <a:latin typeface="Calibri"/>
                        </a:rPr>
                        <a:t>∞</a:t>
                      </a:r>
                      <a:endParaRPr lang="en-US" sz="1800"/>
                    </a:p>
                  </a:txBody>
                  <a:tcPr marL="90378" marR="90378" marT="45189" marB="45189"/>
                </a:tc>
                <a:extLst>
                  <a:ext uri="{0D108BD9-81ED-4DB2-BD59-A6C34878D82A}">
                    <a16:rowId xmlns:a16="http://schemas.microsoft.com/office/drawing/2014/main" xmlns="" val="2437820798"/>
                  </a:ext>
                </a:extLst>
              </a:tr>
            </a:tbl>
          </a:graphicData>
        </a:graphic>
      </p:graphicFrame>
    </p:spTree>
    <p:extLst>
      <p:ext uri="{BB962C8B-B14F-4D97-AF65-F5344CB8AC3E}">
        <p14:creationId xmlns:p14="http://schemas.microsoft.com/office/powerpoint/2010/main" val="44876294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picture containing keyboard&#10;&#10;Description automatically generated">
            <a:extLst>
              <a:ext uri="{FF2B5EF4-FFF2-40B4-BE49-F238E27FC236}">
                <a16:creationId xmlns:a16="http://schemas.microsoft.com/office/drawing/2014/main" xmlns="" id="{5E4B4B78-A91D-4620-A1CC-412032CA39B5}"/>
              </a:ext>
            </a:extLst>
          </p:cNvPr>
          <p:cNvPicPr>
            <a:picLocks noChangeAspect="1"/>
          </p:cNvPicPr>
          <p:nvPr/>
        </p:nvPicPr>
        <p:blipFill>
          <a:blip r:embed="rId2"/>
          <a:stretch>
            <a:fillRect/>
          </a:stretch>
        </p:blipFill>
        <p:spPr>
          <a:xfrm>
            <a:off x="257078" y="209108"/>
            <a:ext cx="6428509" cy="3013093"/>
          </a:xfrm>
          <a:prstGeom prst="rect">
            <a:avLst/>
          </a:prstGeom>
        </p:spPr>
      </p:pic>
      <p:sp>
        <p:nvSpPr>
          <p:cNvPr id="3" name="Rectangle 2"/>
          <p:cNvSpPr/>
          <p:nvPr/>
        </p:nvSpPr>
        <p:spPr>
          <a:xfrm>
            <a:off x="7730836" y="209108"/>
            <a:ext cx="4059381" cy="1323439"/>
          </a:xfrm>
          <a:prstGeom prst="rect">
            <a:avLst/>
          </a:prstGeom>
        </p:spPr>
        <p:txBody>
          <a:bodyPr wrap="square">
            <a:spAutoFit/>
          </a:bodyPr>
          <a:lstStyle/>
          <a:p>
            <a:pPr algn="just"/>
            <a:r>
              <a:rPr lang="en-US" sz="2000" b="1" dirty="0">
                <a:solidFill>
                  <a:schemeClr val="accent6">
                    <a:lumMod val="75000"/>
                  </a:schemeClr>
                </a:solidFill>
              </a:rPr>
              <a:t>Condition:</a:t>
            </a:r>
          </a:p>
          <a:p>
            <a:pPr algn="just"/>
            <a:r>
              <a:rPr lang="en-US" sz="2000" b="1" dirty="0">
                <a:solidFill>
                  <a:schemeClr val="accent6">
                    <a:lumMod val="75000"/>
                  </a:schemeClr>
                </a:solidFill>
              </a:rPr>
              <a:t>to visit each city once and only once, arriving back to city from where started</a:t>
            </a:r>
          </a:p>
        </p:txBody>
      </p:sp>
      <mc:AlternateContent xmlns:mc="http://schemas.openxmlformats.org/markup-compatibility/2006">
        <mc:Choice xmlns:p14="http://schemas.microsoft.com/office/powerpoint/2010/main" Requires="p14">
          <p:contentPart p14:bwMode="auto" r:id="rId3">
            <p14:nvContentPartPr>
              <p14:cNvPr id="4" name="Ink 3"/>
              <p14:cNvContentPartPr/>
              <p14:nvPr/>
            </p14:nvContentPartPr>
            <p14:xfrm>
              <a:off x="232200" y="3544920"/>
              <a:ext cx="3715200" cy="2625840"/>
            </p14:xfrm>
          </p:contentPart>
        </mc:Choice>
        <mc:Fallback>
          <p:pic>
            <p:nvPicPr>
              <p:cNvPr id="4" name="Ink 3"/>
              <p:cNvPicPr/>
              <p:nvPr/>
            </p:nvPicPr>
            <p:blipFill>
              <a:blip r:embed="rId4"/>
              <a:stretch>
                <a:fillRect/>
              </a:stretch>
            </p:blipFill>
            <p:spPr>
              <a:xfrm>
                <a:off x="222840" y="3535560"/>
                <a:ext cx="3733920" cy="2644560"/>
              </a:xfrm>
              <a:prstGeom prst="rect">
                <a:avLst/>
              </a:prstGeom>
            </p:spPr>
          </p:pic>
        </mc:Fallback>
      </mc:AlternateContent>
    </p:spTree>
    <p:extLst>
      <p:ext uri="{BB962C8B-B14F-4D97-AF65-F5344CB8AC3E}">
        <p14:creationId xmlns:p14="http://schemas.microsoft.com/office/powerpoint/2010/main" val="1043007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59248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2705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8D27BEB-ADBE-45CD-88A3-00365B76BAF6}"/>
              </a:ext>
            </a:extLst>
          </p:cNvPr>
          <p:cNvSpPr txBox="1"/>
          <p:nvPr/>
        </p:nvSpPr>
        <p:spPr>
          <a:xfrm>
            <a:off x="4419600" y="249382"/>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Branch and bound method</a:t>
            </a:r>
            <a:r>
              <a:rPr lang="en-GB">
                <a:cs typeface="Calibri"/>
              </a:rPr>
              <a:t>​</a:t>
            </a:r>
            <a:endParaRPr lang="en-GB"/>
          </a:p>
        </p:txBody>
      </p:sp>
      <p:graphicFrame>
        <p:nvGraphicFramePr>
          <p:cNvPr id="3" name="Table 3">
            <a:extLst>
              <a:ext uri="{FF2B5EF4-FFF2-40B4-BE49-F238E27FC236}">
                <a16:creationId xmlns:a16="http://schemas.microsoft.com/office/drawing/2014/main" xmlns="" id="{CC7F2D4B-3CB3-4986-8FFD-92CB7F29373F}"/>
              </a:ext>
            </a:extLst>
          </p:cNvPr>
          <p:cNvGraphicFramePr>
            <a:graphicFrameLocks noGrp="1"/>
          </p:cNvGraphicFramePr>
          <p:nvPr>
            <p:extLst>
              <p:ext uri="{D42A27DB-BD31-4B8C-83A1-F6EECF244321}">
                <p14:modId xmlns:p14="http://schemas.microsoft.com/office/powerpoint/2010/main" val="3849973090"/>
              </p:ext>
            </p:extLst>
          </p:nvPr>
        </p:nvGraphicFramePr>
        <p:xfrm>
          <a:off x="4103716" y="708521"/>
          <a:ext cx="3784100" cy="2008905"/>
        </p:xfrm>
        <a:graphic>
          <a:graphicData uri="http://schemas.openxmlformats.org/drawingml/2006/table">
            <a:tbl>
              <a:tblPr firstRow="1" bandRow="1">
                <a:tableStyleId>{5C22544A-7EE6-4342-B048-85BDC9FD1C3A}</a:tableStyleId>
              </a:tblPr>
              <a:tblGrid>
                <a:gridCol w="756820">
                  <a:extLst>
                    <a:ext uri="{9D8B030D-6E8A-4147-A177-3AD203B41FA5}">
                      <a16:colId xmlns:a16="http://schemas.microsoft.com/office/drawing/2014/main" xmlns="" val="3129773275"/>
                    </a:ext>
                  </a:extLst>
                </a:gridCol>
                <a:gridCol w="756820">
                  <a:extLst>
                    <a:ext uri="{9D8B030D-6E8A-4147-A177-3AD203B41FA5}">
                      <a16:colId xmlns:a16="http://schemas.microsoft.com/office/drawing/2014/main" xmlns="" val="4184360696"/>
                    </a:ext>
                  </a:extLst>
                </a:gridCol>
                <a:gridCol w="756820">
                  <a:extLst>
                    <a:ext uri="{9D8B030D-6E8A-4147-A177-3AD203B41FA5}">
                      <a16:colId xmlns:a16="http://schemas.microsoft.com/office/drawing/2014/main" xmlns="" val="1099004319"/>
                    </a:ext>
                  </a:extLst>
                </a:gridCol>
                <a:gridCol w="756820">
                  <a:extLst>
                    <a:ext uri="{9D8B030D-6E8A-4147-A177-3AD203B41FA5}">
                      <a16:colId xmlns:a16="http://schemas.microsoft.com/office/drawing/2014/main" xmlns="" val="3379355694"/>
                    </a:ext>
                  </a:extLst>
                </a:gridCol>
                <a:gridCol w="756820">
                  <a:extLst>
                    <a:ext uri="{9D8B030D-6E8A-4147-A177-3AD203B41FA5}">
                      <a16:colId xmlns:a16="http://schemas.microsoft.com/office/drawing/2014/main" xmlns="" val="3728880405"/>
                    </a:ext>
                  </a:extLst>
                </a:gridCol>
              </a:tblGrid>
              <a:tr h="401781">
                <a:tc>
                  <a:txBody>
                    <a:bodyPr/>
                    <a:lstStyle/>
                    <a:p>
                      <a:pPr algn="ctr"/>
                      <a:endParaRPr lang="en-GB">
                        <a:solidFill>
                          <a:schemeClr val="tx1"/>
                        </a:solidFill>
                      </a:endParaRPr>
                    </a:p>
                  </a:txBody>
                  <a:tcPr/>
                </a:tc>
                <a:tc>
                  <a:txBody>
                    <a:bodyPr/>
                    <a:lstStyle/>
                    <a:p>
                      <a:pPr algn="ctr"/>
                      <a:r>
                        <a:rPr lang="en-GB">
                          <a:solidFill>
                            <a:schemeClr val="tx1"/>
                          </a:solidFill>
                        </a:rPr>
                        <a:t>1</a:t>
                      </a:r>
                    </a:p>
                  </a:txBody>
                  <a:tcPr/>
                </a:tc>
                <a:tc>
                  <a:txBody>
                    <a:bodyPr/>
                    <a:lstStyle/>
                    <a:p>
                      <a:pPr algn="ctr"/>
                      <a:r>
                        <a:rPr lang="en-GB">
                          <a:solidFill>
                            <a:schemeClr val="tx1"/>
                          </a:solidFill>
                        </a:rPr>
                        <a:t>2</a:t>
                      </a:r>
                    </a:p>
                  </a:txBody>
                  <a:tcPr/>
                </a:tc>
                <a:tc>
                  <a:txBody>
                    <a:bodyPr/>
                    <a:lstStyle/>
                    <a:p>
                      <a:pPr algn="ctr"/>
                      <a:r>
                        <a:rPr lang="en-GB">
                          <a:solidFill>
                            <a:schemeClr val="tx1"/>
                          </a:solidFill>
                        </a:rPr>
                        <a:t>3</a:t>
                      </a:r>
                    </a:p>
                  </a:txBody>
                  <a:tcPr/>
                </a:tc>
                <a:tc>
                  <a:txBody>
                    <a:bodyPr/>
                    <a:lstStyle/>
                    <a:p>
                      <a:pPr algn="ctr"/>
                      <a:r>
                        <a:rPr lang="en-GB">
                          <a:solidFill>
                            <a:schemeClr val="tx1"/>
                          </a:solidFill>
                        </a:rPr>
                        <a:t>4</a:t>
                      </a:r>
                    </a:p>
                  </a:txBody>
                  <a:tcPr/>
                </a:tc>
                <a:extLst>
                  <a:ext uri="{0D108BD9-81ED-4DB2-BD59-A6C34878D82A}">
                    <a16:rowId xmlns:a16="http://schemas.microsoft.com/office/drawing/2014/main" xmlns="" val="4224596847"/>
                  </a:ext>
                </a:extLst>
              </a:tr>
              <a:tr h="401781">
                <a:tc>
                  <a:txBody>
                    <a:bodyPr/>
                    <a:lstStyle/>
                    <a:p>
                      <a:pPr algn="ctr"/>
                      <a:r>
                        <a:rPr lang="en-GB">
                          <a:solidFill>
                            <a:schemeClr val="tx1"/>
                          </a:solidFill>
                        </a:rPr>
                        <a:t>1</a:t>
                      </a:r>
                    </a:p>
                  </a:txBody>
                  <a:tcPr/>
                </a:tc>
                <a:tc>
                  <a:txBody>
                    <a:bodyPr/>
                    <a:lstStyle/>
                    <a:p>
                      <a:pPr algn="ctr"/>
                      <a:r>
                        <a:rPr lang="en-GB">
                          <a:solidFill>
                            <a:schemeClr val="tx1"/>
                          </a:solidFill>
                        </a:rPr>
                        <a:t>∞</a:t>
                      </a:r>
                    </a:p>
                  </a:txBody>
                  <a:tcPr/>
                </a:tc>
                <a:tc>
                  <a:txBody>
                    <a:bodyPr/>
                    <a:lstStyle/>
                    <a:p>
                      <a:pPr algn="ctr"/>
                      <a:r>
                        <a:rPr lang="en-GB">
                          <a:solidFill>
                            <a:schemeClr val="tx1"/>
                          </a:solidFill>
                        </a:rPr>
                        <a:t>5</a:t>
                      </a:r>
                    </a:p>
                  </a:txBody>
                  <a:tcPr/>
                </a:tc>
                <a:tc>
                  <a:txBody>
                    <a:bodyPr/>
                    <a:lstStyle/>
                    <a:p>
                      <a:pPr algn="ctr"/>
                      <a:r>
                        <a:rPr lang="en-GB">
                          <a:solidFill>
                            <a:schemeClr val="tx1"/>
                          </a:solidFill>
                        </a:rPr>
                        <a:t>2</a:t>
                      </a:r>
                    </a:p>
                  </a:txBody>
                  <a:tcPr/>
                </a:tc>
                <a:tc>
                  <a:txBody>
                    <a:bodyPr/>
                    <a:lstStyle/>
                    <a:p>
                      <a:pPr algn="ctr"/>
                      <a:r>
                        <a:rPr lang="en-GB">
                          <a:solidFill>
                            <a:schemeClr val="tx1"/>
                          </a:solidFill>
                        </a:rPr>
                        <a:t>3</a:t>
                      </a:r>
                    </a:p>
                  </a:txBody>
                  <a:tcPr/>
                </a:tc>
                <a:extLst>
                  <a:ext uri="{0D108BD9-81ED-4DB2-BD59-A6C34878D82A}">
                    <a16:rowId xmlns:a16="http://schemas.microsoft.com/office/drawing/2014/main" xmlns="" val="758999052"/>
                  </a:ext>
                </a:extLst>
              </a:tr>
              <a:tr h="401781">
                <a:tc>
                  <a:txBody>
                    <a:bodyPr/>
                    <a:lstStyle/>
                    <a:p>
                      <a:pPr algn="ctr"/>
                      <a:r>
                        <a:rPr lang="en-GB">
                          <a:solidFill>
                            <a:schemeClr val="tx1"/>
                          </a:solidFill>
                        </a:rPr>
                        <a:t>2</a:t>
                      </a:r>
                    </a:p>
                  </a:txBody>
                  <a:tcPr/>
                </a:tc>
                <a:tc>
                  <a:txBody>
                    <a:bodyPr/>
                    <a:lstStyle/>
                    <a:p>
                      <a:pPr algn="ctr"/>
                      <a:r>
                        <a:rPr lang="en-GB">
                          <a:solidFill>
                            <a:schemeClr val="tx1"/>
                          </a:solidFill>
                        </a:rPr>
                        <a:t>4</a:t>
                      </a:r>
                    </a:p>
                  </a:txBody>
                  <a:tcPr/>
                </a:tc>
                <a:tc>
                  <a:txBody>
                    <a:bodyPr/>
                    <a:lstStyle/>
                    <a:p>
                      <a:pPr lvl="0" algn="ctr">
                        <a:buNone/>
                      </a:pPr>
                      <a:r>
                        <a:rPr lang="en-GB" sz="1800" b="0" i="0" u="none" strike="noStrike" noProof="0">
                          <a:solidFill>
                            <a:schemeClr val="tx1"/>
                          </a:solidFill>
                          <a:latin typeface="Calibri"/>
                        </a:rPr>
                        <a:t>∞</a:t>
                      </a:r>
                      <a:endParaRPr lang="en-US"/>
                    </a:p>
                  </a:txBody>
                  <a:tcPr/>
                </a:tc>
                <a:tc>
                  <a:txBody>
                    <a:bodyPr/>
                    <a:lstStyle/>
                    <a:p>
                      <a:pPr algn="ctr"/>
                      <a:r>
                        <a:rPr lang="en-GB">
                          <a:solidFill>
                            <a:schemeClr val="tx1"/>
                          </a:solidFill>
                        </a:rPr>
                        <a:t>2</a:t>
                      </a:r>
                    </a:p>
                  </a:txBody>
                  <a:tcPr/>
                </a:tc>
                <a:tc>
                  <a:txBody>
                    <a:bodyPr/>
                    <a:lstStyle/>
                    <a:p>
                      <a:pPr algn="ctr"/>
                      <a:r>
                        <a:rPr lang="en-GB">
                          <a:solidFill>
                            <a:schemeClr val="tx1"/>
                          </a:solidFill>
                        </a:rPr>
                        <a:t>3</a:t>
                      </a:r>
                    </a:p>
                  </a:txBody>
                  <a:tcPr/>
                </a:tc>
                <a:extLst>
                  <a:ext uri="{0D108BD9-81ED-4DB2-BD59-A6C34878D82A}">
                    <a16:rowId xmlns:a16="http://schemas.microsoft.com/office/drawing/2014/main" xmlns="" val="1319699744"/>
                  </a:ext>
                </a:extLst>
              </a:tr>
              <a:tr h="401781">
                <a:tc>
                  <a:txBody>
                    <a:bodyPr/>
                    <a:lstStyle/>
                    <a:p>
                      <a:pPr algn="ctr"/>
                      <a:r>
                        <a:rPr lang="en-GB">
                          <a:solidFill>
                            <a:schemeClr val="tx1"/>
                          </a:solidFill>
                        </a:rPr>
                        <a:t>3</a:t>
                      </a:r>
                    </a:p>
                  </a:txBody>
                  <a:tcPr/>
                </a:tc>
                <a:tc>
                  <a:txBody>
                    <a:bodyPr/>
                    <a:lstStyle/>
                    <a:p>
                      <a:pPr algn="ctr"/>
                      <a:r>
                        <a:rPr lang="en-GB">
                          <a:solidFill>
                            <a:schemeClr val="tx1"/>
                          </a:solidFill>
                        </a:rPr>
                        <a:t>4</a:t>
                      </a:r>
                    </a:p>
                  </a:txBody>
                  <a:tcPr/>
                </a:tc>
                <a:tc>
                  <a:txBody>
                    <a:bodyPr/>
                    <a:lstStyle/>
                    <a:p>
                      <a:pPr algn="ctr"/>
                      <a:r>
                        <a:rPr lang="en-GB">
                          <a:solidFill>
                            <a:schemeClr val="tx1"/>
                          </a:solidFill>
                        </a:rPr>
                        <a:t>2</a:t>
                      </a:r>
                    </a:p>
                  </a:txBody>
                  <a:tcPr/>
                </a:tc>
                <a:tc>
                  <a:txBody>
                    <a:bodyPr/>
                    <a:lstStyle/>
                    <a:p>
                      <a:pPr lvl="0" algn="ctr">
                        <a:buNone/>
                      </a:pPr>
                      <a:r>
                        <a:rPr lang="en-GB" sz="1800" b="0" i="0" u="none" strike="noStrike" noProof="0">
                          <a:solidFill>
                            <a:schemeClr val="tx1"/>
                          </a:solidFill>
                          <a:latin typeface="Calibri"/>
                        </a:rPr>
                        <a:t>∞</a:t>
                      </a:r>
                      <a:endParaRPr lang="en-US"/>
                    </a:p>
                  </a:txBody>
                  <a:tcPr/>
                </a:tc>
                <a:tc>
                  <a:txBody>
                    <a:bodyPr/>
                    <a:lstStyle/>
                    <a:p>
                      <a:pPr algn="ctr"/>
                      <a:r>
                        <a:rPr lang="en-GB">
                          <a:solidFill>
                            <a:schemeClr val="tx1"/>
                          </a:solidFill>
                        </a:rPr>
                        <a:t>3</a:t>
                      </a:r>
                    </a:p>
                  </a:txBody>
                  <a:tcPr/>
                </a:tc>
                <a:extLst>
                  <a:ext uri="{0D108BD9-81ED-4DB2-BD59-A6C34878D82A}">
                    <a16:rowId xmlns:a16="http://schemas.microsoft.com/office/drawing/2014/main" xmlns="" val="1920493367"/>
                  </a:ext>
                </a:extLst>
              </a:tr>
              <a:tr h="401781">
                <a:tc>
                  <a:txBody>
                    <a:bodyPr/>
                    <a:lstStyle/>
                    <a:p>
                      <a:pPr algn="ctr"/>
                      <a:r>
                        <a:rPr lang="en-GB">
                          <a:solidFill>
                            <a:schemeClr val="tx1"/>
                          </a:solidFill>
                        </a:rPr>
                        <a:t>4</a:t>
                      </a:r>
                    </a:p>
                  </a:txBody>
                  <a:tcPr/>
                </a:tc>
                <a:tc>
                  <a:txBody>
                    <a:bodyPr/>
                    <a:lstStyle/>
                    <a:p>
                      <a:pPr algn="ctr"/>
                      <a:r>
                        <a:rPr lang="en-GB">
                          <a:solidFill>
                            <a:schemeClr val="tx1"/>
                          </a:solidFill>
                        </a:rPr>
                        <a:t>7</a:t>
                      </a:r>
                    </a:p>
                  </a:txBody>
                  <a:tcPr/>
                </a:tc>
                <a:tc>
                  <a:txBody>
                    <a:bodyPr/>
                    <a:lstStyle/>
                    <a:p>
                      <a:pPr algn="ctr"/>
                      <a:r>
                        <a:rPr lang="en-GB">
                          <a:solidFill>
                            <a:schemeClr val="tx1"/>
                          </a:solidFill>
                        </a:rPr>
                        <a:t>6</a:t>
                      </a:r>
                    </a:p>
                  </a:txBody>
                  <a:tcPr/>
                </a:tc>
                <a:tc>
                  <a:txBody>
                    <a:bodyPr/>
                    <a:lstStyle/>
                    <a:p>
                      <a:pPr algn="ctr"/>
                      <a:r>
                        <a:rPr lang="en-GB">
                          <a:solidFill>
                            <a:schemeClr val="tx1"/>
                          </a:solidFill>
                        </a:rPr>
                        <a:t>8</a:t>
                      </a:r>
                    </a:p>
                  </a:txBody>
                  <a:tcPr/>
                </a:tc>
                <a:tc>
                  <a:txBody>
                    <a:bodyPr/>
                    <a:lstStyle/>
                    <a:p>
                      <a:pPr lvl="0" algn="ctr">
                        <a:buNone/>
                      </a:pPr>
                      <a:r>
                        <a:rPr lang="en-GB" sz="1800" b="0" i="0" u="none" strike="noStrike" noProof="0">
                          <a:solidFill>
                            <a:schemeClr val="tx1"/>
                          </a:solidFill>
                          <a:latin typeface="Calibri"/>
                        </a:rPr>
                        <a:t>∞</a:t>
                      </a:r>
                      <a:endParaRPr lang="en-US"/>
                    </a:p>
                  </a:txBody>
                  <a:tcPr/>
                </a:tc>
                <a:extLst>
                  <a:ext uri="{0D108BD9-81ED-4DB2-BD59-A6C34878D82A}">
                    <a16:rowId xmlns:a16="http://schemas.microsoft.com/office/drawing/2014/main" xmlns="" val="3608009573"/>
                  </a:ext>
                </a:extLst>
              </a:tr>
            </a:tbl>
          </a:graphicData>
        </a:graphic>
      </p:graphicFrame>
      <p:graphicFrame>
        <p:nvGraphicFramePr>
          <p:cNvPr id="4" name="Table 3">
            <a:extLst>
              <a:ext uri="{FF2B5EF4-FFF2-40B4-BE49-F238E27FC236}">
                <a16:creationId xmlns:a16="http://schemas.microsoft.com/office/drawing/2014/main" xmlns="" id="{BA598FB4-F08A-4A89-9521-B6096F3B66C6}"/>
              </a:ext>
            </a:extLst>
          </p:cNvPr>
          <p:cNvGraphicFramePr>
            <a:graphicFrameLocks noGrp="1"/>
          </p:cNvGraphicFramePr>
          <p:nvPr>
            <p:extLst>
              <p:ext uri="{D42A27DB-BD31-4B8C-83A1-F6EECF244321}">
                <p14:modId xmlns:p14="http://schemas.microsoft.com/office/powerpoint/2010/main" val="2865796862"/>
              </p:ext>
            </p:extLst>
          </p:nvPr>
        </p:nvGraphicFramePr>
        <p:xfrm>
          <a:off x="252151" y="3133067"/>
          <a:ext cx="3784100" cy="2008905"/>
        </p:xfrm>
        <a:graphic>
          <a:graphicData uri="http://schemas.openxmlformats.org/drawingml/2006/table">
            <a:tbl>
              <a:tblPr firstRow="1" bandRow="1">
                <a:tableStyleId>{5C22544A-7EE6-4342-B048-85BDC9FD1C3A}</a:tableStyleId>
              </a:tblPr>
              <a:tblGrid>
                <a:gridCol w="756820">
                  <a:extLst>
                    <a:ext uri="{9D8B030D-6E8A-4147-A177-3AD203B41FA5}">
                      <a16:colId xmlns:a16="http://schemas.microsoft.com/office/drawing/2014/main" xmlns="" val="3129773275"/>
                    </a:ext>
                  </a:extLst>
                </a:gridCol>
                <a:gridCol w="756820">
                  <a:extLst>
                    <a:ext uri="{9D8B030D-6E8A-4147-A177-3AD203B41FA5}">
                      <a16:colId xmlns:a16="http://schemas.microsoft.com/office/drawing/2014/main" xmlns="" val="4184360696"/>
                    </a:ext>
                  </a:extLst>
                </a:gridCol>
                <a:gridCol w="756820">
                  <a:extLst>
                    <a:ext uri="{9D8B030D-6E8A-4147-A177-3AD203B41FA5}">
                      <a16:colId xmlns:a16="http://schemas.microsoft.com/office/drawing/2014/main" xmlns="" val="1099004319"/>
                    </a:ext>
                  </a:extLst>
                </a:gridCol>
                <a:gridCol w="756820">
                  <a:extLst>
                    <a:ext uri="{9D8B030D-6E8A-4147-A177-3AD203B41FA5}">
                      <a16:colId xmlns:a16="http://schemas.microsoft.com/office/drawing/2014/main" xmlns="" val="3379355694"/>
                    </a:ext>
                  </a:extLst>
                </a:gridCol>
                <a:gridCol w="756820">
                  <a:extLst>
                    <a:ext uri="{9D8B030D-6E8A-4147-A177-3AD203B41FA5}">
                      <a16:colId xmlns:a16="http://schemas.microsoft.com/office/drawing/2014/main" xmlns="" val="3728880405"/>
                    </a:ext>
                  </a:extLst>
                </a:gridCol>
              </a:tblGrid>
              <a:tr h="401781">
                <a:tc>
                  <a:txBody>
                    <a:bodyPr/>
                    <a:lstStyle/>
                    <a:p>
                      <a:pPr algn="ctr"/>
                      <a:endParaRPr lang="en-GB">
                        <a:solidFill>
                          <a:schemeClr val="tx1"/>
                        </a:solidFill>
                      </a:endParaRPr>
                    </a:p>
                  </a:txBody>
                  <a:tcPr/>
                </a:tc>
                <a:tc>
                  <a:txBody>
                    <a:bodyPr/>
                    <a:lstStyle/>
                    <a:p>
                      <a:pPr algn="ctr"/>
                      <a:r>
                        <a:rPr lang="en-GB" dirty="0">
                          <a:solidFill>
                            <a:schemeClr val="tx1"/>
                          </a:solidFill>
                        </a:rPr>
                        <a:t>1</a:t>
                      </a:r>
                    </a:p>
                  </a:txBody>
                  <a:tcPr/>
                </a:tc>
                <a:tc>
                  <a:txBody>
                    <a:bodyPr/>
                    <a:lstStyle/>
                    <a:p>
                      <a:pPr algn="ctr"/>
                      <a:r>
                        <a:rPr lang="en-GB" dirty="0">
                          <a:solidFill>
                            <a:schemeClr val="tx1"/>
                          </a:solidFill>
                        </a:rPr>
                        <a:t>2</a:t>
                      </a:r>
                    </a:p>
                  </a:txBody>
                  <a:tcPr/>
                </a:tc>
                <a:tc>
                  <a:txBody>
                    <a:bodyPr/>
                    <a:lstStyle/>
                    <a:p>
                      <a:pPr algn="ctr"/>
                      <a:r>
                        <a:rPr lang="en-GB" dirty="0">
                          <a:solidFill>
                            <a:schemeClr val="tx1"/>
                          </a:solidFill>
                        </a:rPr>
                        <a:t>3</a:t>
                      </a:r>
                    </a:p>
                  </a:txBody>
                  <a:tcPr/>
                </a:tc>
                <a:tc>
                  <a:txBody>
                    <a:bodyPr/>
                    <a:lstStyle/>
                    <a:p>
                      <a:pPr algn="ctr"/>
                      <a:r>
                        <a:rPr lang="en-GB" dirty="0">
                          <a:solidFill>
                            <a:schemeClr val="tx1"/>
                          </a:solidFill>
                        </a:rPr>
                        <a:t>4</a:t>
                      </a:r>
                    </a:p>
                  </a:txBody>
                  <a:tcPr/>
                </a:tc>
                <a:extLst>
                  <a:ext uri="{0D108BD9-81ED-4DB2-BD59-A6C34878D82A}">
                    <a16:rowId xmlns:a16="http://schemas.microsoft.com/office/drawing/2014/main" xmlns="" val="4224596847"/>
                  </a:ext>
                </a:extLst>
              </a:tr>
              <a:tr h="401781">
                <a:tc>
                  <a:txBody>
                    <a:bodyPr/>
                    <a:lstStyle/>
                    <a:p>
                      <a:pPr algn="ctr"/>
                      <a:r>
                        <a:rPr lang="en-GB" dirty="0">
                          <a:solidFill>
                            <a:schemeClr val="tx1"/>
                          </a:solidFill>
                        </a:rPr>
                        <a:t>1</a:t>
                      </a:r>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latin typeface="Calibri"/>
                        </a:rPr>
                        <a:t>∞</a:t>
                      </a:r>
                      <a:endParaRPr lang="en-GB" sz="1800" b="0" i="0" u="none" strike="noStrike" noProof="0" dirty="0">
                        <a:latin typeface="Calibri"/>
                      </a:endParaRPr>
                    </a:p>
                  </a:txBody>
                  <a:tcPr/>
                </a:tc>
                <a:tc>
                  <a:txBody>
                    <a:bodyPr/>
                    <a:lstStyle/>
                    <a:p>
                      <a:pPr algn="ctr"/>
                      <a:r>
                        <a:rPr lang="en-GB" dirty="0">
                          <a:solidFill>
                            <a:schemeClr val="tx1"/>
                          </a:solidFill>
                        </a:rPr>
                        <a:t>3</a:t>
                      </a:r>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1</a:t>
                      </a:r>
                    </a:p>
                  </a:txBody>
                  <a:tcPr/>
                </a:tc>
                <a:extLst>
                  <a:ext uri="{0D108BD9-81ED-4DB2-BD59-A6C34878D82A}">
                    <a16:rowId xmlns:a16="http://schemas.microsoft.com/office/drawing/2014/main" xmlns="" val="758999052"/>
                  </a:ext>
                </a:extLst>
              </a:tr>
              <a:tr h="401781">
                <a:tc>
                  <a:txBody>
                    <a:bodyPr/>
                    <a:lstStyle/>
                    <a:p>
                      <a:pPr algn="ctr"/>
                      <a:r>
                        <a:rPr lang="en-GB" dirty="0">
                          <a:solidFill>
                            <a:schemeClr val="tx1"/>
                          </a:solidFill>
                        </a:rPr>
                        <a:t>2</a:t>
                      </a:r>
                    </a:p>
                  </a:txBody>
                  <a:tcPr/>
                </a:tc>
                <a:tc>
                  <a:txBody>
                    <a:bodyPr/>
                    <a:lstStyle/>
                    <a:p>
                      <a:pPr algn="ctr"/>
                      <a:r>
                        <a:rPr lang="en-GB" dirty="0">
                          <a:solidFill>
                            <a:schemeClr val="tx1"/>
                          </a:solidFill>
                        </a:rPr>
                        <a:t>2</a:t>
                      </a:r>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rPr>
                        <a:t>∞</a:t>
                      </a:r>
                      <a:endParaRPr lang="en-GB" sz="1800" b="0" i="0" u="none" strike="noStrike" noProof="0" dirty="0"/>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1</a:t>
                      </a:r>
                    </a:p>
                  </a:txBody>
                  <a:tcPr/>
                </a:tc>
                <a:extLst>
                  <a:ext uri="{0D108BD9-81ED-4DB2-BD59-A6C34878D82A}">
                    <a16:rowId xmlns:a16="http://schemas.microsoft.com/office/drawing/2014/main" xmlns="" val="1319699744"/>
                  </a:ext>
                </a:extLst>
              </a:tr>
              <a:tr h="401781">
                <a:tc>
                  <a:txBody>
                    <a:bodyPr/>
                    <a:lstStyle/>
                    <a:p>
                      <a:pPr algn="ctr"/>
                      <a:r>
                        <a:rPr lang="en-GB" dirty="0">
                          <a:solidFill>
                            <a:schemeClr val="tx1"/>
                          </a:solidFill>
                        </a:rPr>
                        <a:t>3</a:t>
                      </a:r>
                    </a:p>
                  </a:txBody>
                  <a:tcPr/>
                </a:tc>
                <a:tc>
                  <a:txBody>
                    <a:bodyPr/>
                    <a:lstStyle/>
                    <a:p>
                      <a:pPr algn="ctr"/>
                      <a:r>
                        <a:rPr lang="en-GB" dirty="0">
                          <a:solidFill>
                            <a:schemeClr val="tx1"/>
                          </a:solidFill>
                        </a:rPr>
                        <a:t>2</a:t>
                      </a:r>
                    </a:p>
                  </a:txBody>
                  <a:tcPr/>
                </a:tc>
                <a:tc>
                  <a:txBody>
                    <a:bodyPr/>
                    <a:lstStyle/>
                    <a:p>
                      <a:pPr algn="ctr"/>
                      <a:r>
                        <a:rPr lang="en-GB" dirty="0">
                          <a:solidFill>
                            <a:schemeClr val="tx1"/>
                          </a:solidFill>
                        </a:rPr>
                        <a:t>0</a:t>
                      </a:r>
                    </a:p>
                  </a:txBody>
                  <a:tcPr/>
                </a:tc>
                <a:tc>
                  <a:txBody>
                    <a:bodyPr/>
                    <a:lstStyle/>
                    <a:p>
                      <a:pPr lvl="0" algn="ctr">
                        <a:buNone/>
                      </a:pPr>
                      <a:r>
                        <a:rPr lang="en-GB" sz="1800" b="0" i="0" u="none" strike="noStrike" noProof="0" dirty="0">
                          <a:solidFill>
                            <a:schemeClr val="tx1"/>
                          </a:solidFill>
                        </a:rPr>
                        <a:t>∞</a:t>
                      </a:r>
                      <a:endParaRPr lang="en-US" dirty="0"/>
                    </a:p>
                  </a:txBody>
                  <a:tcPr/>
                </a:tc>
                <a:tc>
                  <a:txBody>
                    <a:bodyPr/>
                    <a:lstStyle/>
                    <a:p>
                      <a:pPr algn="ctr"/>
                      <a:r>
                        <a:rPr lang="en-GB" dirty="0">
                          <a:solidFill>
                            <a:schemeClr val="tx1"/>
                          </a:solidFill>
                        </a:rPr>
                        <a:t>1</a:t>
                      </a:r>
                    </a:p>
                  </a:txBody>
                  <a:tcPr/>
                </a:tc>
                <a:extLst>
                  <a:ext uri="{0D108BD9-81ED-4DB2-BD59-A6C34878D82A}">
                    <a16:rowId xmlns:a16="http://schemas.microsoft.com/office/drawing/2014/main" xmlns="" val="1920493367"/>
                  </a:ext>
                </a:extLst>
              </a:tr>
              <a:tr h="401781">
                <a:tc>
                  <a:txBody>
                    <a:bodyPr/>
                    <a:lstStyle/>
                    <a:p>
                      <a:pPr algn="ctr"/>
                      <a:r>
                        <a:rPr lang="en-GB" dirty="0">
                          <a:solidFill>
                            <a:schemeClr val="tx1"/>
                          </a:solidFill>
                        </a:rPr>
                        <a:t>4</a:t>
                      </a:r>
                    </a:p>
                  </a:txBody>
                  <a:tcPr/>
                </a:tc>
                <a:tc>
                  <a:txBody>
                    <a:bodyPr/>
                    <a:lstStyle/>
                    <a:p>
                      <a:pPr algn="ctr"/>
                      <a:r>
                        <a:rPr lang="en-GB" dirty="0">
                          <a:solidFill>
                            <a:schemeClr val="tx1"/>
                          </a:solidFill>
                        </a:rPr>
                        <a:t>1</a:t>
                      </a:r>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2</a:t>
                      </a:r>
                    </a:p>
                  </a:txBody>
                  <a:tcPr/>
                </a:tc>
                <a:tc>
                  <a:txBody>
                    <a:bodyPr/>
                    <a:lstStyle/>
                    <a:p>
                      <a:pPr lvl="0" algn="ctr">
                        <a:buNone/>
                      </a:pPr>
                      <a:r>
                        <a:rPr lang="en-GB" sz="1800" b="0" i="0" u="none" strike="noStrike" noProof="0" dirty="0">
                          <a:solidFill>
                            <a:schemeClr val="tx1"/>
                          </a:solidFill>
                        </a:rPr>
                        <a:t>∞</a:t>
                      </a:r>
                      <a:endParaRPr lang="en-US" dirty="0"/>
                    </a:p>
                  </a:txBody>
                  <a:tcPr/>
                </a:tc>
                <a:extLst>
                  <a:ext uri="{0D108BD9-81ED-4DB2-BD59-A6C34878D82A}">
                    <a16:rowId xmlns:a16="http://schemas.microsoft.com/office/drawing/2014/main" xmlns="" val="3608009573"/>
                  </a:ext>
                </a:extLst>
              </a:tr>
            </a:tbl>
          </a:graphicData>
        </a:graphic>
      </p:graphicFrame>
      <p:graphicFrame>
        <p:nvGraphicFramePr>
          <p:cNvPr id="5" name="Table 4">
            <a:extLst>
              <a:ext uri="{FF2B5EF4-FFF2-40B4-BE49-F238E27FC236}">
                <a16:creationId xmlns:a16="http://schemas.microsoft.com/office/drawing/2014/main" xmlns="" id="{C2D9FD34-8494-4A8B-9E9E-148D1EF81C19}"/>
              </a:ext>
            </a:extLst>
          </p:cNvPr>
          <p:cNvGraphicFramePr>
            <a:graphicFrameLocks noGrp="1"/>
          </p:cNvGraphicFramePr>
          <p:nvPr>
            <p:extLst>
              <p:ext uri="{D42A27DB-BD31-4B8C-83A1-F6EECF244321}">
                <p14:modId xmlns:p14="http://schemas.microsoft.com/office/powerpoint/2010/main" val="63448348"/>
              </p:ext>
            </p:extLst>
          </p:nvPr>
        </p:nvGraphicFramePr>
        <p:xfrm>
          <a:off x="8163097" y="3119212"/>
          <a:ext cx="3784100" cy="2008905"/>
        </p:xfrm>
        <a:graphic>
          <a:graphicData uri="http://schemas.openxmlformats.org/drawingml/2006/table">
            <a:tbl>
              <a:tblPr firstRow="1" bandRow="1">
                <a:tableStyleId>{5C22544A-7EE6-4342-B048-85BDC9FD1C3A}</a:tableStyleId>
              </a:tblPr>
              <a:tblGrid>
                <a:gridCol w="756820">
                  <a:extLst>
                    <a:ext uri="{9D8B030D-6E8A-4147-A177-3AD203B41FA5}">
                      <a16:colId xmlns:a16="http://schemas.microsoft.com/office/drawing/2014/main" xmlns="" val="3129773275"/>
                    </a:ext>
                  </a:extLst>
                </a:gridCol>
                <a:gridCol w="756820">
                  <a:extLst>
                    <a:ext uri="{9D8B030D-6E8A-4147-A177-3AD203B41FA5}">
                      <a16:colId xmlns:a16="http://schemas.microsoft.com/office/drawing/2014/main" xmlns="" val="4184360696"/>
                    </a:ext>
                  </a:extLst>
                </a:gridCol>
                <a:gridCol w="756820">
                  <a:extLst>
                    <a:ext uri="{9D8B030D-6E8A-4147-A177-3AD203B41FA5}">
                      <a16:colId xmlns:a16="http://schemas.microsoft.com/office/drawing/2014/main" xmlns="" val="1099004319"/>
                    </a:ext>
                  </a:extLst>
                </a:gridCol>
                <a:gridCol w="756820">
                  <a:extLst>
                    <a:ext uri="{9D8B030D-6E8A-4147-A177-3AD203B41FA5}">
                      <a16:colId xmlns:a16="http://schemas.microsoft.com/office/drawing/2014/main" xmlns="" val="3379355694"/>
                    </a:ext>
                  </a:extLst>
                </a:gridCol>
                <a:gridCol w="756820">
                  <a:extLst>
                    <a:ext uri="{9D8B030D-6E8A-4147-A177-3AD203B41FA5}">
                      <a16:colId xmlns:a16="http://schemas.microsoft.com/office/drawing/2014/main" xmlns="" val="3728880405"/>
                    </a:ext>
                  </a:extLst>
                </a:gridCol>
              </a:tblGrid>
              <a:tr h="401781">
                <a:tc>
                  <a:txBody>
                    <a:bodyPr/>
                    <a:lstStyle/>
                    <a:p>
                      <a:pPr algn="ctr"/>
                      <a:endParaRPr lang="en-GB">
                        <a:solidFill>
                          <a:schemeClr val="tx1"/>
                        </a:solidFill>
                      </a:endParaRPr>
                    </a:p>
                  </a:txBody>
                  <a:tcPr/>
                </a:tc>
                <a:tc>
                  <a:txBody>
                    <a:bodyPr/>
                    <a:lstStyle/>
                    <a:p>
                      <a:pPr algn="ctr"/>
                      <a:r>
                        <a:rPr lang="en-GB" dirty="0">
                          <a:solidFill>
                            <a:schemeClr val="tx1"/>
                          </a:solidFill>
                        </a:rPr>
                        <a:t>1</a:t>
                      </a:r>
                    </a:p>
                  </a:txBody>
                  <a:tcPr/>
                </a:tc>
                <a:tc>
                  <a:txBody>
                    <a:bodyPr/>
                    <a:lstStyle/>
                    <a:p>
                      <a:pPr algn="ctr"/>
                      <a:r>
                        <a:rPr lang="en-GB" dirty="0">
                          <a:solidFill>
                            <a:schemeClr val="tx1"/>
                          </a:solidFill>
                        </a:rPr>
                        <a:t>2</a:t>
                      </a:r>
                    </a:p>
                  </a:txBody>
                  <a:tcPr/>
                </a:tc>
                <a:tc>
                  <a:txBody>
                    <a:bodyPr/>
                    <a:lstStyle/>
                    <a:p>
                      <a:pPr algn="ctr"/>
                      <a:r>
                        <a:rPr lang="en-GB" dirty="0">
                          <a:solidFill>
                            <a:schemeClr val="tx1"/>
                          </a:solidFill>
                        </a:rPr>
                        <a:t>3</a:t>
                      </a:r>
                    </a:p>
                  </a:txBody>
                  <a:tcPr/>
                </a:tc>
                <a:tc>
                  <a:txBody>
                    <a:bodyPr/>
                    <a:lstStyle/>
                    <a:p>
                      <a:pPr algn="ctr"/>
                      <a:r>
                        <a:rPr lang="en-GB" dirty="0">
                          <a:solidFill>
                            <a:schemeClr val="tx1"/>
                          </a:solidFill>
                        </a:rPr>
                        <a:t>4</a:t>
                      </a:r>
                    </a:p>
                  </a:txBody>
                  <a:tcPr/>
                </a:tc>
                <a:extLst>
                  <a:ext uri="{0D108BD9-81ED-4DB2-BD59-A6C34878D82A}">
                    <a16:rowId xmlns:a16="http://schemas.microsoft.com/office/drawing/2014/main" xmlns="" val="4224596847"/>
                  </a:ext>
                </a:extLst>
              </a:tr>
              <a:tr h="401781">
                <a:tc>
                  <a:txBody>
                    <a:bodyPr/>
                    <a:lstStyle/>
                    <a:p>
                      <a:pPr algn="ctr"/>
                      <a:r>
                        <a:rPr lang="en-GB" dirty="0">
                          <a:solidFill>
                            <a:schemeClr val="tx1"/>
                          </a:solidFill>
                        </a:rPr>
                        <a:t>1</a:t>
                      </a:r>
                    </a:p>
                  </a:txBody>
                  <a:tcPr/>
                </a:tc>
                <a:tc>
                  <a:txBody>
                    <a:bodyPr/>
                    <a:lstStyle/>
                    <a:p>
                      <a:pPr lvl="0" algn="ctr">
                        <a:buNone/>
                      </a:pPr>
                      <a:r>
                        <a:rPr lang="en-GB" sz="1800" b="0" i="0" u="none" strike="noStrike" noProof="0" dirty="0">
                          <a:solidFill>
                            <a:schemeClr val="tx1"/>
                          </a:solidFill>
                          <a:latin typeface="Calibri"/>
                        </a:rPr>
                        <a:t>∞</a:t>
                      </a:r>
                      <a:endParaRPr lang="en-US" dirty="0"/>
                    </a:p>
                  </a:txBody>
                  <a:tcPr/>
                </a:tc>
                <a:tc>
                  <a:txBody>
                    <a:bodyPr/>
                    <a:lstStyle/>
                    <a:p>
                      <a:pPr algn="ctr"/>
                      <a:r>
                        <a:rPr lang="en-GB" dirty="0">
                          <a:solidFill>
                            <a:schemeClr val="tx1"/>
                          </a:solidFill>
                        </a:rPr>
                        <a:t>3</a:t>
                      </a:r>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0</a:t>
                      </a:r>
                    </a:p>
                  </a:txBody>
                  <a:tcPr/>
                </a:tc>
                <a:extLst>
                  <a:ext uri="{0D108BD9-81ED-4DB2-BD59-A6C34878D82A}">
                    <a16:rowId xmlns:a16="http://schemas.microsoft.com/office/drawing/2014/main" xmlns="" val="758999052"/>
                  </a:ext>
                </a:extLst>
              </a:tr>
              <a:tr h="401781">
                <a:tc>
                  <a:txBody>
                    <a:bodyPr/>
                    <a:lstStyle/>
                    <a:p>
                      <a:pPr algn="ctr"/>
                      <a:r>
                        <a:rPr lang="en-GB" dirty="0">
                          <a:solidFill>
                            <a:schemeClr val="tx1"/>
                          </a:solidFill>
                        </a:rPr>
                        <a:t>2</a:t>
                      </a:r>
                    </a:p>
                  </a:txBody>
                  <a:tcPr/>
                </a:tc>
                <a:tc>
                  <a:txBody>
                    <a:bodyPr/>
                    <a:lstStyle/>
                    <a:p>
                      <a:pPr algn="ctr"/>
                      <a:r>
                        <a:rPr lang="en-GB" dirty="0">
                          <a:solidFill>
                            <a:schemeClr val="tx1"/>
                          </a:solidFill>
                        </a:rPr>
                        <a:t>1</a:t>
                      </a:r>
                    </a:p>
                  </a:txBody>
                  <a:tcPr/>
                </a:tc>
                <a:tc>
                  <a:txBody>
                    <a:bodyPr/>
                    <a:lstStyle/>
                    <a:p>
                      <a:pPr lvl="0" algn="ctr">
                        <a:buNone/>
                      </a:pPr>
                      <a:r>
                        <a:rPr lang="en-GB" sz="1800" b="0" i="0" u="none" strike="noStrike" noProof="0" dirty="0">
                          <a:solidFill>
                            <a:schemeClr val="tx1"/>
                          </a:solidFill>
                        </a:rPr>
                        <a:t>∞</a:t>
                      </a:r>
                      <a:endParaRPr lang="en-US" dirty="0"/>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0</a:t>
                      </a:r>
                    </a:p>
                  </a:txBody>
                  <a:tcPr/>
                </a:tc>
                <a:extLst>
                  <a:ext uri="{0D108BD9-81ED-4DB2-BD59-A6C34878D82A}">
                    <a16:rowId xmlns:a16="http://schemas.microsoft.com/office/drawing/2014/main" xmlns="" val="1319699744"/>
                  </a:ext>
                </a:extLst>
              </a:tr>
              <a:tr h="401781">
                <a:tc>
                  <a:txBody>
                    <a:bodyPr/>
                    <a:lstStyle/>
                    <a:p>
                      <a:pPr algn="ctr"/>
                      <a:r>
                        <a:rPr lang="en-GB" dirty="0">
                          <a:solidFill>
                            <a:schemeClr val="tx1"/>
                          </a:solidFill>
                        </a:rPr>
                        <a:t>3</a:t>
                      </a:r>
                    </a:p>
                  </a:txBody>
                  <a:tcPr/>
                </a:tc>
                <a:tc>
                  <a:txBody>
                    <a:bodyPr/>
                    <a:lstStyle/>
                    <a:p>
                      <a:pPr algn="ctr"/>
                      <a:r>
                        <a:rPr lang="en-GB" dirty="0">
                          <a:solidFill>
                            <a:schemeClr val="tx1"/>
                          </a:solidFill>
                        </a:rPr>
                        <a:t>1</a:t>
                      </a:r>
                    </a:p>
                  </a:txBody>
                  <a:tcPr/>
                </a:tc>
                <a:tc>
                  <a:txBody>
                    <a:bodyPr/>
                    <a:lstStyle/>
                    <a:p>
                      <a:pPr algn="ctr"/>
                      <a:r>
                        <a:rPr lang="en-GB" dirty="0">
                          <a:solidFill>
                            <a:schemeClr val="tx1"/>
                          </a:solidFill>
                        </a:rPr>
                        <a:t>0</a:t>
                      </a:r>
                    </a:p>
                  </a:txBody>
                  <a:tcPr/>
                </a:tc>
                <a:tc>
                  <a:txBody>
                    <a:bodyPr/>
                    <a:lstStyle/>
                    <a:p>
                      <a:pPr lvl="0" algn="ctr">
                        <a:buNone/>
                      </a:pPr>
                      <a:r>
                        <a:rPr lang="en-GB" sz="1800" b="0" i="0" u="none" strike="noStrike" noProof="0" dirty="0">
                          <a:solidFill>
                            <a:schemeClr val="tx1"/>
                          </a:solidFill>
                        </a:rPr>
                        <a:t>∞</a:t>
                      </a:r>
                      <a:endParaRPr lang="en-US" dirty="0"/>
                    </a:p>
                  </a:txBody>
                  <a:tcPr/>
                </a:tc>
                <a:tc>
                  <a:txBody>
                    <a:bodyPr/>
                    <a:lstStyle/>
                    <a:p>
                      <a:pPr algn="ctr"/>
                      <a:r>
                        <a:rPr lang="en-GB" dirty="0">
                          <a:solidFill>
                            <a:schemeClr val="tx1"/>
                          </a:solidFill>
                        </a:rPr>
                        <a:t>0</a:t>
                      </a:r>
                    </a:p>
                  </a:txBody>
                  <a:tcPr/>
                </a:tc>
                <a:extLst>
                  <a:ext uri="{0D108BD9-81ED-4DB2-BD59-A6C34878D82A}">
                    <a16:rowId xmlns:a16="http://schemas.microsoft.com/office/drawing/2014/main" xmlns="" val="1920493367"/>
                  </a:ext>
                </a:extLst>
              </a:tr>
              <a:tr h="401781">
                <a:tc>
                  <a:txBody>
                    <a:bodyPr/>
                    <a:lstStyle/>
                    <a:p>
                      <a:pPr algn="ctr"/>
                      <a:r>
                        <a:rPr lang="en-GB" dirty="0">
                          <a:solidFill>
                            <a:schemeClr val="tx1"/>
                          </a:solidFill>
                        </a:rPr>
                        <a:t>4</a:t>
                      </a:r>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2</a:t>
                      </a:r>
                    </a:p>
                  </a:txBody>
                  <a:tcPr/>
                </a:tc>
                <a:tc>
                  <a:txBody>
                    <a:bodyPr/>
                    <a:lstStyle/>
                    <a:p>
                      <a:pPr lvl="0" algn="ctr">
                        <a:buNone/>
                      </a:pPr>
                      <a:r>
                        <a:rPr lang="en-GB" sz="1800" b="0" i="0" u="none" strike="noStrike" noProof="0" dirty="0">
                          <a:solidFill>
                            <a:schemeClr val="tx1"/>
                          </a:solidFill>
                        </a:rPr>
                        <a:t>∞</a:t>
                      </a:r>
                      <a:endParaRPr lang="en-US" dirty="0"/>
                    </a:p>
                  </a:txBody>
                  <a:tcPr/>
                </a:tc>
                <a:extLst>
                  <a:ext uri="{0D108BD9-81ED-4DB2-BD59-A6C34878D82A}">
                    <a16:rowId xmlns:a16="http://schemas.microsoft.com/office/drawing/2014/main" xmlns="" val="3608009573"/>
                  </a:ext>
                </a:extLst>
              </a:tr>
            </a:tbl>
          </a:graphicData>
        </a:graphic>
      </p:graphicFrame>
      <p:graphicFrame>
        <p:nvGraphicFramePr>
          <p:cNvPr id="7" name="Table 6">
            <a:extLst>
              <a:ext uri="{FF2B5EF4-FFF2-40B4-BE49-F238E27FC236}">
                <a16:creationId xmlns:a16="http://schemas.microsoft.com/office/drawing/2014/main" xmlns="" id="{7EE9E856-EF25-47B5-98E8-A047B779EF5A}"/>
              </a:ext>
            </a:extLst>
          </p:cNvPr>
          <p:cNvGraphicFramePr>
            <a:graphicFrameLocks noGrp="1"/>
          </p:cNvGraphicFramePr>
          <p:nvPr>
            <p:extLst>
              <p:ext uri="{D42A27DB-BD31-4B8C-83A1-F6EECF244321}">
                <p14:modId xmlns:p14="http://schemas.microsoft.com/office/powerpoint/2010/main" val="2718658390"/>
              </p:ext>
            </p:extLst>
          </p:nvPr>
        </p:nvGraphicFramePr>
        <p:xfrm>
          <a:off x="4159442" y="3480170"/>
          <a:ext cx="520313" cy="1622460"/>
        </p:xfrm>
        <a:graphic>
          <a:graphicData uri="http://schemas.openxmlformats.org/drawingml/2006/table">
            <a:tbl>
              <a:tblPr firstRow="1" bandRow="1">
                <a:tableStyleId>{5C22544A-7EE6-4342-B048-85BDC9FD1C3A}</a:tableStyleId>
              </a:tblPr>
              <a:tblGrid>
                <a:gridCol w="520313">
                  <a:extLst>
                    <a:ext uri="{9D8B030D-6E8A-4147-A177-3AD203B41FA5}">
                      <a16:colId xmlns:a16="http://schemas.microsoft.com/office/drawing/2014/main" xmlns="" val="819718819"/>
                    </a:ext>
                  </a:extLst>
                </a:gridCol>
              </a:tblGrid>
              <a:tr h="405615">
                <a:tc>
                  <a:txBody>
                    <a:bodyPr/>
                    <a:lstStyle/>
                    <a:p>
                      <a:pPr lvl="0" algn="ctr">
                        <a:buNone/>
                      </a:pPr>
                      <a:r>
                        <a:rPr lang="en-GB" dirty="0">
                          <a:effectLst/>
                        </a:rPr>
                        <a:t>2</a:t>
                      </a:r>
                    </a:p>
                  </a:txBody>
                  <a:tcPr/>
                </a:tc>
                <a:extLst>
                  <a:ext uri="{0D108BD9-81ED-4DB2-BD59-A6C34878D82A}">
                    <a16:rowId xmlns:a16="http://schemas.microsoft.com/office/drawing/2014/main" xmlns="" val="954287574"/>
                  </a:ext>
                </a:extLst>
              </a:tr>
              <a:tr h="405615">
                <a:tc>
                  <a:txBody>
                    <a:bodyPr/>
                    <a:lstStyle/>
                    <a:p>
                      <a:pPr algn="ctr" rtl="0" fontAlgn="base"/>
                      <a:r>
                        <a:rPr lang="en-GB" dirty="0">
                          <a:effectLst/>
                        </a:rPr>
                        <a:t>2</a:t>
                      </a:r>
                    </a:p>
                  </a:txBody>
                  <a:tcPr/>
                </a:tc>
                <a:extLst>
                  <a:ext uri="{0D108BD9-81ED-4DB2-BD59-A6C34878D82A}">
                    <a16:rowId xmlns:a16="http://schemas.microsoft.com/office/drawing/2014/main" xmlns="" val="883186184"/>
                  </a:ext>
                </a:extLst>
              </a:tr>
              <a:tr h="405615">
                <a:tc>
                  <a:txBody>
                    <a:bodyPr/>
                    <a:lstStyle/>
                    <a:p>
                      <a:pPr algn="ctr" rtl="0" fontAlgn="base"/>
                      <a:r>
                        <a:rPr lang="en-GB" dirty="0">
                          <a:effectLst/>
                        </a:rPr>
                        <a:t>2</a:t>
                      </a:r>
                    </a:p>
                  </a:txBody>
                  <a:tcPr/>
                </a:tc>
                <a:extLst>
                  <a:ext uri="{0D108BD9-81ED-4DB2-BD59-A6C34878D82A}">
                    <a16:rowId xmlns:a16="http://schemas.microsoft.com/office/drawing/2014/main" xmlns="" val="3841686171"/>
                  </a:ext>
                </a:extLst>
              </a:tr>
              <a:tr h="405615">
                <a:tc>
                  <a:txBody>
                    <a:bodyPr/>
                    <a:lstStyle/>
                    <a:p>
                      <a:pPr algn="ctr" rtl="0" fontAlgn="base"/>
                      <a:r>
                        <a:rPr lang="en-GB" dirty="0">
                          <a:effectLst/>
                        </a:rPr>
                        <a:t>6</a:t>
                      </a:r>
                    </a:p>
                  </a:txBody>
                  <a:tcPr/>
                </a:tc>
                <a:extLst>
                  <a:ext uri="{0D108BD9-81ED-4DB2-BD59-A6C34878D82A}">
                    <a16:rowId xmlns:a16="http://schemas.microsoft.com/office/drawing/2014/main" xmlns="" val="3028194184"/>
                  </a:ext>
                </a:extLst>
              </a:tr>
            </a:tbl>
          </a:graphicData>
        </a:graphic>
      </p:graphicFrame>
      <p:graphicFrame>
        <p:nvGraphicFramePr>
          <p:cNvPr id="10" name="Table 9">
            <a:extLst>
              <a:ext uri="{FF2B5EF4-FFF2-40B4-BE49-F238E27FC236}">
                <a16:creationId xmlns:a16="http://schemas.microsoft.com/office/drawing/2014/main" xmlns="" id="{38DBAA75-B712-46EB-B08B-45807C4CE9F5}"/>
              </a:ext>
            </a:extLst>
          </p:cNvPr>
          <p:cNvGraphicFramePr>
            <a:graphicFrameLocks noGrp="1"/>
          </p:cNvGraphicFramePr>
          <p:nvPr>
            <p:extLst>
              <p:ext uri="{D42A27DB-BD31-4B8C-83A1-F6EECF244321}">
                <p14:modId xmlns:p14="http://schemas.microsoft.com/office/powerpoint/2010/main" val="783068462"/>
              </p:ext>
            </p:extLst>
          </p:nvPr>
        </p:nvGraphicFramePr>
        <p:xfrm>
          <a:off x="8865374" y="5241174"/>
          <a:ext cx="3043229" cy="365760"/>
        </p:xfrm>
        <a:graphic>
          <a:graphicData uri="http://schemas.openxmlformats.org/drawingml/2006/table">
            <a:tbl>
              <a:tblPr firstRow="1" bandRow="1">
                <a:tableStyleId>{5C22544A-7EE6-4342-B048-85BDC9FD1C3A}</a:tableStyleId>
              </a:tblPr>
              <a:tblGrid>
                <a:gridCol w="832082">
                  <a:extLst>
                    <a:ext uri="{9D8B030D-6E8A-4147-A177-3AD203B41FA5}">
                      <a16:colId xmlns:a16="http://schemas.microsoft.com/office/drawing/2014/main" xmlns="" val="1498767371"/>
                    </a:ext>
                  </a:extLst>
                </a:gridCol>
                <a:gridCol w="706580">
                  <a:extLst>
                    <a:ext uri="{9D8B030D-6E8A-4147-A177-3AD203B41FA5}">
                      <a16:colId xmlns:a16="http://schemas.microsoft.com/office/drawing/2014/main" xmlns="" val="4164972604"/>
                    </a:ext>
                  </a:extLst>
                </a:gridCol>
                <a:gridCol w="803563">
                  <a:extLst>
                    <a:ext uri="{9D8B030D-6E8A-4147-A177-3AD203B41FA5}">
                      <a16:colId xmlns:a16="http://schemas.microsoft.com/office/drawing/2014/main" xmlns="" val="3645565061"/>
                    </a:ext>
                  </a:extLst>
                </a:gridCol>
                <a:gridCol w="701004">
                  <a:extLst>
                    <a:ext uri="{9D8B030D-6E8A-4147-A177-3AD203B41FA5}">
                      <a16:colId xmlns:a16="http://schemas.microsoft.com/office/drawing/2014/main" xmlns="" val="2615387763"/>
                    </a:ext>
                  </a:extLst>
                </a:gridCol>
              </a:tblGrid>
              <a:tr h="276215">
                <a:tc>
                  <a:txBody>
                    <a:bodyPr/>
                    <a:lstStyle/>
                    <a:p>
                      <a:pPr algn="ctr" rtl="0" fontAlgn="auto"/>
                      <a:r>
                        <a:rPr lang="en-GB" dirty="0">
                          <a:effectLst/>
                        </a:rPr>
                        <a:t>​1</a:t>
                      </a:r>
                      <a:endParaRPr lang="en-GB" dirty="0">
                        <a:effectLst/>
                        <a:latin typeface="Calibri" panose="020F0502020204030204" pitchFamily="34" charset="0"/>
                      </a:endParaRPr>
                    </a:p>
                  </a:txBody>
                  <a:tcPr/>
                </a:tc>
                <a:tc>
                  <a:txBody>
                    <a:bodyPr/>
                    <a:lstStyle/>
                    <a:p>
                      <a:pPr algn="ctr" rtl="0" fontAlgn="auto"/>
                      <a:r>
                        <a:rPr lang="en-GB" dirty="0">
                          <a:effectLst/>
                        </a:rPr>
                        <a:t>​</a:t>
                      </a:r>
                      <a:endParaRPr lang="en-GB" dirty="0">
                        <a:effectLst/>
                        <a:latin typeface="Calibri" panose="020F0502020204030204" pitchFamily="34" charset="0"/>
                      </a:endParaRPr>
                    </a:p>
                  </a:txBody>
                  <a:tcPr/>
                </a:tc>
                <a:tc>
                  <a:txBody>
                    <a:bodyPr/>
                    <a:lstStyle/>
                    <a:p>
                      <a:pPr algn="ctr" rtl="0" fontAlgn="auto"/>
                      <a:r>
                        <a:rPr lang="en-GB" dirty="0">
                          <a:effectLst/>
                        </a:rPr>
                        <a:t>​</a:t>
                      </a:r>
                      <a:endParaRPr lang="en-GB" dirty="0">
                        <a:effectLst/>
                        <a:latin typeface="Calibri" panose="020F0502020204030204" pitchFamily="34" charset="0"/>
                      </a:endParaRPr>
                    </a:p>
                  </a:txBody>
                  <a:tcPr/>
                </a:tc>
                <a:tc>
                  <a:txBody>
                    <a:bodyPr/>
                    <a:lstStyle/>
                    <a:p>
                      <a:pPr algn="ctr" rtl="0" fontAlgn="base"/>
                      <a:r>
                        <a:rPr lang="en-GB" dirty="0">
                          <a:effectLst/>
                        </a:rPr>
                        <a:t>1</a:t>
                      </a:r>
                    </a:p>
                  </a:txBody>
                  <a:tcPr/>
                </a:tc>
                <a:extLst>
                  <a:ext uri="{0D108BD9-81ED-4DB2-BD59-A6C34878D82A}">
                    <a16:rowId xmlns:a16="http://schemas.microsoft.com/office/drawing/2014/main" xmlns="" val="3927525375"/>
                  </a:ext>
                </a:extLst>
              </a:tr>
            </a:tbl>
          </a:graphicData>
        </a:graphic>
      </p:graphicFrame>
      <p:sp>
        <p:nvSpPr>
          <p:cNvPr id="11" name="TextBox 10">
            <a:extLst>
              <a:ext uri="{FF2B5EF4-FFF2-40B4-BE49-F238E27FC236}">
                <a16:creationId xmlns:a16="http://schemas.microsoft.com/office/drawing/2014/main" xmlns="" id="{79E436B4-744E-485D-87CC-9721D130EE9B}"/>
              </a:ext>
            </a:extLst>
          </p:cNvPr>
          <p:cNvSpPr txBox="1"/>
          <p:nvPr/>
        </p:nvSpPr>
        <p:spPr>
          <a:xfrm>
            <a:off x="443346" y="263236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Row Reduction</a:t>
            </a:r>
          </a:p>
        </p:txBody>
      </p:sp>
      <p:sp>
        <p:nvSpPr>
          <p:cNvPr id="12" name="TextBox 11">
            <a:extLst>
              <a:ext uri="{FF2B5EF4-FFF2-40B4-BE49-F238E27FC236}">
                <a16:creationId xmlns:a16="http://schemas.microsoft.com/office/drawing/2014/main" xmlns="" id="{73E5DDCD-DF14-4FF1-ABCA-35D7AF333E83}"/>
              </a:ext>
            </a:extLst>
          </p:cNvPr>
          <p:cNvSpPr txBox="1"/>
          <p:nvPr/>
        </p:nvSpPr>
        <p:spPr>
          <a:xfrm>
            <a:off x="8769928" y="263236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Column Reduction</a:t>
            </a:r>
          </a:p>
        </p:txBody>
      </p:sp>
      <p:sp>
        <p:nvSpPr>
          <p:cNvPr id="6" name="TextBox 5">
            <a:extLst>
              <a:ext uri="{FF2B5EF4-FFF2-40B4-BE49-F238E27FC236}">
                <a16:creationId xmlns:a16="http://schemas.microsoft.com/office/drawing/2014/main" xmlns="" id="{662C9318-501D-47D0-A9E3-70732028A970}"/>
              </a:ext>
            </a:extLst>
          </p:cNvPr>
          <p:cNvSpPr txBox="1"/>
          <p:nvPr/>
        </p:nvSpPr>
        <p:spPr>
          <a:xfrm>
            <a:off x="346363" y="6206837"/>
            <a:ext cx="451658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Total cost reduced = 12+2 = 14</a:t>
            </a:r>
            <a:endParaRPr lang="en-GB" dirty="0"/>
          </a:p>
          <a:p>
            <a:endParaRPr lang="en-US" dirty="0">
              <a:cs typeface="Calibri"/>
            </a:endParaRPr>
          </a:p>
        </p:txBody>
      </p:sp>
      <p:sp>
        <p:nvSpPr>
          <p:cNvPr id="25" name="TextBox 24">
            <a:extLst>
              <a:ext uri="{FF2B5EF4-FFF2-40B4-BE49-F238E27FC236}">
                <a16:creationId xmlns:a16="http://schemas.microsoft.com/office/drawing/2014/main" xmlns="" id="{4DCD133C-9544-48C0-83CB-C70238C63C3D}"/>
              </a:ext>
            </a:extLst>
          </p:cNvPr>
          <p:cNvSpPr txBox="1"/>
          <p:nvPr/>
        </p:nvSpPr>
        <p:spPr>
          <a:xfrm>
            <a:off x="6830291" y="5832763"/>
            <a:ext cx="508461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Reduced </a:t>
            </a:r>
            <a:r>
              <a:rPr lang="en-US" dirty="0">
                <a:cs typeface="Calibri"/>
              </a:rPr>
              <a:t>matrix:</a:t>
            </a:r>
          </a:p>
          <a:p>
            <a:r>
              <a:rPr lang="en-US" dirty="0">
                <a:cs typeface="Calibri"/>
              </a:rPr>
              <a:t>Check rows and cols have </a:t>
            </a:r>
            <a:r>
              <a:rPr lang="en-US" dirty="0" err="1">
                <a:cs typeface="Calibri"/>
              </a:rPr>
              <a:t>atleast</a:t>
            </a:r>
            <a:r>
              <a:rPr lang="en-US" dirty="0">
                <a:cs typeface="Calibri"/>
              </a:rPr>
              <a:t> one zero</a:t>
            </a:r>
          </a:p>
        </p:txBody>
      </p:sp>
      <mc:AlternateContent xmlns:mc="http://schemas.openxmlformats.org/markup-compatibility/2006" xmlns:p14="http://schemas.microsoft.com/office/powerpoint/2010/main">
        <mc:Choice Requires="p14">
          <p:contentPart p14:bwMode="auto" r:id="rId2">
            <p14:nvContentPartPr>
              <p14:cNvPr id="18" name="Ink 17">
                <a:extLst>
                  <a:ext uri="{FF2B5EF4-FFF2-40B4-BE49-F238E27FC236}">
                    <a16:creationId xmlns:a16="http://schemas.microsoft.com/office/drawing/2014/main" xmlns="" id="{A5B0F5F6-FD52-4140-B357-6B65CA057E08}"/>
                  </a:ext>
                </a:extLst>
              </p14:cNvPr>
              <p14:cNvContentPartPr/>
              <p14:nvPr/>
            </p14:nvContentPartPr>
            <p14:xfrm>
              <a:off x="4350326" y="5292435"/>
              <a:ext cx="9525" cy="161925"/>
            </p14:xfrm>
          </p:contentPart>
        </mc:Choice>
        <mc:Fallback xmlns="">
          <p:pic>
            <p:nvPicPr>
              <p:cNvPr id="18" name="Ink 17">
                <a:extLst>
                  <a:ext uri="{FF2B5EF4-FFF2-40B4-BE49-F238E27FC236}">
                    <a16:creationId xmlns:a16="http://schemas.microsoft.com/office/drawing/2014/main" id="{A5B0F5F6-FD52-4140-B357-6B65CA057E08}"/>
                  </a:ext>
                </a:extLst>
              </p:cNvPr>
              <p:cNvPicPr/>
              <p:nvPr/>
            </p:nvPicPr>
            <p:blipFill>
              <a:blip r:embed="rId3"/>
              <a:stretch>
                <a:fillRect/>
              </a:stretch>
            </p:blipFill>
            <p:spPr>
              <a:xfrm>
                <a:off x="3874076" y="5274565"/>
                <a:ext cx="952500" cy="19803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xmlns="" id="{D1C0A157-2E2B-46F6-A241-A15B4B7D0C29}"/>
                  </a:ext>
                </a:extLst>
              </p14:cNvPr>
              <p14:cNvContentPartPr/>
              <p14:nvPr/>
            </p14:nvContentPartPr>
            <p14:xfrm>
              <a:off x="4447309" y="5291693"/>
              <a:ext cx="333374" cy="152400"/>
            </p14:xfrm>
          </p:contentPart>
        </mc:Choice>
        <mc:Fallback xmlns="">
          <p:pic>
            <p:nvPicPr>
              <p:cNvPr id="19" name="Ink 18">
                <a:extLst>
                  <a:ext uri="{FF2B5EF4-FFF2-40B4-BE49-F238E27FC236}">
                    <a16:creationId xmlns:a16="http://schemas.microsoft.com/office/drawing/2014/main" id="{D1C0A157-2E2B-46F6-A241-A15B4B7D0C29}"/>
                  </a:ext>
                </a:extLst>
              </p:cNvPr>
              <p:cNvPicPr/>
              <p:nvPr/>
            </p:nvPicPr>
            <p:blipFill>
              <a:blip r:embed="rId5"/>
              <a:stretch>
                <a:fillRect/>
              </a:stretch>
            </p:blipFill>
            <p:spPr>
              <a:xfrm>
                <a:off x="4429132" y="5273806"/>
                <a:ext cx="369365" cy="187817"/>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1" name="Ink 20">
                <a:extLst>
                  <a:ext uri="{FF2B5EF4-FFF2-40B4-BE49-F238E27FC236}">
                    <a16:creationId xmlns:a16="http://schemas.microsoft.com/office/drawing/2014/main" xmlns="" id="{CBAED155-EF1B-4C45-9277-DA942204430F}"/>
                  </a:ext>
                </a:extLst>
              </p14:cNvPr>
              <p14:cNvContentPartPr/>
              <p14:nvPr/>
            </p14:nvContentPartPr>
            <p14:xfrm>
              <a:off x="11956472" y="5306482"/>
              <a:ext cx="180975" cy="209550"/>
            </p14:xfrm>
          </p:contentPart>
        </mc:Choice>
        <mc:Fallback xmlns="">
          <p:pic>
            <p:nvPicPr>
              <p:cNvPr id="21" name="Ink 20">
                <a:extLst>
                  <a:ext uri="{FF2B5EF4-FFF2-40B4-BE49-F238E27FC236}">
                    <a16:creationId xmlns:a16="http://schemas.microsoft.com/office/drawing/2014/main" id="{CBAED155-EF1B-4C45-9277-DA942204430F}"/>
                  </a:ext>
                </a:extLst>
              </p:cNvPr>
              <p:cNvPicPr/>
              <p:nvPr/>
            </p:nvPicPr>
            <p:blipFill>
              <a:blip r:embed="rId7"/>
              <a:stretch>
                <a:fillRect/>
              </a:stretch>
            </p:blipFill>
            <p:spPr>
              <a:xfrm>
                <a:off x="11938665" y="5288902"/>
                <a:ext cx="216952" cy="244358"/>
              </a:xfrm>
              <a:prstGeom prst="rect">
                <a:avLst/>
              </a:prstGeom>
            </p:spPr>
          </p:pic>
        </mc:Fallback>
      </mc:AlternateContent>
    </p:spTree>
    <p:extLst>
      <p:ext uri="{BB962C8B-B14F-4D97-AF65-F5344CB8AC3E}">
        <p14:creationId xmlns:p14="http://schemas.microsoft.com/office/powerpoint/2010/main" val="12772418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xmlns="" id="{D54361FB-F12C-47E0-A7D6-D93AEEEBDC92}"/>
              </a:ext>
            </a:extLst>
          </p:cNvPr>
          <p:cNvGraphicFramePr>
            <a:graphicFrameLocks noGrp="1"/>
          </p:cNvGraphicFramePr>
          <p:nvPr>
            <p:extLst>
              <p:ext uri="{D42A27DB-BD31-4B8C-83A1-F6EECF244321}">
                <p14:modId xmlns:p14="http://schemas.microsoft.com/office/powerpoint/2010/main" val="1992166180"/>
              </p:ext>
            </p:extLst>
          </p:nvPr>
        </p:nvGraphicFramePr>
        <p:xfrm>
          <a:off x="349133" y="3271612"/>
          <a:ext cx="3784100" cy="2008905"/>
        </p:xfrm>
        <a:graphic>
          <a:graphicData uri="http://schemas.openxmlformats.org/drawingml/2006/table">
            <a:tbl>
              <a:tblPr firstRow="1" bandRow="1">
                <a:tableStyleId>{5C22544A-7EE6-4342-B048-85BDC9FD1C3A}</a:tableStyleId>
              </a:tblPr>
              <a:tblGrid>
                <a:gridCol w="756820">
                  <a:extLst>
                    <a:ext uri="{9D8B030D-6E8A-4147-A177-3AD203B41FA5}">
                      <a16:colId xmlns:a16="http://schemas.microsoft.com/office/drawing/2014/main" xmlns="" val="3129773275"/>
                    </a:ext>
                  </a:extLst>
                </a:gridCol>
                <a:gridCol w="756820">
                  <a:extLst>
                    <a:ext uri="{9D8B030D-6E8A-4147-A177-3AD203B41FA5}">
                      <a16:colId xmlns:a16="http://schemas.microsoft.com/office/drawing/2014/main" xmlns="" val="4184360696"/>
                    </a:ext>
                  </a:extLst>
                </a:gridCol>
                <a:gridCol w="756820">
                  <a:extLst>
                    <a:ext uri="{9D8B030D-6E8A-4147-A177-3AD203B41FA5}">
                      <a16:colId xmlns:a16="http://schemas.microsoft.com/office/drawing/2014/main" xmlns="" val="1099004319"/>
                    </a:ext>
                  </a:extLst>
                </a:gridCol>
                <a:gridCol w="756820">
                  <a:extLst>
                    <a:ext uri="{9D8B030D-6E8A-4147-A177-3AD203B41FA5}">
                      <a16:colId xmlns:a16="http://schemas.microsoft.com/office/drawing/2014/main" xmlns="" val="3379355694"/>
                    </a:ext>
                  </a:extLst>
                </a:gridCol>
                <a:gridCol w="756820">
                  <a:extLst>
                    <a:ext uri="{9D8B030D-6E8A-4147-A177-3AD203B41FA5}">
                      <a16:colId xmlns:a16="http://schemas.microsoft.com/office/drawing/2014/main" xmlns="" val="3728880405"/>
                    </a:ext>
                  </a:extLst>
                </a:gridCol>
              </a:tblGrid>
              <a:tr h="401781">
                <a:tc>
                  <a:txBody>
                    <a:bodyPr/>
                    <a:lstStyle/>
                    <a:p>
                      <a:pPr algn="ctr"/>
                      <a:endParaRPr lang="en-GB">
                        <a:solidFill>
                          <a:schemeClr val="tx1"/>
                        </a:solidFill>
                      </a:endParaRPr>
                    </a:p>
                  </a:txBody>
                  <a:tcPr/>
                </a:tc>
                <a:tc>
                  <a:txBody>
                    <a:bodyPr/>
                    <a:lstStyle/>
                    <a:p>
                      <a:pPr algn="ctr"/>
                      <a:r>
                        <a:rPr lang="en-GB" dirty="0">
                          <a:solidFill>
                            <a:schemeClr val="tx1"/>
                          </a:solidFill>
                        </a:rPr>
                        <a:t>1</a:t>
                      </a:r>
                    </a:p>
                  </a:txBody>
                  <a:tcPr/>
                </a:tc>
                <a:tc>
                  <a:txBody>
                    <a:bodyPr/>
                    <a:lstStyle/>
                    <a:p>
                      <a:pPr algn="ctr"/>
                      <a:r>
                        <a:rPr lang="en-GB" dirty="0">
                          <a:solidFill>
                            <a:schemeClr val="tx1"/>
                          </a:solidFill>
                        </a:rPr>
                        <a:t>2</a:t>
                      </a:r>
                    </a:p>
                  </a:txBody>
                  <a:tcPr/>
                </a:tc>
                <a:tc>
                  <a:txBody>
                    <a:bodyPr/>
                    <a:lstStyle/>
                    <a:p>
                      <a:pPr algn="ctr"/>
                      <a:r>
                        <a:rPr lang="en-GB" dirty="0">
                          <a:solidFill>
                            <a:schemeClr val="tx1"/>
                          </a:solidFill>
                        </a:rPr>
                        <a:t>3</a:t>
                      </a:r>
                    </a:p>
                  </a:txBody>
                  <a:tcPr/>
                </a:tc>
                <a:tc>
                  <a:txBody>
                    <a:bodyPr/>
                    <a:lstStyle/>
                    <a:p>
                      <a:pPr algn="ctr"/>
                      <a:r>
                        <a:rPr lang="en-GB" dirty="0">
                          <a:solidFill>
                            <a:schemeClr val="tx1"/>
                          </a:solidFill>
                        </a:rPr>
                        <a:t>4</a:t>
                      </a:r>
                    </a:p>
                  </a:txBody>
                  <a:tcPr/>
                </a:tc>
                <a:extLst>
                  <a:ext uri="{0D108BD9-81ED-4DB2-BD59-A6C34878D82A}">
                    <a16:rowId xmlns:a16="http://schemas.microsoft.com/office/drawing/2014/main" xmlns="" val="4224596847"/>
                  </a:ext>
                </a:extLst>
              </a:tr>
              <a:tr h="401781">
                <a:tc>
                  <a:txBody>
                    <a:bodyPr/>
                    <a:lstStyle/>
                    <a:p>
                      <a:pPr algn="ctr"/>
                      <a:r>
                        <a:rPr lang="en-GB" dirty="0">
                          <a:solidFill>
                            <a:schemeClr val="tx1"/>
                          </a:solidFill>
                        </a:rPr>
                        <a:t>1</a:t>
                      </a:r>
                    </a:p>
                  </a:txBody>
                  <a:tcPr/>
                </a:tc>
                <a:tc>
                  <a:txBody>
                    <a:bodyPr/>
                    <a:lstStyle/>
                    <a:p>
                      <a:pPr algn="ctr"/>
                      <a:r>
                        <a:rPr lang="en-GB" dirty="0">
                          <a:solidFill>
                            <a:schemeClr val="tx1"/>
                          </a:solidFill>
                        </a:rPr>
                        <a:t>∞</a:t>
                      </a:r>
                    </a:p>
                  </a:txBody>
                  <a:tcPr/>
                </a:tc>
                <a:tc>
                  <a:txBody>
                    <a:bodyPr/>
                    <a:lstStyle/>
                    <a:p>
                      <a:pPr lvl="0" algn="ctr">
                        <a:buNone/>
                      </a:pPr>
                      <a:r>
                        <a:rPr lang="en-GB" sz="1800" b="0" i="0" u="none" strike="noStrike" noProof="0" dirty="0">
                          <a:solidFill>
                            <a:schemeClr val="tx1"/>
                          </a:solidFill>
                          <a:latin typeface="Calibri"/>
                        </a:rPr>
                        <a:t>∞</a:t>
                      </a:r>
                      <a:endParaRPr lang="en-US" dirty="0"/>
                    </a:p>
                  </a:txBody>
                  <a:tcPr/>
                </a:tc>
                <a:tc>
                  <a:txBody>
                    <a:bodyPr/>
                    <a:lstStyle/>
                    <a:p>
                      <a:pPr lvl="0" algn="ctr">
                        <a:buNone/>
                      </a:pPr>
                      <a:r>
                        <a:rPr lang="en-GB" sz="1800" b="0" i="0" u="none" strike="noStrike" noProof="0" dirty="0">
                          <a:solidFill>
                            <a:schemeClr val="tx1"/>
                          </a:solidFill>
                          <a:latin typeface="Calibri"/>
                        </a:rPr>
                        <a:t>∞</a:t>
                      </a:r>
                      <a:endParaRPr lang="en-US" dirty="0"/>
                    </a:p>
                  </a:txBody>
                  <a:tcPr/>
                </a:tc>
                <a:tc>
                  <a:txBody>
                    <a:bodyPr/>
                    <a:lstStyle/>
                    <a:p>
                      <a:pPr lvl="0" algn="ctr">
                        <a:buNone/>
                      </a:pPr>
                      <a:r>
                        <a:rPr lang="en-GB" sz="1800" b="0" i="0" u="none" strike="noStrike" noProof="0" dirty="0">
                          <a:solidFill>
                            <a:schemeClr val="tx1"/>
                          </a:solidFill>
                          <a:latin typeface="Calibri"/>
                        </a:rPr>
                        <a:t>∞</a:t>
                      </a:r>
                      <a:endParaRPr lang="en-US" dirty="0"/>
                    </a:p>
                  </a:txBody>
                  <a:tcPr/>
                </a:tc>
                <a:extLst>
                  <a:ext uri="{0D108BD9-81ED-4DB2-BD59-A6C34878D82A}">
                    <a16:rowId xmlns:a16="http://schemas.microsoft.com/office/drawing/2014/main" xmlns="" val="758999052"/>
                  </a:ext>
                </a:extLst>
              </a:tr>
              <a:tr h="401781">
                <a:tc>
                  <a:txBody>
                    <a:bodyPr/>
                    <a:lstStyle/>
                    <a:p>
                      <a:pPr algn="ctr"/>
                      <a:r>
                        <a:rPr lang="en-GB" dirty="0">
                          <a:solidFill>
                            <a:schemeClr val="tx1"/>
                          </a:solidFill>
                        </a:rPr>
                        <a:t>2</a:t>
                      </a:r>
                    </a:p>
                  </a:txBody>
                  <a:tcPr/>
                </a:tc>
                <a:tc>
                  <a:txBody>
                    <a:bodyPr/>
                    <a:lstStyle/>
                    <a:p>
                      <a:pPr lvl="0" algn="ctr">
                        <a:buNone/>
                      </a:pPr>
                      <a:r>
                        <a:rPr lang="en-GB" sz="1800" b="0" i="0" u="none" strike="noStrike" noProof="0" dirty="0">
                          <a:solidFill>
                            <a:schemeClr val="tx1"/>
                          </a:solidFill>
                          <a:latin typeface="Calibri"/>
                        </a:rPr>
                        <a:t>∞</a:t>
                      </a:r>
                      <a:endParaRPr lang="en-US" dirty="0"/>
                    </a:p>
                  </a:txBody>
                  <a:tcPr/>
                </a:tc>
                <a:tc>
                  <a:txBody>
                    <a:bodyPr/>
                    <a:lstStyle/>
                    <a:p>
                      <a:pPr lvl="0" algn="ctr">
                        <a:buNone/>
                      </a:pPr>
                      <a:r>
                        <a:rPr lang="en-GB" sz="1800" b="0" i="0" u="none" strike="noStrike" noProof="0" dirty="0">
                          <a:solidFill>
                            <a:schemeClr val="tx1"/>
                          </a:solidFill>
                        </a:rPr>
                        <a:t>∞</a:t>
                      </a:r>
                      <a:endParaRPr lang="en-US" dirty="0"/>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0</a:t>
                      </a:r>
                    </a:p>
                  </a:txBody>
                  <a:tcPr/>
                </a:tc>
                <a:extLst>
                  <a:ext uri="{0D108BD9-81ED-4DB2-BD59-A6C34878D82A}">
                    <a16:rowId xmlns:a16="http://schemas.microsoft.com/office/drawing/2014/main" xmlns="" val="1319699744"/>
                  </a:ext>
                </a:extLst>
              </a:tr>
              <a:tr h="401781">
                <a:tc>
                  <a:txBody>
                    <a:bodyPr/>
                    <a:lstStyle/>
                    <a:p>
                      <a:pPr algn="ctr"/>
                      <a:r>
                        <a:rPr lang="en-GB" dirty="0">
                          <a:solidFill>
                            <a:schemeClr val="tx1"/>
                          </a:solidFill>
                        </a:rPr>
                        <a:t>3</a:t>
                      </a:r>
                    </a:p>
                  </a:txBody>
                  <a:tcPr/>
                </a:tc>
                <a:tc>
                  <a:txBody>
                    <a:bodyPr/>
                    <a:lstStyle/>
                    <a:p>
                      <a:pPr algn="ctr"/>
                      <a:r>
                        <a:rPr lang="en-GB" dirty="0">
                          <a:solidFill>
                            <a:schemeClr val="tx1"/>
                          </a:solidFill>
                        </a:rPr>
                        <a:t>1</a:t>
                      </a:r>
                    </a:p>
                  </a:txBody>
                  <a:tcPr/>
                </a:tc>
                <a:tc>
                  <a:txBody>
                    <a:bodyPr/>
                    <a:lstStyle/>
                    <a:p>
                      <a:pPr lvl="0" algn="ctr">
                        <a:buNone/>
                      </a:pPr>
                      <a:r>
                        <a:rPr lang="en-GB" sz="1800" b="0" i="0" u="none" strike="noStrike" noProof="0" dirty="0">
                          <a:solidFill>
                            <a:schemeClr val="tx1"/>
                          </a:solidFill>
                          <a:latin typeface="Calibri"/>
                        </a:rPr>
                        <a:t>∞</a:t>
                      </a:r>
                      <a:endParaRPr lang="en-US" dirty="0"/>
                    </a:p>
                  </a:txBody>
                  <a:tcPr/>
                </a:tc>
                <a:tc>
                  <a:txBody>
                    <a:bodyPr/>
                    <a:lstStyle/>
                    <a:p>
                      <a:pPr lvl="0" algn="ctr">
                        <a:buNone/>
                      </a:pPr>
                      <a:r>
                        <a:rPr lang="en-GB" sz="1800" b="0" i="0" u="none" strike="noStrike" noProof="0" dirty="0">
                          <a:solidFill>
                            <a:schemeClr val="tx1"/>
                          </a:solidFill>
                        </a:rPr>
                        <a:t>∞</a:t>
                      </a:r>
                      <a:endParaRPr lang="en-US" dirty="0"/>
                    </a:p>
                  </a:txBody>
                  <a:tcPr/>
                </a:tc>
                <a:tc>
                  <a:txBody>
                    <a:bodyPr/>
                    <a:lstStyle/>
                    <a:p>
                      <a:pPr algn="ctr"/>
                      <a:r>
                        <a:rPr lang="en-GB" dirty="0">
                          <a:solidFill>
                            <a:schemeClr val="tx1"/>
                          </a:solidFill>
                        </a:rPr>
                        <a:t>0</a:t>
                      </a:r>
                    </a:p>
                  </a:txBody>
                  <a:tcPr/>
                </a:tc>
                <a:extLst>
                  <a:ext uri="{0D108BD9-81ED-4DB2-BD59-A6C34878D82A}">
                    <a16:rowId xmlns:a16="http://schemas.microsoft.com/office/drawing/2014/main" xmlns="" val="1920493367"/>
                  </a:ext>
                </a:extLst>
              </a:tr>
              <a:tr h="401781">
                <a:tc>
                  <a:txBody>
                    <a:bodyPr/>
                    <a:lstStyle/>
                    <a:p>
                      <a:pPr algn="ctr"/>
                      <a:r>
                        <a:rPr lang="en-GB" dirty="0">
                          <a:solidFill>
                            <a:schemeClr val="tx1"/>
                          </a:solidFill>
                        </a:rPr>
                        <a:t>4</a:t>
                      </a:r>
                    </a:p>
                  </a:txBody>
                  <a:tcPr/>
                </a:tc>
                <a:tc>
                  <a:txBody>
                    <a:bodyPr/>
                    <a:lstStyle/>
                    <a:p>
                      <a:pPr algn="ctr"/>
                      <a:r>
                        <a:rPr lang="en-GB" dirty="0">
                          <a:solidFill>
                            <a:schemeClr val="tx1"/>
                          </a:solidFill>
                        </a:rPr>
                        <a:t>0</a:t>
                      </a:r>
                    </a:p>
                  </a:txBody>
                  <a:tcPr/>
                </a:tc>
                <a:tc>
                  <a:txBody>
                    <a:bodyPr/>
                    <a:lstStyle/>
                    <a:p>
                      <a:pPr lvl="0" algn="ctr">
                        <a:buNone/>
                      </a:pPr>
                      <a:r>
                        <a:rPr lang="en-GB" sz="1800" b="0" i="0" u="none" strike="noStrike" noProof="0" dirty="0">
                          <a:solidFill>
                            <a:schemeClr val="tx1"/>
                          </a:solidFill>
                          <a:latin typeface="Calibri"/>
                        </a:rPr>
                        <a:t>∞</a:t>
                      </a:r>
                      <a:endParaRPr lang="en-US" dirty="0"/>
                    </a:p>
                  </a:txBody>
                  <a:tcPr/>
                </a:tc>
                <a:tc>
                  <a:txBody>
                    <a:bodyPr/>
                    <a:lstStyle/>
                    <a:p>
                      <a:pPr algn="ctr"/>
                      <a:r>
                        <a:rPr lang="en-GB" dirty="0">
                          <a:solidFill>
                            <a:schemeClr val="tx1"/>
                          </a:solidFill>
                        </a:rPr>
                        <a:t>2</a:t>
                      </a:r>
                    </a:p>
                  </a:txBody>
                  <a:tcPr/>
                </a:tc>
                <a:tc>
                  <a:txBody>
                    <a:bodyPr/>
                    <a:lstStyle/>
                    <a:p>
                      <a:pPr lvl="0" algn="ctr">
                        <a:buNone/>
                      </a:pPr>
                      <a:r>
                        <a:rPr lang="en-GB" sz="1800" b="0" i="0" u="none" strike="noStrike" noProof="0" dirty="0">
                          <a:solidFill>
                            <a:schemeClr val="tx1"/>
                          </a:solidFill>
                        </a:rPr>
                        <a:t>∞</a:t>
                      </a:r>
                      <a:endParaRPr lang="en-US" dirty="0"/>
                    </a:p>
                  </a:txBody>
                  <a:tcPr/>
                </a:tc>
                <a:extLst>
                  <a:ext uri="{0D108BD9-81ED-4DB2-BD59-A6C34878D82A}">
                    <a16:rowId xmlns:a16="http://schemas.microsoft.com/office/drawing/2014/main" xmlns="" val="3608009573"/>
                  </a:ext>
                </a:extLst>
              </a:tr>
            </a:tbl>
          </a:graphicData>
        </a:graphic>
      </p:graphicFrame>
      <p:graphicFrame>
        <p:nvGraphicFramePr>
          <p:cNvPr id="5" name="Table 4">
            <a:extLst>
              <a:ext uri="{FF2B5EF4-FFF2-40B4-BE49-F238E27FC236}">
                <a16:creationId xmlns:a16="http://schemas.microsoft.com/office/drawing/2014/main" xmlns="" id="{2030E550-6DB0-47B5-92A8-2673298F42D2}"/>
              </a:ext>
            </a:extLst>
          </p:cNvPr>
          <p:cNvGraphicFramePr>
            <a:graphicFrameLocks noGrp="1"/>
          </p:cNvGraphicFramePr>
          <p:nvPr>
            <p:extLst>
              <p:ext uri="{D42A27DB-BD31-4B8C-83A1-F6EECF244321}">
                <p14:modId xmlns:p14="http://schemas.microsoft.com/office/powerpoint/2010/main" val="3562030732"/>
              </p:ext>
            </p:extLst>
          </p:nvPr>
        </p:nvGraphicFramePr>
        <p:xfrm>
          <a:off x="4283824" y="3299322"/>
          <a:ext cx="3784100" cy="2008905"/>
        </p:xfrm>
        <a:graphic>
          <a:graphicData uri="http://schemas.openxmlformats.org/drawingml/2006/table">
            <a:tbl>
              <a:tblPr firstRow="1" bandRow="1">
                <a:tableStyleId>{5C22544A-7EE6-4342-B048-85BDC9FD1C3A}</a:tableStyleId>
              </a:tblPr>
              <a:tblGrid>
                <a:gridCol w="756820">
                  <a:extLst>
                    <a:ext uri="{9D8B030D-6E8A-4147-A177-3AD203B41FA5}">
                      <a16:colId xmlns:a16="http://schemas.microsoft.com/office/drawing/2014/main" xmlns="" val="3129773275"/>
                    </a:ext>
                  </a:extLst>
                </a:gridCol>
                <a:gridCol w="756820">
                  <a:extLst>
                    <a:ext uri="{9D8B030D-6E8A-4147-A177-3AD203B41FA5}">
                      <a16:colId xmlns:a16="http://schemas.microsoft.com/office/drawing/2014/main" xmlns="" val="4184360696"/>
                    </a:ext>
                  </a:extLst>
                </a:gridCol>
                <a:gridCol w="756820">
                  <a:extLst>
                    <a:ext uri="{9D8B030D-6E8A-4147-A177-3AD203B41FA5}">
                      <a16:colId xmlns:a16="http://schemas.microsoft.com/office/drawing/2014/main" xmlns="" val="1099004319"/>
                    </a:ext>
                  </a:extLst>
                </a:gridCol>
                <a:gridCol w="756820">
                  <a:extLst>
                    <a:ext uri="{9D8B030D-6E8A-4147-A177-3AD203B41FA5}">
                      <a16:colId xmlns:a16="http://schemas.microsoft.com/office/drawing/2014/main" xmlns="" val="3379355694"/>
                    </a:ext>
                  </a:extLst>
                </a:gridCol>
                <a:gridCol w="756820">
                  <a:extLst>
                    <a:ext uri="{9D8B030D-6E8A-4147-A177-3AD203B41FA5}">
                      <a16:colId xmlns:a16="http://schemas.microsoft.com/office/drawing/2014/main" xmlns="" val="3728880405"/>
                    </a:ext>
                  </a:extLst>
                </a:gridCol>
              </a:tblGrid>
              <a:tr h="401781">
                <a:tc>
                  <a:txBody>
                    <a:bodyPr/>
                    <a:lstStyle/>
                    <a:p>
                      <a:pPr algn="ctr"/>
                      <a:endParaRPr lang="en-GB">
                        <a:solidFill>
                          <a:schemeClr val="tx1"/>
                        </a:solidFill>
                      </a:endParaRPr>
                    </a:p>
                  </a:txBody>
                  <a:tcPr/>
                </a:tc>
                <a:tc>
                  <a:txBody>
                    <a:bodyPr/>
                    <a:lstStyle/>
                    <a:p>
                      <a:pPr algn="ctr"/>
                      <a:r>
                        <a:rPr lang="en-GB" dirty="0">
                          <a:solidFill>
                            <a:schemeClr val="tx1"/>
                          </a:solidFill>
                        </a:rPr>
                        <a:t>1</a:t>
                      </a:r>
                    </a:p>
                  </a:txBody>
                  <a:tcPr/>
                </a:tc>
                <a:tc>
                  <a:txBody>
                    <a:bodyPr/>
                    <a:lstStyle/>
                    <a:p>
                      <a:pPr algn="ctr"/>
                      <a:r>
                        <a:rPr lang="en-GB" dirty="0">
                          <a:solidFill>
                            <a:schemeClr val="tx1"/>
                          </a:solidFill>
                        </a:rPr>
                        <a:t>2</a:t>
                      </a:r>
                    </a:p>
                  </a:txBody>
                  <a:tcPr/>
                </a:tc>
                <a:tc>
                  <a:txBody>
                    <a:bodyPr/>
                    <a:lstStyle/>
                    <a:p>
                      <a:pPr algn="ctr"/>
                      <a:r>
                        <a:rPr lang="en-GB" dirty="0">
                          <a:solidFill>
                            <a:schemeClr val="tx1"/>
                          </a:solidFill>
                        </a:rPr>
                        <a:t>3</a:t>
                      </a:r>
                    </a:p>
                  </a:txBody>
                  <a:tcPr/>
                </a:tc>
                <a:tc>
                  <a:txBody>
                    <a:bodyPr/>
                    <a:lstStyle/>
                    <a:p>
                      <a:pPr algn="ctr"/>
                      <a:r>
                        <a:rPr lang="en-GB" dirty="0">
                          <a:solidFill>
                            <a:schemeClr val="tx1"/>
                          </a:solidFill>
                        </a:rPr>
                        <a:t>4</a:t>
                      </a:r>
                    </a:p>
                  </a:txBody>
                  <a:tcPr/>
                </a:tc>
                <a:extLst>
                  <a:ext uri="{0D108BD9-81ED-4DB2-BD59-A6C34878D82A}">
                    <a16:rowId xmlns:a16="http://schemas.microsoft.com/office/drawing/2014/main" xmlns="" val="4224596847"/>
                  </a:ext>
                </a:extLst>
              </a:tr>
              <a:tr h="401781">
                <a:tc>
                  <a:txBody>
                    <a:bodyPr/>
                    <a:lstStyle/>
                    <a:p>
                      <a:pPr algn="ctr"/>
                      <a:r>
                        <a:rPr lang="en-GB" dirty="0">
                          <a:solidFill>
                            <a:schemeClr val="tx1"/>
                          </a:solidFill>
                        </a:rPr>
                        <a:t>1</a:t>
                      </a:r>
                    </a:p>
                  </a:txBody>
                  <a:tcPr/>
                </a:tc>
                <a:tc>
                  <a:txBody>
                    <a:bodyPr/>
                    <a:lstStyle/>
                    <a:p>
                      <a:pPr lvl="0" algn="ctr">
                        <a:buNone/>
                      </a:pPr>
                      <a:r>
                        <a:rPr lang="en-GB" dirty="0">
                          <a:solidFill>
                            <a:schemeClr val="tx1"/>
                          </a:solidFill>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extLst>
                  <a:ext uri="{0D108BD9-81ED-4DB2-BD59-A6C34878D82A}">
                    <a16:rowId xmlns:a16="http://schemas.microsoft.com/office/drawing/2014/main" xmlns="" val="758999052"/>
                  </a:ext>
                </a:extLst>
              </a:tr>
              <a:tr h="401781">
                <a:tc>
                  <a:txBody>
                    <a:bodyPr/>
                    <a:lstStyle/>
                    <a:p>
                      <a:pPr algn="ctr"/>
                      <a:r>
                        <a:rPr lang="en-GB" dirty="0">
                          <a:solidFill>
                            <a:schemeClr val="tx1"/>
                          </a:solidFill>
                        </a:rPr>
                        <a:t>2</a:t>
                      </a:r>
                    </a:p>
                  </a:txBody>
                  <a:tcPr/>
                </a:tc>
                <a:tc>
                  <a:txBody>
                    <a:bodyPr/>
                    <a:lstStyle/>
                    <a:p>
                      <a:pPr algn="ctr"/>
                      <a:r>
                        <a:rPr lang="en-GB" dirty="0">
                          <a:solidFill>
                            <a:schemeClr val="tx1"/>
                          </a:solidFill>
                        </a:rPr>
                        <a:t>1</a:t>
                      </a:r>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rPr>
                        <a:t>∞</a:t>
                      </a:r>
                      <a:endParaRPr lang="en-GB" sz="1800" b="0" i="0" u="none" strike="noStrike" noProof="0" dirty="0"/>
                    </a:p>
                  </a:txBody>
                  <a:tcPr/>
                </a:tc>
                <a:tc>
                  <a:txBody>
                    <a:bodyPr/>
                    <a:lstStyle/>
                    <a:p>
                      <a:pPr lvl="0" algn="ctr">
                        <a:buNone/>
                      </a:pPr>
                      <a:r>
                        <a:rPr lang="en-GB" sz="1800" b="0" i="0" u="none" strike="noStrike" noProof="0" dirty="0">
                          <a:solidFill>
                            <a:schemeClr val="tx1"/>
                          </a:solidFill>
                        </a:rPr>
                        <a:t>∞</a:t>
                      </a:r>
                      <a:endParaRPr lang="en-US"/>
                    </a:p>
                  </a:txBody>
                  <a:tcPr/>
                </a:tc>
                <a:tc>
                  <a:txBody>
                    <a:bodyPr/>
                    <a:lstStyle/>
                    <a:p>
                      <a:pPr algn="ctr"/>
                      <a:r>
                        <a:rPr lang="en-GB" dirty="0">
                          <a:solidFill>
                            <a:schemeClr val="tx1"/>
                          </a:solidFill>
                        </a:rPr>
                        <a:t>0</a:t>
                      </a:r>
                    </a:p>
                  </a:txBody>
                  <a:tcPr/>
                </a:tc>
                <a:extLst>
                  <a:ext uri="{0D108BD9-81ED-4DB2-BD59-A6C34878D82A}">
                    <a16:rowId xmlns:a16="http://schemas.microsoft.com/office/drawing/2014/main" xmlns="" val="1319699744"/>
                  </a:ext>
                </a:extLst>
              </a:tr>
              <a:tr h="401781">
                <a:tc>
                  <a:txBody>
                    <a:bodyPr/>
                    <a:lstStyle/>
                    <a:p>
                      <a:pPr algn="ctr"/>
                      <a:r>
                        <a:rPr lang="en-GB" dirty="0">
                          <a:solidFill>
                            <a:schemeClr val="tx1"/>
                          </a:solidFill>
                        </a:rPr>
                        <a:t>3</a:t>
                      </a:r>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latin typeface="Calibri"/>
                        </a:rPr>
                        <a:t>∞</a:t>
                      </a:r>
                      <a:endParaRPr lang="en-GB" sz="1800" b="0" i="0" u="none" strike="noStrike" noProof="0" dirty="0">
                        <a:latin typeface="Calibri"/>
                      </a:endParaRPr>
                    </a:p>
                  </a:txBody>
                  <a:tcPr/>
                </a:tc>
                <a:tc>
                  <a:txBody>
                    <a:bodyPr/>
                    <a:lstStyle/>
                    <a:p>
                      <a:pPr algn="ctr"/>
                      <a:r>
                        <a:rPr lang="en-GB" dirty="0">
                          <a:solidFill>
                            <a:schemeClr val="tx1"/>
                          </a:solidFill>
                        </a:rPr>
                        <a:t>0</a:t>
                      </a:r>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algn="ctr"/>
                      <a:r>
                        <a:rPr lang="en-GB" dirty="0">
                          <a:solidFill>
                            <a:schemeClr val="tx1"/>
                          </a:solidFill>
                        </a:rPr>
                        <a:t>0</a:t>
                      </a:r>
                    </a:p>
                  </a:txBody>
                  <a:tcPr/>
                </a:tc>
                <a:extLst>
                  <a:ext uri="{0D108BD9-81ED-4DB2-BD59-A6C34878D82A}">
                    <a16:rowId xmlns:a16="http://schemas.microsoft.com/office/drawing/2014/main" xmlns="" val="1920493367"/>
                  </a:ext>
                </a:extLst>
              </a:tr>
              <a:tr h="401781">
                <a:tc>
                  <a:txBody>
                    <a:bodyPr/>
                    <a:lstStyle/>
                    <a:p>
                      <a:pPr algn="ctr"/>
                      <a:r>
                        <a:rPr lang="en-GB" dirty="0">
                          <a:solidFill>
                            <a:schemeClr val="tx1"/>
                          </a:solidFill>
                        </a:rPr>
                        <a:t>4</a:t>
                      </a:r>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0</a:t>
                      </a:r>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rPr>
                        <a:t>∞</a:t>
                      </a:r>
                      <a:endParaRPr lang="en-GB" sz="1800" b="0" i="0" u="none" strike="noStrike" noProof="0" dirty="0"/>
                    </a:p>
                  </a:txBody>
                  <a:tcPr/>
                </a:tc>
                <a:extLst>
                  <a:ext uri="{0D108BD9-81ED-4DB2-BD59-A6C34878D82A}">
                    <a16:rowId xmlns:a16="http://schemas.microsoft.com/office/drawing/2014/main" xmlns="" val="3608009573"/>
                  </a:ext>
                </a:extLst>
              </a:tr>
            </a:tbl>
          </a:graphicData>
        </a:graphic>
      </p:graphicFrame>
      <p:sp>
        <p:nvSpPr>
          <p:cNvPr id="2" name="TextBox 1">
            <a:extLst>
              <a:ext uri="{FF2B5EF4-FFF2-40B4-BE49-F238E27FC236}">
                <a16:creationId xmlns:a16="http://schemas.microsoft.com/office/drawing/2014/main" xmlns="" id="{D40A255B-909C-4349-B960-EB00A305DB8F}"/>
              </a:ext>
            </a:extLst>
          </p:cNvPr>
          <p:cNvSpPr txBox="1"/>
          <p:nvPr/>
        </p:nvSpPr>
        <p:spPr>
          <a:xfrm>
            <a:off x="304800" y="235527"/>
            <a:ext cx="900702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Reduced Cost = Cost of original matrix  +  cost of ( </a:t>
            </a:r>
            <a:r>
              <a:rPr lang="en-US" dirty="0" err="1"/>
              <a:t>i</a:t>
            </a:r>
            <a:r>
              <a:rPr lang="en-US" dirty="0"/>
              <a:t> , j )  in original matrix  +  Total cost reduced</a:t>
            </a:r>
          </a:p>
          <a:p>
            <a:r>
              <a:rPr lang="en-US" dirty="0">
                <a:cs typeface="Calibri"/>
              </a:rPr>
              <a:t>         ^                            ^</a:t>
            </a:r>
          </a:p>
          <a:p>
            <a:r>
              <a:rPr lang="en-US" dirty="0">
                <a:cs typeface="Calibri"/>
              </a:rPr>
              <a:t>        C(S)            =          C(R)                 +       A[</a:t>
            </a:r>
            <a:r>
              <a:rPr lang="en-US" dirty="0" err="1">
                <a:cs typeface="Calibri"/>
              </a:rPr>
              <a:t>i</a:t>
            </a:r>
            <a:r>
              <a:rPr lang="en-US" dirty="0">
                <a:cs typeface="Calibri"/>
              </a:rPr>
              <a:t>][j]                                        +               R</a:t>
            </a:r>
          </a:p>
        </p:txBody>
      </p:sp>
      <p:sp>
        <p:nvSpPr>
          <p:cNvPr id="4" name="TextBox 3">
            <a:extLst>
              <a:ext uri="{FF2B5EF4-FFF2-40B4-BE49-F238E27FC236}">
                <a16:creationId xmlns:a16="http://schemas.microsoft.com/office/drawing/2014/main" xmlns="" id="{889362FB-20CF-4FFB-9316-6D9790A0ED66}"/>
              </a:ext>
            </a:extLst>
          </p:cNvPr>
          <p:cNvSpPr txBox="1"/>
          <p:nvPr/>
        </p:nvSpPr>
        <p:spPr>
          <a:xfrm>
            <a:off x="304800" y="1440873"/>
            <a:ext cx="2867890" cy="15558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Path(1-2)</a:t>
            </a:r>
            <a:endParaRPr lang="en-US" sz="2400" dirty="0">
              <a:cs typeface="Calibri"/>
            </a:endParaRPr>
          </a:p>
          <a:p>
            <a:r>
              <a:rPr lang="en-US" sz="2400" dirty="0">
                <a:cs typeface="Calibri"/>
              </a:rPr>
              <a:t>Set 1st row -&gt;∞, </a:t>
            </a:r>
          </a:p>
          <a:p>
            <a:r>
              <a:rPr lang="en-US" sz="2400" dirty="0">
                <a:cs typeface="Calibri"/>
              </a:rPr>
              <a:t>2nd col -&gt; ∞, </a:t>
            </a:r>
          </a:p>
          <a:p>
            <a:r>
              <a:rPr lang="en-US" sz="2400" dirty="0" smtClean="0">
                <a:cs typeface="Calibri"/>
              </a:rPr>
              <a:t>A[2][1] </a:t>
            </a:r>
            <a:r>
              <a:rPr lang="en-US" sz="2400" dirty="0">
                <a:cs typeface="Calibri"/>
              </a:rPr>
              <a:t>-&gt;∞</a:t>
            </a:r>
          </a:p>
        </p:txBody>
      </p:sp>
      <p:sp>
        <p:nvSpPr>
          <p:cNvPr id="6" name="TextBox 5">
            <a:extLst>
              <a:ext uri="{FF2B5EF4-FFF2-40B4-BE49-F238E27FC236}">
                <a16:creationId xmlns:a16="http://schemas.microsoft.com/office/drawing/2014/main" xmlns="" id="{A81FA12E-4528-4EB4-9E08-2741377840AA}"/>
              </a:ext>
            </a:extLst>
          </p:cNvPr>
          <p:cNvSpPr txBox="1"/>
          <p:nvPr/>
        </p:nvSpPr>
        <p:spPr>
          <a:xfrm>
            <a:off x="360218" y="5514109"/>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a:t>
            </a:r>
            <a:endParaRPr lang="en-US" dirty="0"/>
          </a:p>
          <a:p>
            <a:r>
              <a:rPr lang="en-US" dirty="0"/>
              <a:t>C(2) =  C(R)  + A[</a:t>
            </a:r>
            <a:r>
              <a:rPr lang="en-US" dirty="0" err="1"/>
              <a:t>i</a:t>
            </a:r>
            <a:r>
              <a:rPr lang="en-US" dirty="0"/>
              <a:t>][j]  + R</a:t>
            </a:r>
            <a:r>
              <a:rPr lang="en-GB" dirty="0">
                <a:cs typeface="Calibri"/>
              </a:rPr>
              <a:t>​</a:t>
            </a:r>
            <a:endParaRPr lang="en-GB"/>
          </a:p>
          <a:p>
            <a:r>
              <a:rPr lang="en-GB" dirty="0">
                <a:cs typeface="Calibri"/>
              </a:rPr>
              <a:t>          = 14 + 3 + 0</a:t>
            </a:r>
          </a:p>
          <a:p>
            <a:r>
              <a:rPr lang="en-GB" dirty="0">
                <a:cs typeface="Calibri"/>
              </a:rPr>
              <a:t>           =  17</a:t>
            </a:r>
          </a:p>
        </p:txBody>
      </p:sp>
      <p:graphicFrame>
        <p:nvGraphicFramePr>
          <p:cNvPr id="7" name="Table 6">
            <a:extLst>
              <a:ext uri="{FF2B5EF4-FFF2-40B4-BE49-F238E27FC236}">
                <a16:creationId xmlns:a16="http://schemas.microsoft.com/office/drawing/2014/main" xmlns="" id="{4ADA514F-5BEF-4989-941B-D78FF40FA0D0}"/>
              </a:ext>
            </a:extLst>
          </p:cNvPr>
          <p:cNvGraphicFramePr>
            <a:graphicFrameLocks noGrp="1"/>
          </p:cNvGraphicFramePr>
          <p:nvPr>
            <p:extLst>
              <p:ext uri="{D42A27DB-BD31-4B8C-83A1-F6EECF244321}">
                <p14:modId xmlns:p14="http://schemas.microsoft.com/office/powerpoint/2010/main" val="1416181759"/>
              </p:ext>
            </p:extLst>
          </p:nvPr>
        </p:nvGraphicFramePr>
        <p:xfrm>
          <a:off x="8218514" y="3299321"/>
          <a:ext cx="3784100" cy="2008905"/>
        </p:xfrm>
        <a:graphic>
          <a:graphicData uri="http://schemas.openxmlformats.org/drawingml/2006/table">
            <a:tbl>
              <a:tblPr firstRow="1" bandRow="1">
                <a:tableStyleId>{5C22544A-7EE6-4342-B048-85BDC9FD1C3A}</a:tableStyleId>
              </a:tblPr>
              <a:tblGrid>
                <a:gridCol w="756820">
                  <a:extLst>
                    <a:ext uri="{9D8B030D-6E8A-4147-A177-3AD203B41FA5}">
                      <a16:colId xmlns:a16="http://schemas.microsoft.com/office/drawing/2014/main" xmlns="" val="3129773275"/>
                    </a:ext>
                  </a:extLst>
                </a:gridCol>
                <a:gridCol w="756820">
                  <a:extLst>
                    <a:ext uri="{9D8B030D-6E8A-4147-A177-3AD203B41FA5}">
                      <a16:colId xmlns:a16="http://schemas.microsoft.com/office/drawing/2014/main" xmlns="" val="4184360696"/>
                    </a:ext>
                  </a:extLst>
                </a:gridCol>
                <a:gridCol w="756820">
                  <a:extLst>
                    <a:ext uri="{9D8B030D-6E8A-4147-A177-3AD203B41FA5}">
                      <a16:colId xmlns:a16="http://schemas.microsoft.com/office/drawing/2014/main" xmlns="" val="1099004319"/>
                    </a:ext>
                  </a:extLst>
                </a:gridCol>
                <a:gridCol w="756820">
                  <a:extLst>
                    <a:ext uri="{9D8B030D-6E8A-4147-A177-3AD203B41FA5}">
                      <a16:colId xmlns:a16="http://schemas.microsoft.com/office/drawing/2014/main" xmlns="" val="3379355694"/>
                    </a:ext>
                  </a:extLst>
                </a:gridCol>
                <a:gridCol w="756820">
                  <a:extLst>
                    <a:ext uri="{9D8B030D-6E8A-4147-A177-3AD203B41FA5}">
                      <a16:colId xmlns:a16="http://schemas.microsoft.com/office/drawing/2014/main" xmlns="" val="3728880405"/>
                    </a:ext>
                  </a:extLst>
                </a:gridCol>
              </a:tblGrid>
              <a:tr h="401781">
                <a:tc>
                  <a:txBody>
                    <a:bodyPr/>
                    <a:lstStyle/>
                    <a:p>
                      <a:pPr algn="ctr"/>
                      <a:endParaRPr lang="en-GB">
                        <a:solidFill>
                          <a:schemeClr val="tx1"/>
                        </a:solidFill>
                      </a:endParaRPr>
                    </a:p>
                  </a:txBody>
                  <a:tcPr/>
                </a:tc>
                <a:tc>
                  <a:txBody>
                    <a:bodyPr/>
                    <a:lstStyle/>
                    <a:p>
                      <a:pPr algn="ctr"/>
                      <a:r>
                        <a:rPr lang="en-GB" dirty="0">
                          <a:solidFill>
                            <a:schemeClr val="tx1"/>
                          </a:solidFill>
                        </a:rPr>
                        <a:t>1</a:t>
                      </a:r>
                    </a:p>
                  </a:txBody>
                  <a:tcPr/>
                </a:tc>
                <a:tc>
                  <a:txBody>
                    <a:bodyPr/>
                    <a:lstStyle/>
                    <a:p>
                      <a:pPr algn="ctr"/>
                      <a:r>
                        <a:rPr lang="en-GB" dirty="0">
                          <a:solidFill>
                            <a:schemeClr val="tx1"/>
                          </a:solidFill>
                        </a:rPr>
                        <a:t>2</a:t>
                      </a:r>
                    </a:p>
                  </a:txBody>
                  <a:tcPr/>
                </a:tc>
                <a:tc>
                  <a:txBody>
                    <a:bodyPr/>
                    <a:lstStyle/>
                    <a:p>
                      <a:pPr algn="ctr"/>
                      <a:r>
                        <a:rPr lang="en-GB" dirty="0">
                          <a:solidFill>
                            <a:schemeClr val="tx1"/>
                          </a:solidFill>
                        </a:rPr>
                        <a:t>3</a:t>
                      </a:r>
                    </a:p>
                  </a:txBody>
                  <a:tcPr/>
                </a:tc>
                <a:tc>
                  <a:txBody>
                    <a:bodyPr/>
                    <a:lstStyle/>
                    <a:p>
                      <a:pPr algn="ctr"/>
                      <a:r>
                        <a:rPr lang="en-GB" dirty="0">
                          <a:solidFill>
                            <a:schemeClr val="tx1"/>
                          </a:solidFill>
                        </a:rPr>
                        <a:t>4</a:t>
                      </a:r>
                    </a:p>
                  </a:txBody>
                  <a:tcPr/>
                </a:tc>
                <a:extLst>
                  <a:ext uri="{0D108BD9-81ED-4DB2-BD59-A6C34878D82A}">
                    <a16:rowId xmlns:a16="http://schemas.microsoft.com/office/drawing/2014/main" xmlns="" val="4224596847"/>
                  </a:ext>
                </a:extLst>
              </a:tr>
              <a:tr h="401781">
                <a:tc>
                  <a:txBody>
                    <a:bodyPr/>
                    <a:lstStyle/>
                    <a:p>
                      <a:pPr algn="ctr"/>
                      <a:r>
                        <a:rPr lang="en-GB" dirty="0">
                          <a:solidFill>
                            <a:schemeClr val="tx1"/>
                          </a:solidFill>
                        </a:rPr>
                        <a:t>1</a:t>
                      </a:r>
                    </a:p>
                  </a:txBody>
                  <a:tcPr/>
                </a:tc>
                <a:tc>
                  <a:txBody>
                    <a:bodyPr/>
                    <a:lstStyle/>
                    <a:p>
                      <a:pPr lvl="0" algn="ctr">
                        <a:buNone/>
                      </a:pPr>
                      <a:r>
                        <a:rPr lang="en-GB" dirty="0">
                          <a:solidFill>
                            <a:schemeClr val="tx1"/>
                          </a:solidFill>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extLst>
                  <a:ext uri="{0D108BD9-81ED-4DB2-BD59-A6C34878D82A}">
                    <a16:rowId xmlns:a16="http://schemas.microsoft.com/office/drawing/2014/main" xmlns="" val="758999052"/>
                  </a:ext>
                </a:extLst>
              </a:tr>
              <a:tr h="401781">
                <a:tc>
                  <a:txBody>
                    <a:bodyPr/>
                    <a:lstStyle/>
                    <a:p>
                      <a:pPr algn="ctr"/>
                      <a:r>
                        <a:rPr lang="en-GB" dirty="0">
                          <a:solidFill>
                            <a:schemeClr val="tx1"/>
                          </a:solidFill>
                        </a:rPr>
                        <a:t>2</a:t>
                      </a:r>
                    </a:p>
                  </a:txBody>
                  <a:tcPr/>
                </a:tc>
                <a:tc>
                  <a:txBody>
                    <a:bodyPr/>
                    <a:lstStyle/>
                    <a:p>
                      <a:pPr algn="ctr"/>
                      <a:r>
                        <a:rPr lang="en-GB" dirty="0">
                          <a:solidFill>
                            <a:schemeClr val="tx1"/>
                          </a:solidFill>
                        </a:rPr>
                        <a:t>1</a:t>
                      </a:r>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rPr>
                        <a:t>∞</a:t>
                      </a:r>
                      <a:endParaRPr lang="en-GB" sz="1800" b="0" i="0" u="none" strike="noStrike" noProof="0" dirty="0"/>
                    </a:p>
                  </a:txBody>
                  <a:tcPr/>
                </a:tc>
                <a:tc>
                  <a:txBody>
                    <a:bodyPr/>
                    <a:lstStyle/>
                    <a:p>
                      <a:pPr algn="ctr"/>
                      <a:r>
                        <a:rPr lang="en-GB" dirty="0">
                          <a:solidFill>
                            <a:schemeClr val="tx1"/>
                          </a:solidFill>
                        </a:rPr>
                        <a:t>0</a:t>
                      </a:r>
                    </a:p>
                  </a:txBody>
                  <a:tcPr/>
                </a:tc>
                <a:tc>
                  <a:txBody>
                    <a:bodyPr/>
                    <a:lstStyle/>
                    <a:p>
                      <a:pPr lvl="0" algn="ctr">
                        <a:buNone/>
                      </a:pPr>
                      <a:r>
                        <a:rPr lang="en-GB" sz="1800" b="0" i="0" u="none" strike="noStrike" noProof="0" dirty="0">
                          <a:solidFill>
                            <a:schemeClr val="tx1"/>
                          </a:solidFill>
                        </a:rPr>
                        <a:t>∞</a:t>
                      </a:r>
                      <a:endParaRPr lang="en-US"/>
                    </a:p>
                  </a:txBody>
                  <a:tcPr/>
                </a:tc>
                <a:extLst>
                  <a:ext uri="{0D108BD9-81ED-4DB2-BD59-A6C34878D82A}">
                    <a16:rowId xmlns:a16="http://schemas.microsoft.com/office/drawing/2014/main" xmlns="" val="1319699744"/>
                  </a:ext>
                </a:extLst>
              </a:tr>
              <a:tr h="401781">
                <a:tc>
                  <a:txBody>
                    <a:bodyPr/>
                    <a:lstStyle/>
                    <a:p>
                      <a:pPr algn="ctr"/>
                      <a:r>
                        <a:rPr lang="en-GB" dirty="0">
                          <a:solidFill>
                            <a:schemeClr val="tx1"/>
                          </a:solidFill>
                        </a:rPr>
                        <a:t>3</a:t>
                      </a:r>
                    </a:p>
                  </a:txBody>
                  <a:tcPr/>
                </a:tc>
                <a:tc>
                  <a:txBody>
                    <a:bodyPr/>
                    <a:lstStyle/>
                    <a:p>
                      <a:pPr algn="ctr"/>
                      <a:r>
                        <a:rPr lang="en-GB" dirty="0">
                          <a:solidFill>
                            <a:schemeClr val="tx1"/>
                          </a:solidFill>
                        </a:rPr>
                        <a:t>1</a:t>
                      </a:r>
                    </a:p>
                  </a:txBody>
                  <a:tcPr/>
                </a:tc>
                <a:tc>
                  <a:txBody>
                    <a:bodyPr/>
                    <a:lstStyle/>
                    <a:p>
                      <a:pPr algn="ctr"/>
                      <a:r>
                        <a:rPr lang="en-GB" dirty="0">
                          <a:solidFill>
                            <a:schemeClr val="tx1"/>
                          </a:solidFill>
                        </a:rPr>
                        <a:t>0</a:t>
                      </a:r>
                    </a:p>
                  </a:txBody>
                  <a:tcPr/>
                </a:tc>
                <a:tc>
                  <a:txBody>
                    <a:bodyPr/>
                    <a:lstStyle/>
                    <a:p>
                      <a:pPr lvl="0" algn="ctr">
                        <a:buNone/>
                      </a:pPr>
                      <a:r>
                        <a:rPr lang="en-GB" sz="1800" b="0" i="0" u="none" strike="noStrike" noProof="0" dirty="0">
                          <a:solidFill>
                            <a:schemeClr val="tx1"/>
                          </a:solidFill>
                        </a:rPr>
                        <a:t>∞</a:t>
                      </a:r>
                      <a:endParaRPr lang="en-US" dirty="0"/>
                    </a:p>
                  </a:txBody>
                  <a:tcPr/>
                </a:tc>
                <a:tc>
                  <a:txBody>
                    <a:bodyPr/>
                    <a:lstStyle/>
                    <a:p>
                      <a:pPr lvl="0" algn="ctr">
                        <a:buNone/>
                      </a:pPr>
                      <a:r>
                        <a:rPr lang="en-GB" sz="1800" b="0" i="0" u="none" strike="noStrike" noProof="0" dirty="0">
                          <a:solidFill>
                            <a:schemeClr val="tx1"/>
                          </a:solidFill>
                          <a:latin typeface="Calibri"/>
                        </a:rPr>
                        <a:t>∞</a:t>
                      </a:r>
                      <a:endParaRPr lang="en-US"/>
                    </a:p>
                  </a:txBody>
                  <a:tcPr/>
                </a:tc>
                <a:extLst>
                  <a:ext uri="{0D108BD9-81ED-4DB2-BD59-A6C34878D82A}">
                    <a16:rowId xmlns:a16="http://schemas.microsoft.com/office/drawing/2014/main" xmlns="" val="1920493367"/>
                  </a:ext>
                </a:extLst>
              </a:tr>
              <a:tr h="401781">
                <a:tc>
                  <a:txBody>
                    <a:bodyPr/>
                    <a:lstStyle/>
                    <a:p>
                      <a:pPr algn="ctr"/>
                      <a:r>
                        <a:rPr lang="en-GB" dirty="0">
                          <a:solidFill>
                            <a:schemeClr val="tx1"/>
                          </a:solidFill>
                        </a:rPr>
                        <a:t>4</a:t>
                      </a:r>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latin typeface="Calibri"/>
                        </a:rPr>
                        <a:t>∞</a:t>
                      </a:r>
                      <a:endParaRPr lang="en-GB" sz="1800" b="0" i="0" u="none" strike="noStrike" noProof="0" dirty="0">
                        <a:latin typeface="Calibri"/>
                      </a:endParaRPr>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2</a:t>
                      </a:r>
                    </a:p>
                  </a:txBody>
                  <a:tcPr/>
                </a:tc>
                <a:tc>
                  <a:txBody>
                    <a:bodyPr/>
                    <a:lstStyle/>
                    <a:p>
                      <a:pPr lvl="0" algn="ctr">
                        <a:buNone/>
                      </a:pPr>
                      <a:r>
                        <a:rPr lang="en-GB" sz="1800" b="0" i="0" u="none" strike="noStrike" noProof="0" dirty="0">
                          <a:solidFill>
                            <a:schemeClr val="tx1"/>
                          </a:solidFill>
                          <a:latin typeface="Calibri"/>
                        </a:rPr>
                        <a:t>∞</a:t>
                      </a:r>
                      <a:endParaRPr lang="en-US"/>
                    </a:p>
                  </a:txBody>
                  <a:tcPr/>
                </a:tc>
                <a:extLst>
                  <a:ext uri="{0D108BD9-81ED-4DB2-BD59-A6C34878D82A}">
                    <a16:rowId xmlns:a16="http://schemas.microsoft.com/office/drawing/2014/main" xmlns="" val="3608009573"/>
                  </a:ext>
                </a:extLst>
              </a:tr>
            </a:tbl>
          </a:graphicData>
        </a:graphic>
      </p:graphicFrame>
      <p:sp>
        <p:nvSpPr>
          <p:cNvPr id="8" name="TextBox 7">
            <a:extLst>
              <a:ext uri="{FF2B5EF4-FFF2-40B4-BE49-F238E27FC236}">
                <a16:creationId xmlns:a16="http://schemas.microsoft.com/office/drawing/2014/main" xmlns="" id="{9FD9C8A4-F687-4C0E-B120-343A1EAD29F0}"/>
              </a:ext>
            </a:extLst>
          </p:cNvPr>
          <p:cNvSpPr txBox="1"/>
          <p:nvPr/>
        </p:nvSpPr>
        <p:spPr>
          <a:xfrm>
            <a:off x="4308764" y="1440872"/>
            <a:ext cx="274320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cs typeface="Segoe UI"/>
              </a:rPr>
              <a:t>Path(1-3)​</a:t>
            </a:r>
          </a:p>
          <a:p>
            <a:r>
              <a:rPr lang="en-US" sz="2400" dirty="0">
                <a:cs typeface="Segoe UI"/>
              </a:rPr>
              <a:t>Set 1st row -&gt;∞, ​</a:t>
            </a:r>
          </a:p>
          <a:p>
            <a:r>
              <a:rPr lang="en-US" sz="2400" dirty="0">
                <a:cs typeface="Segoe UI"/>
              </a:rPr>
              <a:t>3rd col -&gt; ∞, ​</a:t>
            </a:r>
          </a:p>
          <a:p>
            <a:r>
              <a:rPr lang="en-US" sz="2400" dirty="0">
                <a:cs typeface="Segoe UI"/>
              </a:rPr>
              <a:t>A[3][1] -&gt;∞​</a:t>
            </a:r>
          </a:p>
        </p:txBody>
      </p:sp>
      <p:sp>
        <p:nvSpPr>
          <p:cNvPr id="9" name="TextBox 8">
            <a:extLst>
              <a:ext uri="{FF2B5EF4-FFF2-40B4-BE49-F238E27FC236}">
                <a16:creationId xmlns:a16="http://schemas.microsoft.com/office/drawing/2014/main" xmlns="" id="{FAA6EBBA-E8AE-473F-AF76-4C389A83C305}"/>
              </a:ext>
            </a:extLst>
          </p:cNvPr>
          <p:cNvSpPr txBox="1"/>
          <p:nvPr/>
        </p:nvSpPr>
        <p:spPr>
          <a:xfrm>
            <a:off x="4433455" y="5514109"/>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Segoe UI"/>
              </a:rPr>
              <a:t>^</a:t>
            </a:r>
          </a:p>
          <a:p>
            <a:r>
              <a:rPr lang="en-US" dirty="0">
                <a:cs typeface="Segoe UI"/>
              </a:rPr>
              <a:t>C(3) =  C(R)  + A[</a:t>
            </a:r>
            <a:r>
              <a:rPr lang="en-US" dirty="0" err="1">
                <a:cs typeface="Segoe UI"/>
              </a:rPr>
              <a:t>i</a:t>
            </a:r>
            <a:r>
              <a:rPr lang="en-US" dirty="0">
                <a:cs typeface="Segoe UI"/>
              </a:rPr>
              <a:t>][j]  + R</a:t>
            </a:r>
            <a:r>
              <a:rPr lang="en-GB" dirty="0">
                <a:cs typeface="Segoe UI"/>
              </a:rPr>
              <a:t>​</a:t>
            </a:r>
            <a:r>
              <a:rPr lang="en-US" dirty="0">
                <a:cs typeface="Segoe UI"/>
              </a:rPr>
              <a:t>​</a:t>
            </a:r>
            <a:endParaRPr lang="en-US"/>
          </a:p>
          <a:p>
            <a:r>
              <a:rPr lang="en-GB" dirty="0">
                <a:cs typeface="Segoe UI"/>
              </a:rPr>
              <a:t>          = 14 + 0 + 0</a:t>
            </a:r>
            <a:r>
              <a:rPr lang="en-US" dirty="0">
                <a:cs typeface="Segoe UI"/>
              </a:rPr>
              <a:t>​</a:t>
            </a:r>
          </a:p>
          <a:p>
            <a:r>
              <a:rPr lang="en-GB" dirty="0">
                <a:cs typeface="Segoe UI"/>
              </a:rPr>
              <a:t>           =  14</a:t>
            </a:r>
            <a:endParaRPr lang="en-US" dirty="0">
              <a:cs typeface="Segoe UI"/>
            </a:endParaRPr>
          </a:p>
        </p:txBody>
      </p:sp>
      <p:sp>
        <p:nvSpPr>
          <p:cNvPr id="10" name="TextBox 9">
            <a:extLst>
              <a:ext uri="{FF2B5EF4-FFF2-40B4-BE49-F238E27FC236}">
                <a16:creationId xmlns:a16="http://schemas.microsoft.com/office/drawing/2014/main" xmlns="" id="{4A46C11C-3A46-4A3B-82AA-701075916102}"/>
              </a:ext>
            </a:extLst>
          </p:cNvPr>
          <p:cNvSpPr txBox="1"/>
          <p:nvPr/>
        </p:nvSpPr>
        <p:spPr>
          <a:xfrm>
            <a:off x="8285018" y="1656533"/>
            <a:ext cx="274320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cs typeface="Segoe UI"/>
              </a:rPr>
              <a:t>Path(1-4)​​</a:t>
            </a:r>
          </a:p>
          <a:p>
            <a:r>
              <a:rPr lang="en-US" sz="2400" dirty="0">
                <a:cs typeface="Segoe UI"/>
              </a:rPr>
              <a:t>Set 1st row -&gt;∞, ​​</a:t>
            </a:r>
          </a:p>
          <a:p>
            <a:r>
              <a:rPr lang="en-US" sz="2400" dirty="0">
                <a:cs typeface="Segoe UI"/>
              </a:rPr>
              <a:t>4th col -&gt; ∞, ​​</a:t>
            </a:r>
          </a:p>
          <a:p>
            <a:r>
              <a:rPr lang="en-US" sz="2400" dirty="0">
                <a:cs typeface="Segoe UI"/>
              </a:rPr>
              <a:t>A[4][1] -&gt;∞​​</a:t>
            </a:r>
          </a:p>
        </p:txBody>
      </p:sp>
      <p:sp>
        <p:nvSpPr>
          <p:cNvPr id="11" name="TextBox 10">
            <a:extLst>
              <a:ext uri="{FF2B5EF4-FFF2-40B4-BE49-F238E27FC236}">
                <a16:creationId xmlns:a16="http://schemas.microsoft.com/office/drawing/2014/main" xmlns="" id="{5973432B-D569-4527-BE4D-B728D810B8DD}"/>
              </a:ext>
            </a:extLst>
          </p:cNvPr>
          <p:cNvSpPr txBox="1"/>
          <p:nvPr/>
        </p:nvSpPr>
        <p:spPr>
          <a:xfrm>
            <a:off x="8340436" y="5417127"/>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Segoe UI"/>
              </a:rPr>
              <a:t>^​</a:t>
            </a:r>
          </a:p>
          <a:p>
            <a:r>
              <a:rPr lang="en-US" dirty="0">
                <a:cs typeface="Segoe UI"/>
              </a:rPr>
              <a:t>C(4) =  C(R)  + A[</a:t>
            </a:r>
            <a:r>
              <a:rPr lang="en-US" dirty="0" err="1">
                <a:cs typeface="Segoe UI"/>
              </a:rPr>
              <a:t>i</a:t>
            </a:r>
            <a:r>
              <a:rPr lang="en-US" dirty="0">
                <a:cs typeface="Segoe UI"/>
              </a:rPr>
              <a:t>][j]  + R</a:t>
            </a:r>
            <a:r>
              <a:rPr lang="en-GB" dirty="0">
                <a:cs typeface="Segoe UI"/>
              </a:rPr>
              <a:t>​</a:t>
            </a:r>
            <a:r>
              <a:rPr lang="en-US" dirty="0">
                <a:cs typeface="Segoe UI"/>
              </a:rPr>
              <a:t>​​</a:t>
            </a:r>
          </a:p>
          <a:p>
            <a:r>
              <a:rPr lang="en-GB" dirty="0">
                <a:cs typeface="Segoe UI"/>
              </a:rPr>
              <a:t>          = 14 + 0 + </a:t>
            </a:r>
            <a:r>
              <a:rPr lang="en-US" dirty="0">
                <a:cs typeface="Segoe UI"/>
              </a:rPr>
              <a:t>1</a:t>
            </a:r>
          </a:p>
          <a:p>
            <a:r>
              <a:rPr lang="en-GB" dirty="0">
                <a:cs typeface="Segoe UI"/>
              </a:rPr>
              <a:t>           =  15</a:t>
            </a:r>
          </a:p>
        </p:txBody>
      </p:sp>
      <p:graphicFrame>
        <p:nvGraphicFramePr>
          <p:cNvPr id="13" name="Table 12">
            <a:extLst>
              <a:ext uri="{FF2B5EF4-FFF2-40B4-BE49-F238E27FC236}">
                <a16:creationId xmlns:a16="http://schemas.microsoft.com/office/drawing/2014/main" xmlns="" id="{D8DDB0E1-D62F-4648-9B37-D2B9478A8709}"/>
              </a:ext>
            </a:extLst>
          </p:cNvPr>
          <p:cNvGraphicFramePr>
            <a:graphicFrameLocks noGrp="1"/>
          </p:cNvGraphicFramePr>
          <p:nvPr>
            <p:extLst>
              <p:ext uri="{D42A27DB-BD31-4B8C-83A1-F6EECF244321}">
                <p14:modId xmlns:p14="http://schemas.microsoft.com/office/powerpoint/2010/main" val="3651811862"/>
              </p:ext>
            </p:extLst>
          </p:nvPr>
        </p:nvGraphicFramePr>
        <p:xfrm>
          <a:off x="9802116" y="157476"/>
          <a:ext cx="2284215" cy="1828800"/>
        </p:xfrm>
        <a:graphic>
          <a:graphicData uri="http://schemas.openxmlformats.org/drawingml/2006/table">
            <a:tbl>
              <a:tblPr firstRow="1" bandRow="1">
                <a:tableStyleId>{5C22544A-7EE6-4342-B048-85BDC9FD1C3A}</a:tableStyleId>
              </a:tblPr>
              <a:tblGrid>
                <a:gridCol w="456843">
                  <a:extLst>
                    <a:ext uri="{9D8B030D-6E8A-4147-A177-3AD203B41FA5}">
                      <a16:colId xmlns:a16="http://schemas.microsoft.com/office/drawing/2014/main" xmlns="" val="3129773275"/>
                    </a:ext>
                  </a:extLst>
                </a:gridCol>
                <a:gridCol w="456843">
                  <a:extLst>
                    <a:ext uri="{9D8B030D-6E8A-4147-A177-3AD203B41FA5}">
                      <a16:colId xmlns:a16="http://schemas.microsoft.com/office/drawing/2014/main" xmlns="" val="4184360696"/>
                    </a:ext>
                  </a:extLst>
                </a:gridCol>
                <a:gridCol w="456843">
                  <a:extLst>
                    <a:ext uri="{9D8B030D-6E8A-4147-A177-3AD203B41FA5}">
                      <a16:colId xmlns:a16="http://schemas.microsoft.com/office/drawing/2014/main" xmlns="" val="1099004319"/>
                    </a:ext>
                  </a:extLst>
                </a:gridCol>
                <a:gridCol w="456843">
                  <a:extLst>
                    <a:ext uri="{9D8B030D-6E8A-4147-A177-3AD203B41FA5}">
                      <a16:colId xmlns:a16="http://schemas.microsoft.com/office/drawing/2014/main" xmlns="" val="3379355694"/>
                    </a:ext>
                  </a:extLst>
                </a:gridCol>
                <a:gridCol w="456843">
                  <a:extLst>
                    <a:ext uri="{9D8B030D-6E8A-4147-A177-3AD203B41FA5}">
                      <a16:colId xmlns:a16="http://schemas.microsoft.com/office/drawing/2014/main" xmlns="" val="3728880405"/>
                    </a:ext>
                  </a:extLst>
                </a:gridCol>
              </a:tblGrid>
              <a:tr h="342900">
                <a:tc>
                  <a:txBody>
                    <a:bodyPr/>
                    <a:lstStyle/>
                    <a:p>
                      <a:pPr algn="ctr"/>
                      <a:endParaRPr lang="en-GB">
                        <a:solidFill>
                          <a:schemeClr val="tx1"/>
                        </a:solidFill>
                      </a:endParaRPr>
                    </a:p>
                  </a:txBody>
                  <a:tcPr/>
                </a:tc>
                <a:tc>
                  <a:txBody>
                    <a:bodyPr/>
                    <a:lstStyle/>
                    <a:p>
                      <a:pPr algn="ctr"/>
                      <a:r>
                        <a:rPr lang="en-GB" dirty="0">
                          <a:solidFill>
                            <a:schemeClr val="tx1"/>
                          </a:solidFill>
                        </a:rPr>
                        <a:t>1</a:t>
                      </a:r>
                    </a:p>
                  </a:txBody>
                  <a:tcPr/>
                </a:tc>
                <a:tc>
                  <a:txBody>
                    <a:bodyPr/>
                    <a:lstStyle/>
                    <a:p>
                      <a:pPr algn="ctr"/>
                      <a:r>
                        <a:rPr lang="en-GB" dirty="0">
                          <a:solidFill>
                            <a:schemeClr val="tx1"/>
                          </a:solidFill>
                        </a:rPr>
                        <a:t>2</a:t>
                      </a:r>
                    </a:p>
                  </a:txBody>
                  <a:tcPr/>
                </a:tc>
                <a:tc>
                  <a:txBody>
                    <a:bodyPr/>
                    <a:lstStyle/>
                    <a:p>
                      <a:pPr algn="ctr"/>
                      <a:r>
                        <a:rPr lang="en-GB" dirty="0">
                          <a:solidFill>
                            <a:schemeClr val="tx1"/>
                          </a:solidFill>
                        </a:rPr>
                        <a:t>3</a:t>
                      </a:r>
                    </a:p>
                  </a:txBody>
                  <a:tcPr/>
                </a:tc>
                <a:tc>
                  <a:txBody>
                    <a:bodyPr/>
                    <a:lstStyle/>
                    <a:p>
                      <a:pPr algn="ctr"/>
                      <a:r>
                        <a:rPr lang="en-GB" dirty="0">
                          <a:solidFill>
                            <a:schemeClr val="tx1"/>
                          </a:solidFill>
                        </a:rPr>
                        <a:t>4</a:t>
                      </a:r>
                    </a:p>
                  </a:txBody>
                  <a:tcPr/>
                </a:tc>
                <a:extLst>
                  <a:ext uri="{0D108BD9-81ED-4DB2-BD59-A6C34878D82A}">
                    <a16:rowId xmlns:a16="http://schemas.microsoft.com/office/drawing/2014/main" xmlns="" val="4224596847"/>
                  </a:ext>
                </a:extLst>
              </a:tr>
              <a:tr h="342900">
                <a:tc>
                  <a:txBody>
                    <a:bodyPr/>
                    <a:lstStyle/>
                    <a:p>
                      <a:pPr algn="ctr"/>
                      <a:r>
                        <a:rPr lang="en-GB" dirty="0">
                          <a:solidFill>
                            <a:schemeClr val="tx1"/>
                          </a:solidFill>
                        </a:rPr>
                        <a:t>1</a:t>
                      </a:r>
                    </a:p>
                  </a:txBody>
                  <a:tcPr/>
                </a:tc>
                <a:tc>
                  <a:txBody>
                    <a:bodyPr/>
                    <a:lstStyle/>
                    <a:p>
                      <a:pPr lvl="0" algn="ctr">
                        <a:buNone/>
                      </a:pPr>
                      <a:r>
                        <a:rPr lang="en-GB" sz="1800" b="0" i="0" u="none" strike="noStrike" noProof="0" dirty="0">
                          <a:solidFill>
                            <a:schemeClr val="tx1"/>
                          </a:solidFill>
                          <a:latin typeface="Calibri"/>
                        </a:rPr>
                        <a:t>∞</a:t>
                      </a:r>
                      <a:endParaRPr lang="en-US" dirty="0"/>
                    </a:p>
                  </a:txBody>
                  <a:tcPr/>
                </a:tc>
                <a:tc>
                  <a:txBody>
                    <a:bodyPr/>
                    <a:lstStyle/>
                    <a:p>
                      <a:pPr algn="ctr"/>
                      <a:r>
                        <a:rPr lang="en-GB" dirty="0">
                          <a:solidFill>
                            <a:schemeClr val="tx1"/>
                          </a:solidFill>
                        </a:rPr>
                        <a:t>3</a:t>
                      </a:r>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0</a:t>
                      </a:r>
                    </a:p>
                  </a:txBody>
                  <a:tcPr/>
                </a:tc>
                <a:extLst>
                  <a:ext uri="{0D108BD9-81ED-4DB2-BD59-A6C34878D82A}">
                    <a16:rowId xmlns:a16="http://schemas.microsoft.com/office/drawing/2014/main" xmlns="" val="758999052"/>
                  </a:ext>
                </a:extLst>
              </a:tr>
              <a:tr h="342900">
                <a:tc>
                  <a:txBody>
                    <a:bodyPr/>
                    <a:lstStyle/>
                    <a:p>
                      <a:pPr algn="ctr"/>
                      <a:r>
                        <a:rPr lang="en-GB" dirty="0">
                          <a:solidFill>
                            <a:schemeClr val="tx1"/>
                          </a:solidFill>
                        </a:rPr>
                        <a:t>2</a:t>
                      </a:r>
                    </a:p>
                  </a:txBody>
                  <a:tcPr/>
                </a:tc>
                <a:tc>
                  <a:txBody>
                    <a:bodyPr/>
                    <a:lstStyle/>
                    <a:p>
                      <a:pPr algn="ctr"/>
                      <a:r>
                        <a:rPr lang="en-GB" dirty="0">
                          <a:solidFill>
                            <a:schemeClr val="tx1"/>
                          </a:solidFill>
                        </a:rPr>
                        <a:t>1</a:t>
                      </a:r>
                    </a:p>
                  </a:txBody>
                  <a:tcPr/>
                </a:tc>
                <a:tc>
                  <a:txBody>
                    <a:bodyPr/>
                    <a:lstStyle/>
                    <a:p>
                      <a:pPr lvl="0" algn="ctr">
                        <a:buNone/>
                      </a:pPr>
                      <a:r>
                        <a:rPr lang="en-GB" sz="1800" b="0" i="0" u="none" strike="noStrike" noProof="0" dirty="0">
                          <a:solidFill>
                            <a:schemeClr val="tx1"/>
                          </a:solidFill>
                        </a:rPr>
                        <a:t>∞</a:t>
                      </a:r>
                      <a:endParaRPr lang="en-US" dirty="0"/>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0</a:t>
                      </a:r>
                    </a:p>
                  </a:txBody>
                  <a:tcPr/>
                </a:tc>
                <a:extLst>
                  <a:ext uri="{0D108BD9-81ED-4DB2-BD59-A6C34878D82A}">
                    <a16:rowId xmlns:a16="http://schemas.microsoft.com/office/drawing/2014/main" xmlns="" val="1319699744"/>
                  </a:ext>
                </a:extLst>
              </a:tr>
              <a:tr h="342900">
                <a:tc>
                  <a:txBody>
                    <a:bodyPr/>
                    <a:lstStyle/>
                    <a:p>
                      <a:pPr algn="ctr"/>
                      <a:r>
                        <a:rPr lang="en-GB" dirty="0">
                          <a:solidFill>
                            <a:schemeClr val="tx1"/>
                          </a:solidFill>
                        </a:rPr>
                        <a:t>3</a:t>
                      </a:r>
                    </a:p>
                  </a:txBody>
                  <a:tcPr/>
                </a:tc>
                <a:tc>
                  <a:txBody>
                    <a:bodyPr/>
                    <a:lstStyle/>
                    <a:p>
                      <a:pPr algn="ctr"/>
                      <a:r>
                        <a:rPr lang="en-GB" dirty="0">
                          <a:solidFill>
                            <a:schemeClr val="tx1"/>
                          </a:solidFill>
                        </a:rPr>
                        <a:t>1</a:t>
                      </a:r>
                    </a:p>
                  </a:txBody>
                  <a:tcPr/>
                </a:tc>
                <a:tc>
                  <a:txBody>
                    <a:bodyPr/>
                    <a:lstStyle/>
                    <a:p>
                      <a:pPr algn="ctr"/>
                      <a:r>
                        <a:rPr lang="en-GB" dirty="0">
                          <a:solidFill>
                            <a:schemeClr val="tx1"/>
                          </a:solidFill>
                        </a:rPr>
                        <a:t>0</a:t>
                      </a:r>
                    </a:p>
                  </a:txBody>
                  <a:tcPr/>
                </a:tc>
                <a:tc>
                  <a:txBody>
                    <a:bodyPr/>
                    <a:lstStyle/>
                    <a:p>
                      <a:pPr lvl="0" algn="ctr">
                        <a:buNone/>
                      </a:pPr>
                      <a:r>
                        <a:rPr lang="en-GB" sz="1800" b="0" i="0" u="none" strike="noStrike" noProof="0" dirty="0">
                          <a:solidFill>
                            <a:schemeClr val="tx1"/>
                          </a:solidFill>
                        </a:rPr>
                        <a:t>∞</a:t>
                      </a:r>
                      <a:endParaRPr lang="en-US" dirty="0"/>
                    </a:p>
                  </a:txBody>
                  <a:tcPr/>
                </a:tc>
                <a:tc>
                  <a:txBody>
                    <a:bodyPr/>
                    <a:lstStyle/>
                    <a:p>
                      <a:pPr algn="ctr"/>
                      <a:r>
                        <a:rPr lang="en-GB" dirty="0">
                          <a:solidFill>
                            <a:schemeClr val="tx1"/>
                          </a:solidFill>
                        </a:rPr>
                        <a:t>0</a:t>
                      </a:r>
                    </a:p>
                  </a:txBody>
                  <a:tcPr/>
                </a:tc>
                <a:extLst>
                  <a:ext uri="{0D108BD9-81ED-4DB2-BD59-A6C34878D82A}">
                    <a16:rowId xmlns:a16="http://schemas.microsoft.com/office/drawing/2014/main" xmlns="" val="1920493367"/>
                  </a:ext>
                </a:extLst>
              </a:tr>
              <a:tr h="342900">
                <a:tc>
                  <a:txBody>
                    <a:bodyPr/>
                    <a:lstStyle/>
                    <a:p>
                      <a:pPr algn="ctr"/>
                      <a:r>
                        <a:rPr lang="en-GB" dirty="0">
                          <a:solidFill>
                            <a:schemeClr val="tx1"/>
                          </a:solidFill>
                        </a:rPr>
                        <a:t>4</a:t>
                      </a:r>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2</a:t>
                      </a:r>
                    </a:p>
                  </a:txBody>
                  <a:tcPr/>
                </a:tc>
                <a:tc>
                  <a:txBody>
                    <a:bodyPr/>
                    <a:lstStyle/>
                    <a:p>
                      <a:pPr lvl="0" algn="ctr">
                        <a:buNone/>
                      </a:pPr>
                      <a:r>
                        <a:rPr lang="en-GB" sz="1800" b="0" i="0" u="none" strike="noStrike" noProof="0" dirty="0">
                          <a:solidFill>
                            <a:schemeClr val="tx1"/>
                          </a:solidFill>
                        </a:rPr>
                        <a:t>∞</a:t>
                      </a:r>
                      <a:endParaRPr lang="en-US" dirty="0"/>
                    </a:p>
                  </a:txBody>
                  <a:tcPr/>
                </a:tc>
                <a:extLst>
                  <a:ext uri="{0D108BD9-81ED-4DB2-BD59-A6C34878D82A}">
                    <a16:rowId xmlns:a16="http://schemas.microsoft.com/office/drawing/2014/main" xmlns="" val="3608009573"/>
                  </a:ext>
                </a:extLst>
              </a:tr>
            </a:tbl>
          </a:graphicData>
        </a:graphic>
      </p:graphicFrame>
    </p:spTree>
    <p:extLst>
      <p:ext uri="{BB962C8B-B14F-4D97-AF65-F5344CB8AC3E}">
        <p14:creationId xmlns:p14="http://schemas.microsoft.com/office/powerpoint/2010/main" val="370936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ppt_x"/>
                                          </p:val>
                                        </p:tav>
                                        <p:tav tm="100000">
                                          <p:val>
                                            <p:strVal val="#ppt_x"/>
                                          </p:val>
                                        </p:tav>
                                      </p:tavLst>
                                    </p:anim>
                                    <p:anim calcmode="lin" valueType="num">
                                      <p:cBhvr additive="base">
                                        <p:cTn id="1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xmlns="" id="{D54361FB-F12C-47E0-A7D6-D93AEEEBDC92}"/>
              </a:ext>
            </a:extLst>
          </p:cNvPr>
          <p:cNvGraphicFramePr>
            <a:graphicFrameLocks noGrp="1"/>
          </p:cNvGraphicFramePr>
          <p:nvPr>
            <p:extLst>
              <p:ext uri="{D42A27DB-BD31-4B8C-83A1-F6EECF244321}">
                <p14:modId xmlns:p14="http://schemas.microsoft.com/office/powerpoint/2010/main" val="2111991514"/>
              </p:ext>
            </p:extLst>
          </p:nvPr>
        </p:nvGraphicFramePr>
        <p:xfrm>
          <a:off x="252151" y="1622921"/>
          <a:ext cx="3784100" cy="2008905"/>
        </p:xfrm>
        <a:graphic>
          <a:graphicData uri="http://schemas.openxmlformats.org/drawingml/2006/table">
            <a:tbl>
              <a:tblPr firstRow="1" bandRow="1">
                <a:tableStyleId>{5C22544A-7EE6-4342-B048-85BDC9FD1C3A}</a:tableStyleId>
              </a:tblPr>
              <a:tblGrid>
                <a:gridCol w="756820">
                  <a:extLst>
                    <a:ext uri="{9D8B030D-6E8A-4147-A177-3AD203B41FA5}">
                      <a16:colId xmlns:a16="http://schemas.microsoft.com/office/drawing/2014/main" xmlns="" val="3129773275"/>
                    </a:ext>
                  </a:extLst>
                </a:gridCol>
                <a:gridCol w="756820">
                  <a:extLst>
                    <a:ext uri="{9D8B030D-6E8A-4147-A177-3AD203B41FA5}">
                      <a16:colId xmlns:a16="http://schemas.microsoft.com/office/drawing/2014/main" xmlns="" val="4184360696"/>
                    </a:ext>
                  </a:extLst>
                </a:gridCol>
                <a:gridCol w="756820">
                  <a:extLst>
                    <a:ext uri="{9D8B030D-6E8A-4147-A177-3AD203B41FA5}">
                      <a16:colId xmlns:a16="http://schemas.microsoft.com/office/drawing/2014/main" xmlns="" val="1099004319"/>
                    </a:ext>
                  </a:extLst>
                </a:gridCol>
                <a:gridCol w="756820">
                  <a:extLst>
                    <a:ext uri="{9D8B030D-6E8A-4147-A177-3AD203B41FA5}">
                      <a16:colId xmlns:a16="http://schemas.microsoft.com/office/drawing/2014/main" xmlns="" val="3379355694"/>
                    </a:ext>
                  </a:extLst>
                </a:gridCol>
                <a:gridCol w="756820">
                  <a:extLst>
                    <a:ext uri="{9D8B030D-6E8A-4147-A177-3AD203B41FA5}">
                      <a16:colId xmlns:a16="http://schemas.microsoft.com/office/drawing/2014/main" xmlns="" val="3728880405"/>
                    </a:ext>
                  </a:extLst>
                </a:gridCol>
              </a:tblGrid>
              <a:tr h="401781">
                <a:tc>
                  <a:txBody>
                    <a:bodyPr/>
                    <a:lstStyle/>
                    <a:p>
                      <a:pPr algn="ctr"/>
                      <a:endParaRPr lang="en-GB">
                        <a:solidFill>
                          <a:schemeClr val="tx1"/>
                        </a:solidFill>
                      </a:endParaRPr>
                    </a:p>
                  </a:txBody>
                  <a:tcPr/>
                </a:tc>
                <a:tc>
                  <a:txBody>
                    <a:bodyPr/>
                    <a:lstStyle/>
                    <a:p>
                      <a:pPr algn="ctr"/>
                      <a:r>
                        <a:rPr lang="en-GB" dirty="0">
                          <a:solidFill>
                            <a:schemeClr val="tx1"/>
                          </a:solidFill>
                        </a:rPr>
                        <a:t>1</a:t>
                      </a:r>
                    </a:p>
                  </a:txBody>
                  <a:tcPr/>
                </a:tc>
                <a:tc>
                  <a:txBody>
                    <a:bodyPr/>
                    <a:lstStyle/>
                    <a:p>
                      <a:pPr algn="ctr"/>
                      <a:r>
                        <a:rPr lang="en-GB" dirty="0">
                          <a:solidFill>
                            <a:schemeClr val="tx1"/>
                          </a:solidFill>
                        </a:rPr>
                        <a:t>2</a:t>
                      </a:r>
                    </a:p>
                  </a:txBody>
                  <a:tcPr/>
                </a:tc>
                <a:tc>
                  <a:txBody>
                    <a:bodyPr/>
                    <a:lstStyle/>
                    <a:p>
                      <a:pPr algn="ctr"/>
                      <a:r>
                        <a:rPr lang="en-GB" dirty="0">
                          <a:solidFill>
                            <a:schemeClr val="tx1"/>
                          </a:solidFill>
                        </a:rPr>
                        <a:t>3</a:t>
                      </a:r>
                    </a:p>
                  </a:txBody>
                  <a:tcPr/>
                </a:tc>
                <a:tc>
                  <a:txBody>
                    <a:bodyPr/>
                    <a:lstStyle/>
                    <a:p>
                      <a:pPr algn="ctr"/>
                      <a:r>
                        <a:rPr lang="en-GB" dirty="0">
                          <a:solidFill>
                            <a:schemeClr val="tx1"/>
                          </a:solidFill>
                        </a:rPr>
                        <a:t>4</a:t>
                      </a:r>
                    </a:p>
                  </a:txBody>
                  <a:tcPr/>
                </a:tc>
                <a:extLst>
                  <a:ext uri="{0D108BD9-81ED-4DB2-BD59-A6C34878D82A}">
                    <a16:rowId xmlns:a16="http://schemas.microsoft.com/office/drawing/2014/main" xmlns="" val="4224596847"/>
                  </a:ext>
                </a:extLst>
              </a:tr>
              <a:tr h="401781">
                <a:tc>
                  <a:txBody>
                    <a:bodyPr/>
                    <a:lstStyle/>
                    <a:p>
                      <a:pPr algn="ctr"/>
                      <a:r>
                        <a:rPr lang="en-GB" dirty="0">
                          <a:solidFill>
                            <a:schemeClr val="tx1"/>
                          </a:solidFill>
                        </a:rPr>
                        <a:t>1</a:t>
                      </a:r>
                    </a:p>
                  </a:txBody>
                  <a:tcPr/>
                </a:tc>
                <a:tc>
                  <a:txBody>
                    <a:bodyPr/>
                    <a:lstStyle/>
                    <a:p>
                      <a:pPr lvl="0" algn="ctr">
                        <a:buNone/>
                      </a:pPr>
                      <a:r>
                        <a:rPr lang="en-GB" dirty="0">
                          <a:solidFill>
                            <a:schemeClr val="tx1"/>
                          </a:solidFill>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extLst>
                  <a:ext uri="{0D108BD9-81ED-4DB2-BD59-A6C34878D82A}">
                    <a16:rowId xmlns:a16="http://schemas.microsoft.com/office/drawing/2014/main" xmlns="" val="758999052"/>
                  </a:ext>
                </a:extLst>
              </a:tr>
              <a:tr h="401781">
                <a:tc>
                  <a:txBody>
                    <a:bodyPr/>
                    <a:lstStyle/>
                    <a:p>
                      <a:pPr algn="ctr"/>
                      <a:r>
                        <a:rPr lang="en-GB" dirty="0">
                          <a:solidFill>
                            <a:schemeClr val="tx1"/>
                          </a:solidFill>
                        </a:rPr>
                        <a:t>2</a:t>
                      </a:r>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latin typeface="Calibri"/>
                        </a:rPr>
                        <a:t>∞</a:t>
                      </a:r>
                      <a:endParaRPr lang="en-GB" sz="1800" b="0" i="0" u="none" strike="noStrike" noProof="0" dirty="0">
                        <a:latin typeface="Calibri"/>
                      </a:endParaRPr>
                    </a:p>
                  </a:txBody>
                  <a:tcPr/>
                </a:tc>
                <a:tc>
                  <a:txBody>
                    <a:bodyPr/>
                    <a:lstStyle/>
                    <a:p>
                      <a:pPr lvl="0" algn="ctr">
                        <a:buNone/>
                      </a:pPr>
                      <a:r>
                        <a:rPr lang="en-GB" sz="1800" b="0" i="0" u="none" strike="noStrike" noProof="0" dirty="0">
                          <a:solidFill>
                            <a:schemeClr val="tx1"/>
                          </a:solidFill>
                        </a:rPr>
                        <a:t>∞</a:t>
                      </a:r>
                      <a:endParaRPr lang="en-US"/>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latin typeface="Calibri"/>
                        </a:rPr>
                        <a:t>∞</a:t>
                      </a:r>
                      <a:endParaRPr lang="en-GB" sz="1800" b="0" i="0" u="none" strike="noStrike" noProof="0" dirty="0">
                        <a:latin typeface="Calibri"/>
                      </a:endParaRPr>
                    </a:p>
                  </a:txBody>
                  <a:tcPr/>
                </a:tc>
                <a:tc>
                  <a:txBody>
                    <a:bodyPr/>
                    <a:lstStyle/>
                    <a:p>
                      <a:pPr algn="ctr"/>
                      <a:r>
                        <a:rPr lang="en-GB" dirty="0">
                          <a:solidFill>
                            <a:schemeClr val="tx1"/>
                          </a:solidFill>
                        </a:rPr>
                        <a:t>0</a:t>
                      </a:r>
                    </a:p>
                  </a:txBody>
                  <a:tcPr/>
                </a:tc>
                <a:extLst>
                  <a:ext uri="{0D108BD9-81ED-4DB2-BD59-A6C34878D82A}">
                    <a16:rowId xmlns:a16="http://schemas.microsoft.com/office/drawing/2014/main" xmlns="" val="1319699744"/>
                  </a:ext>
                </a:extLst>
              </a:tr>
              <a:tr h="401781">
                <a:tc>
                  <a:txBody>
                    <a:bodyPr/>
                    <a:lstStyle/>
                    <a:p>
                      <a:pPr algn="ctr"/>
                      <a:r>
                        <a:rPr lang="en-GB" dirty="0">
                          <a:solidFill>
                            <a:schemeClr val="tx1"/>
                          </a:solidFill>
                        </a:rPr>
                        <a:t>3</a:t>
                      </a:r>
                    </a:p>
                  </a:txBody>
                  <a:tcPr/>
                </a:tc>
                <a:tc>
                  <a:txBody>
                    <a:bodyPr/>
                    <a:lstStyle/>
                    <a:p>
                      <a:pPr lvl="0" algn="ctr">
                        <a:buNone/>
                      </a:pPr>
                      <a:r>
                        <a:rPr lang="en-GB" dirty="0">
                          <a:solidFill>
                            <a:schemeClr val="tx1"/>
                          </a:solidFill>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extLst>
                  <a:ext uri="{0D108BD9-81ED-4DB2-BD59-A6C34878D82A}">
                    <a16:rowId xmlns:a16="http://schemas.microsoft.com/office/drawing/2014/main" xmlns="" val="1920493367"/>
                  </a:ext>
                </a:extLst>
              </a:tr>
              <a:tr h="401781">
                <a:tc>
                  <a:txBody>
                    <a:bodyPr/>
                    <a:lstStyle/>
                    <a:p>
                      <a:pPr algn="ctr"/>
                      <a:r>
                        <a:rPr lang="en-GB" dirty="0">
                          <a:solidFill>
                            <a:schemeClr val="tx1"/>
                          </a:solidFill>
                        </a:rPr>
                        <a:t>4</a:t>
                      </a:r>
                    </a:p>
                  </a:txBody>
                  <a:tcPr/>
                </a:tc>
                <a:tc>
                  <a:txBody>
                    <a:bodyPr/>
                    <a:lstStyle/>
                    <a:p>
                      <a:pPr algn="ctr"/>
                      <a:r>
                        <a:rPr lang="en-GB" dirty="0">
                          <a:solidFill>
                            <a:schemeClr val="tx1"/>
                          </a:solidFill>
                        </a:rPr>
                        <a:t>0</a:t>
                      </a:r>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latin typeface="Calibri"/>
                        </a:rPr>
                        <a:t>∞</a:t>
                      </a:r>
                      <a:endParaRPr lang="en-GB" sz="1800" b="0" i="0" u="none" strike="noStrike" noProof="0" dirty="0">
                        <a:latin typeface="Calibri"/>
                      </a:endParaRPr>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rPr>
                        <a:t>∞</a:t>
                      </a:r>
                      <a:endParaRPr lang="en-GB" sz="1800" b="0" i="0" u="none" strike="noStrike" noProof="0" dirty="0"/>
                    </a:p>
                  </a:txBody>
                  <a:tcPr/>
                </a:tc>
                <a:extLst>
                  <a:ext uri="{0D108BD9-81ED-4DB2-BD59-A6C34878D82A}">
                    <a16:rowId xmlns:a16="http://schemas.microsoft.com/office/drawing/2014/main" xmlns="" val="3608009573"/>
                  </a:ext>
                </a:extLst>
              </a:tr>
            </a:tbl>
          </a:graphicData>
        </a:graphic>
      </p:graphicFrame>
      <p:graphicFrame>
        <p:nvGraphicFramePr>
          <p:cNvPr id="5" name="Table 4">
            <a:extLst>
              <a:ext uri="{FF2B5EF4-FFF2-40B4-BE49-F238E27FC236}">
                <a16:creationId xmlns:a16="http://schemas.microsoft.com/office/drawing/2014/main" xmlns="" id="{2030E550-6DB0-47B5-92A8-2673298F42D2}"/>
              </a:ext>
            </a:extLst>
          </p:cNvPr>
          <p:cNvGraphicFramePr>
            <a:graphicFrameLocks noGrp="1"/>
          </p:cNvGraphicFramePr>
          <p:nvPr>
            <p:extLst>
              <p:ext uri="{D42A27DB-BD31-4B8C-83A1-F6EECF244321}">
                <p14:modId xmlns:p14="http://schemas.microsoft.com/office/powerpoint/2010/main" val="89994999"/>
              </p:ext>
            </p:extLst>
          </p:nvPr>
        </p:nvGraphicFramePr>
        <p:xfrm>
          <a:off x="8149243" y="1747613"/>
          <a:ext cx="3784100" cy="2008905"/>
        </p:xfrm>
        <a:graphic>
          <a:graphicData uri="http://schemas.openxmlformats.org/drawingml/2006/table">
            <a:tbl>
              <a:tblPr firstRow="1" bandRow="1">
                <a:tableStyleId>{5C22544A-7EE6-4342-B048-85BDC9FD1C3A}</a:tableStyleId>
              </a:tblPr>
              <a:tblGrid>
                <a:gridCol w="756820">
                  <a:extLst>
                    <a:ext uri="{9D8B030D-6E8A-4147-A177-3AD203B41FA5}">
                      <a16:colId xmlns:a16="http://schemas.microsoft.com/office/drawing/2014/main" xmlns="" val="3129773275"/>
                    </a:ext>
                  </a:extLst>
                </a:gridCol>
                <a:gridCol w="756820">
                  <a:extLst>
                    <a:ext uri="{9D8B030D-6E8A-4147-A177-3AD203B41FA5}">
                      <a16:colId xmlns:a16="http://schemas.microsoft.com/office/drawing/2014/main" xmlns="" val="4184360696"/>
                    </a:ext>
                  </a:extLst>
                </a:gridCol>
                <a:gridCol w="756820">
                  <a:extLst>
                    <a:ext uri="{9D8B030D-6E8A-4147-A177-3AD203B41FA5}">
                      <a16:colId xmlns:a16="http://schemas.microsoft.com/office/drawing/2014/main" xmlns="" val="1099004319"/>
                    </a:ext>
                  </a:extLst>
                </a:gridCol>
                <a:gridCol w="756820">
                  <a:extLst>
                    <a:ext uri="{9D8B030D-6E8A-4147-A177-3AD203B41FA5}">
                      <a16:colId xmlns:a16="http://schemas.microsoft.com/office/drawing/2014/main" xmlns="" val="3379355694"/>
                    </a:ext>
                  </a:extLst>
                </a:gridCol>
                <a:gridCol w="756820">
                  <a:extLst>
                    <a:ext uri="{9D8B030D-6E8A-4147-A177-3AD203B41FA5}">
                      <a16:colId xmlns:a16="http://schemas.microsoft.com/office/drawing/2014/main" xmlns="" val="3728880405"/>
                    </a:ext>
                  </a:extLst>
                </a:gridCol>
              </a:tblGrid>
              <a:tr h="401781">
                <a:tc>
                  <a:txBody>
                    <a:bodyPr/>
                    <a:lstStyle/>
                    <a:p>
                      <a:pPr algn="ctr"/>
                      <a:endParaRPr lang="en-GB">
                        <a:solidFill>
                          <a:schemeClr val="tx1"/>
                        </a:solidFill>
                      </a:endParaRPr>
                    </a:p>
                  </a:txBody>
                  <a:tcPr/>
                </a:tc>
                <a:tc>
                  <a:txBody>
                    <a:bodyPr/>
                    <a:lstStyle/>
                    <a:p>
                      <a:pPr algn="ctr"/>
                      <a:r>
                        <a:rPr lang="en-GB" dirty="0">
                          <a:solidFill>
                            <a:schemeClr val="tx1"/>
                          </a:solidFill>
                        </a:rPr>
                        <a:t>1</a:t>
                      </a:r>
                    </a:p>
                  </a:txBody>
                  <a:tcPr/>
                </a:tc>
                <a:tc>
                  <a:txBody>
                    <a:bodyPr/>
                    <a:lstStyle/>
                    <a:p>
                      <a:pPr algn="ctr"/>
                      <a:r>
                        <a:rPr lang="en-GB" dirty="0">
                          <a:solidFill>
                            <a:schemeClr val="tx1"/>
                          </a:solidFill>
                        </a:rPr>
                        <a:t>2</a:t>
                      </a:r>
                    </a:p>
                  </a:txBody>
                  <a:tcPr/>
                </a:tc>
                <a:tc>
                  <a:txBody>
                    <a:bodyPr/>
                    <a:lstStyle/>
                    <a:p>
                      <a:pPr algn="ctr"/>
                      <a:r>
                        <a:rPr lang="en-GB" dirty="0">
                          <a:solidFill>
                            <a:schemeClr val="tx1"/>
                          </a:solidFill>
                        </a:rPr>
                        <a:t>3</a:t>
                      </a:r>
                    </a:p>
                  </a:txBody>
                  <a:tcPr/>
                </a:tc>
                <a:tc>
                  <a:txBody>
                    <a:bodyPr/>
                    <a:lstStyle/>
                    <a:p>
                      <a:pPr algn="ctr"/>
                      <a:r>
                        <a:rPr lang="en-GB" dirty="0">
                          <a:solidFill>
                            <a:schemeClr val="tx1"/>
                          </a:solidFill>
                        </a:rPr>
                        <a:t>4</a:t>
                      </a:r>
                    </a:p>
                  </a:txBody>
                  <a:tcPr/>
                </a:tc>
                <a:extLst>
                  <a:ext uri="{0D108BD9-81ED-4DB2-BD59-A6C34878D82A}">
                    <a16:rowId xmlns:a16="http://schemas.microsoft.com/office/drawing/2014/main" xmlns="" val="4224596847"/>
                  </a:ext>
                </a:extLst>
              </a:tr>
              <a:tr h="401781">
                <a:tc>
                  <a:txBody>
                    <a:bodyPr/>
                    <a:lstStyle/>
                    <a:p>
                      <a:pPr algn="ctr"/>
                      <a:r>
                        <a:rPr lang="en-GB" dirty="0">
                          <a:solidFill>
                            <a:schemeClr val="tx1"/>
                          </a:solidFill>
                        </a:rPr>
                        <a:t>1</a:t>
                      </a:r>
                    </a:p>
                  </a:txBody>
                  <a:tcPr/>
                </a:tc>
                <a:tc>
                  <a:txBody>
                    <a:bodyPr/>
                    <a:lstStyle/>
                    <a:p>
                      <a:pPr lvl="0" algn="ctr">
                        <a:buNone/>
                      </a:pPr>
                      <a:r>
                        <a:rPr lang="en-GB" dirty="0">
                          <a:solidFill>
                            <a:schemeClr val="tx1"/>
                          </a:solidFill>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extLst>
                  <a:ext uri="{0D108BD9-81ED-4DB2-BD59-A6C34878D82A}">
                    <a16:rowId xmlns:a16="http://schemas.microsoft.com/office/drawing/2014/main" xmlns="" val="758999052"/>
                  </a:ext>
                </a:extLst>
              </a:tr>
              <a:tr h="401781">
                <a:tc>
                  <a:txBody>
                    <a:bodyPr/>
                    <a:lstStyle/>
                    <a:p>
                      <a:pPr algn="ctr"/>
                      <a:r>
                        <a:rPr lang="en-GB" dirty="0">
                          <a:solidFill>
                            <a:schemeClr val="tx1"/>
                          </a:solidFill>
                        </a:rPr>
                        <a:t>2</a:t>
                      </a:r>
                    </a:p>
                  </a:txBody>
                  <a:tcPr/>
                </a:tc>
                <a:tc>
                  <a:txBody>
                    <a:bodyPr/>
                    <a:lstStyle/>
                    <a:p>
                      <a:pPr algn="ctr"/>
                      <a:r>
                        <a:rPr lang="en-GB" dirty="0">
                          <a:solidFill>
                            <a:schemeClr val="tx1"/>
                          </a:solidFill>
                        </a:rPr>
                        <a:t>1</a:t>
                      </a:r>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rPr>
                        <a:t>∞</a:t>
                      </a:r>
                      <a:endParaRPr lang="en-GB" sz="1800" b="0" i="0" u="none" strike="noStrike" noProof="0" dirty="0"/>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latin typeface="Calibri"/>
                        </a:rPr>
                        <a:t>∞</a:t>
                      </a:r>
                      <a:endParaRPr lang="en-GB" sz="1800" b="0" i="0" u="none" strike="noStrike" noProof="0" dirty="0">
                        <a:latin typeface="Calibri"/>
                      </a:endParaRPr>
                    </a:p>
                  </a:txBody>
                  <a:tcPr/>
                </a:tc>
                <a:tc>
                  <a:txBody>
                    <a:bodyPr/>
                    <a:lstStyle/>
                    <a:p>
                      <a:pPr lvl="0" algn="ctr">
                        <a:buNone/>
                      </a:pPr>
                      <a:r>
                        <a:rPr lang="en-GB" sz="1800" b="0" i="0" u="none" strike="noStrike" noProof="0" dirty="0">
                          <a:solidFill>
                            <a:schemeClr val="tx1"/>
                          </a:solidFill>
                        </a:rPr>
                        <a:t>∞</a:t>
                      </a:r>
                      <a:endParaRPr lang="en-US"/>
                    </a:p>
                  </a:txBody>
                  <a:tcPr/>
                </a:tc>
                <a:extLst>
                  <a:ext uri="{0D108BD9-81ED-4DB2-BD59-A6C34878D82A}">
                    <a16:rowId xmlns:a16="http://schemas.microsoft.com/office/drawing/2014/main" xmlns="" val="1319699744"/>
                  </a:ext>
                </a:extLst>
              </a:tr>
              <a:tr h="401781">
                <a:tc>
                  <a:txBody>
                    <a:bodyPr/>
                    <a:lstStyle/>
                    <a:p>
                      <a:pPr algn="ctr"/>
                      <a:r>
                        <a:rPr lang="en-GB" dirty="0">
                          <a:solidFill>
                            <a:schemeClr val="tx1"/>
                          </a:solidFill>
                        </a:rPr>
                        <a:t>3</a:t>
                      </a:r>
                    </a:p>
                  </a:txBody>
                  <a:tcPr/>
                </a:tc>
                <a:tc>
                  <a:txBody>
                    <a:bodyPr/>
                    <a:lstStyle/>
                    <a:p>
                      <a:pPr lvl="0" algn="ctr">
                        <a:buNone/>
                      </a:pPr>
                      <a:r>
                        <a:rPr lang="en-GB" dirty="0">
                          <a:solidFill>
                            <a:schemeClr val="tx1"/>
                          </a:solidFill>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extLst>
                  <a:ext uri="{0D108BD9-81ED-4DB2-BD59-A6C34878D82A}">
                    <a16:rowId xmlns:a16="http://schemas.microsoft.com/office/drawing/2014/main" xmlns="" val="1920493367"/>
                  </a:ext>
                </a:extLst>
              </a:tr>
              <a:tr h="401781">
                <a:tc>
                  <a:txBody>
                    <a:bodyPr/>
                    <a:lstStyle/>
                    <a:p>
                      <a:pPr algn="ctr"/>
                      <a:r>
                        <a:rPr lang="en-GB" dirty="0">
                          <a:solidFill>
                            <a:schemeClr val="tx1"/>
                          </a:solidFill>
                        </a:rPr>
                        <a:t>4</a:t>
                      </a:r>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latin typeface="Calibri"/>
                        </a:rPr>
                        <a:t>∞</a:t>
                      </a:r>
                      <a:endParaRPr lang="en-GB" sz="1800" b="0" i="0" u="none" strike="noStrike" noProof="0" dirty="0">
                        <a:latin typeface="Calibri"/>
                      </a:endParaRPr>
                    </a:p>
                  </a:txBody>
                  <a:tcPr/>
                </a:tc>
                <a:tc>
                  <a:txBody>
                    <a:bodyPr/>
                    <a:lstStyle/>
                    <a:p>
                      <a:pPr algn="ctr"/>
                      <a:r>
                        <a:rPr lang="en-GB" dirty="0">
                          <a:solidFill>
                            <a:schemeClr val="tx1"/>
                          </a:solidFill>
                        </a:rPr>
                        <a:t>0</a:t>
                      </a:r>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latin typeface="Calibri"/>
                        </a:rPr>
                        <a:t>∞</a:t>
                      </a:r>
                      <a:endParaRPr lang="en-GB" sz="1800" b="0" i="0" u="none" strike="noStrike" noProof="0" dirty="0">
                        <a:latin typeface="Calibri"/>
                      </a:endParaRPr>
                    </a:p>
                  </a:txBody>
                  <a:tcPr/>
                </a:tc>
                <a:tc>
                  <a:txBody>
                    <a:bodyPr/>
                    <a:lstStyle/>
                    <a:p>
                      <a:pPr lvl="0" algn="ctr">
                        <a:buNone/>
                      </a:pPr>
                      <a:r>
                        <a:rPr lang="en-GB" sz="1800" b="0" i="0" u="none" strike="noStrike" noProof="0" dirty="0">
                          <a:solidFill>
                            <a:schemeClr val="tx1"/>
                          </a:solidFill>
                          <a:latin typeface="Calibri"/>
                        </a:rPr>
                        <a:t>∞</a:t>
                      </a:r>
                      <a:endParaRPr lang="en-US"/>
                    </a:p>
                  </a:txBody>
                  <a:tcPr/>
                </a:tc>
                <a:extLst>
                  <a:ext uri="{0D108BD9-81ED-4DB2-BD59-A6C34878D82A}">
                    <a16:rowId xmlns:a16="http://schemas.microsoft.com/office/drawing/2014/main" xmlns="" val="3608009573"/>
                  </a:ext>
                </a:extLst>
              </a:tr>
            </a:tbl>
          </a:graphicData>
        </a:graphic>
      </p:graphicFrame>
      <p:sp>
        <p:nvSpPr>
          <p:cNvPr id="23" name="Oval 22">
            <a:extLst>
              <a:ext uri="{FF2B5EF4-FFF2-40B4-BE49-F238E27FC236}">
                <a16:creationId xmlns:a16="http://schemas.microsoft.com/office/drawing/2014/main" xmlns="" id="{63F115A3-5203-4CC7-8829-CFC26D05BEB0}"/>
              </a:ext>
            </a:extLst>
          </p:cNvPr>
          <p:cNvSpPr/>
          <p:nvPr/>
        </p:nvSpPr>
        <p:spPr>
          <a:xfrm>
            <a:off x="5569527" y="200891"/>
            <a:ext cx="415637" cy="27709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cs typeface="Calibri"/>
              </a:rPr>
              <a:t>1</a:t>
            </a:r>
          </a:p>
        </p:txBody>
      </p:sp>
      <p:sp>
        <p:nvSpPr>
          <p:cNvPr id="24" name="Oval 23">
            <a:extLst>
              <a:ext uri="{FF2B5EF4-FFF2-40B4-BE49-F238E27FC236}">
                <a16:creationId xmlns:a16="http://schemas.microsoft.com/office/drawing/2014/main" xmlns="" id="{E13CE36B-62BF-41F2-AED9-CBCD0A5F2AA5}"/>
              </a:ext>
            </a:extLst>
          </p:cNvPr>
          <p:cNvSpPr/>
          <p:nvPr/>
        </p:nvSpPr>
        <p:spPr>
          <a:xfrm>
            <a:off x="4752109" y="907472"/>
            <a:ext cx="415637" cy="277091"/>
          </a:xfrm>
          <a:prstGeom prst="ellipse">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GB" dirty="0">
                <a:cs typeface="Calibri"/>
              </a:rPr>
              <a:t>2</a:t>
            </a:r>
          </a:p>
        </p:txBody>
      </p:sp>
      <p:sp>
        <p:nvSpPr>
          <p:cNvPr id="25" name="Oval 24">
            <a:extLst>
              <a:ext uri="{FF2B5EF4-FFF2-40B4-BE49-F238E27FC236}">
                <a16:creationId xmlns:a16="http://schemas.microsoft.com/office/drawing/2014/main" xmlns="" id="{A83EE054-27A1-4EA0-8F9E-16B3DB85B903}"/>
              </a:ext>
            </a:extLst>
          </p:cNvPr>
          <p:cNvSpPr/>
          <p:nvPr/>
        </p:nvSpPr>
        <p:spPr>
          <a:xfrm>
            <a:off x="5638799" y="907472"/>
            <a:ext cx="415637" cy="277091"/>
          </a:xfrm>
          <a:prstGeom prst="ellipse">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GB" dirty="0">
                <a:cs typeface="Calibri"/>
              </a:rPr>
              <a:t>3</a:t>
            </a:r>
          </a:p>
        </p:txBody>
      </p:sp>
      <p:sp>
        <p:nvSpPr>
          <p:cNvPr id="26" name="Oval 25">
            <a:extLst>
              <a:ext uri="{FF2B5EF4-FFF2-40B4-BE49-F238E27FC236}">
                <a16:creationId xmlns:a16="http://schemas.microsoft.com/office/drawing/2014/main" xmlns="" id="{D14EAF43-A3C4-4821-A79D-295BD5829C03}"/>
              </a:ext>
            </a:extLst>
          </p:cNvPr>
          <p:cNvSpPr/>
          <p:nvPr/>
        </p:nvSpPr>
        <p:spPr>
          <a:xfrm>
            <a:off x="6470072" y="907472"/>
            <a:ext cx="415637" cy="277091"/>
          </a:xfrm>
          <a:prstGeom prst="ellipse">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GB" dirty="0">
                <a:cs typeface="Calibri"/>
              </a:rPr>
              <a:t>4</a:t>
            </a:r>
          </a:p>
        </p:txBody>
      </p:sp>
      <p:cxnSp>
        <p:nvCxnSpPr>
          <p:cNvPr id="27" name="Straight Arrow Connector 26">
            <a:extLst>
              <a:ext uri="{FF2B5EF4-FFF2-40B4-BE49-F238E27FC236}">
                <a16:creationId xmlns:a16="http://schemas.microsoft.com/office/drawing/2014/main" xmlns="" id="{AEDD5AA6-8408-4D59-8CC0-D96512E4C455}"/>
              </a:ext>
            </a:extLst>
          </p:cNvPr>
          <p:cNvCxnSpPr/>
          <p:nvPr/>
        </p:nvCxnSpPr>
        <p:spPr>
          <a:xfrm>
            <a:off x="5921142" y="442969"/>
            <a:ext cx="637309" cy="457200"/>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xmlns="" id="{975FE4C1-115A-4EBC-AE46-6CDB1B2255EB}"/>
              </a:ext>
            </a:extLst>
          </p:cNvPr>
          <p:cNvCxnSpPr/>
          <p:nvPr/>
        </p:nvCxnSpPr>
        <p:spPr>
          <a:xfrm flipH="1">
            <a:off x="5088948" y="482311"/>
            <a:ext cx="484909" cy="415638"/>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xmlns="" id="{CBCE7AA2-BC09-47DD-9CBD-19CFEBD9D841}"/>
              </a:ext>
            </a:extLst>
          </p:cNvPr>
          <p:cNvCxnSpPr/>
          <p:nvPr/>
        </p:nvCxnSpPr>
        <p:spPr>
          <a:xfrm flipH="1">
            <a:off x="5772151" y="542059"/>
            <a:ext cx="27709" cy="401783"/>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xmlns="" id="{11CA46DD-ACF3-48D3-83FB-749011C563E6}"/>
              </a:ext>
            </a:extLst>
          </p:cNvPr>
          <p:cNvSpPr txBox="1"/>
          <p:nvPr/>
        </p:nvSpPr>
        <p:spPr>
          <a:xfrm>
            <a:off x="304800" y="332510"/>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Segoe UI"/>
              </a:rPr>
              <a:t>Path(1-3-2)​</a:t>
            </a:r>
          </a:p>
          <a:p>
            <a:r>
              <a:rPr lang="en-US" dirty="0">
                <a:cs typeface="Segoe UI"/>
              </a:rPr>
              <a:t>Set 1st row,3rd row -&gt;∞, ​</a:t>
            </a:r>
          </a:p>
          <a:p>
            <a:r>
              <a:rPr lang="en-US" dirty="0">
                <a:cs typeface="Segoe UI"/>
              </a:rPr>
              <a:t>2nd col -&gt; ∞, ​</a:t>
            </a:r>
          </a:p>
          <a:p>
            <a:r>
              <a:rPr lang="en-US" dirty="0">
                <a:cs typeface="Segoe UI"/>
              </a:rPr>
              <a:t>A[3][1] &amp; A[2][1] -&gt;∞​</a:t>
            </a:r>
          </a:p>
        </p:txBody>
      </p:sp>
      <p:sp>
        <p:nvSpPr>
          <p:cNvPr id="45" name="TextBox 44">
            <a:extLst>
              <a:ext uri="{FF2B5EF4-FFF2-40B4-BE49-F238E27FC236}">
                <a16:creationId xmlns:a16="http://schemas.microsoft.com/office/drawing/2014/main" xmlns="" id="{5DAC04EA-34D6-4AD3-B528-6922E8A13B8E}"/>
              </a:ext>
            </a:extLst>
          </p:cNvPr>
          <p:cNvSpPr txBox="1"/>
          <p:nvPr/>
        </p:nvSpPr>
        <p:spPr>
          <a:xfrm>
            <a:off x="8797636" y="429491"/>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Segoe UI"/>
              </a:rPr>
              <a:t>Path(1-3-4)​</a:t>
            </a:r>
          </a:p>
          <a:p>
            <a:r>
              <a:rPr lang="en-US" dirty="0">
                <a:cs typeface="Segoe UI"/>
              </a:rPr>
              <a:t>Set 1st row, 3rd row -&gt;∞, ​</a:t>
            </a:r>
          </a:p>
          <a:p>
            <a:r>
              <a:rPr lang="en-US" dirty="0">
                <a:cs typeface="Segoe UI"/>
              </a:rPr>
              <a:t>4th col -&gt; ∞, ​</a:t>
            </a:r>
          </a:p>
          <a:p>
            <a:r>
              <a:rPr lang="en-US" dirty="0">
                <a:cs typeface="Segoe UI"/>
              </a:rPr>
              <a:t>A[3][1] &amp; A[4][1] -&gt;∞​</a:t>
            </a:r>
          </a:p>
        </p:txBody>
      </p:sp>
      <p:sp>
        <p:nvSpPr>
          <p:cNvPr id="46" name="TextBox 45">
            <a:extLst>
              <a:ext uri="{FF2B5EF4-FFF2-40B4-BE49-F238E27FC236}">
                <a16:creationId xmlns:a16="http://schemas.microsoft.com/office/drawing/2014/main" xmlns="" id="{8B411C98-F6AD-4207-B7C7-35B10CED0CCA}"/>
              </a:ext>
            </a:extLst>
          </p:cNvPr>
          <p:cNvSpPr txBox="1"/>
          <p:nvPr/>
        </p:nvSpPr>
        <p:spPr>
          <a:xfrm>
            <a:off x="304800" y="3740728"/>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Segoe UI"/>
              </a:rPr>
              <a:t>^​</a:t>
            </a:r>
          </a:p>
          <a:p>
            <a:r>
              <a:rPr lang="en-US" dirty="0">
                <a:cs typeface="Segoe UI"/>
              </a:rPr>
              <a:t>C(5) =  C(R)  + A[</a:t>
            </a:r>
            <a:r>
              <a:rPr lang="en-US" dirty="0" err="1">
                <a:cs typeface="Segoe UI"/>
              </a:rPr>
              <a:t>i</a:t>
            </a:r>
            <a:r>
              <a:rPr lang="en-US" dirty="0">
                <a:cs typeface="Segoe UI"/>
              </a:rPr>
              <a:t>][j]  + R</a:t>
            </a:r>
            <a:r>
              <a:rPr lang="en-GB" dirty="0">
                <a:cs typeface="Segoe UI"/>
              </a:rPr>
              <a:t>​​</a:t>
            </a:r>
          </a:p>
          <a:p>
            <a:r>
              <a:rPr lang="en-GB" dirty="0">
                <a:cs typeface="Segoe UI"/>
              </a:rPr>
              <a:t>          = 14 + 0 + 0</a:t>
            </a:r>
            <a:r>
              <a:rPr lang="en-US" dirty="0">
                <a:cs typeface="Segoe UI"/>
              </a:rPr>
              <a:t>​</a:t>
            </a:r>
          </a:p>
          <a:p>
            <a:r>
              <a:rPr lang="en-GB" dirty="0">
                <a:cs typeface="Segoe UI"/>
              </a:rPr>
              <a:t>           =  14</a:t>
            </a:r>
            <a:endParaRPr lang="en-US" dirty="0">
              <a:cs typeface="Segoe UI"/>
            </a:endParaRPr>
          </a:p>
        </p:txBody>
      </p:sp>
      <p:sp>
        <p:nvSpPr>
          <p:cNvPr id="47" name="TextBox 46">
            <a:extLst>
              <a:ext uri="{FF2B5EF4-FFF2-40B4-BE49-F238E27FC236}">
                <a16:creationId xmlns:a16="http://schemas.microsoft.com/office/drawing/2014/main" xmlns="" id="{A609A148-622B-4CAA-9C97-E1A34602CF80}"/>
              </a:ext>
            </a:extLst>
          </p:cNvPr>
          <p:cNvSpPr txBox="1"/>
          <p:nvPr/>
        </p:nvSpPr>
        <p:spPr>
          <a:xfrm>
            <a:off x="8797636" y="3861758"/>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Segoe UI"/>
              </a:rPr>
              <a:t>^​</a:t>
            </a:r>
          </a:p>
          <a:p>
            <a:r>
              <a:rPr lang="en-US">
                <a:cs typeface="Segoe UI"/>
              </a:rPr>
              <a:t>C(6) =  C(R)  + A[</a:t>
            </a:r>
            <a:r>
              <a:rPr lang="en-US" dirty="0" err="1">
                <a:cs typeface="Segoe UI"/>
              </a:rPr>
              <a:t>i</a:t>
            </a:r>
            <a:r>
              <a:rPr lang="en-US" dirty="0">
                <a:cs typeface="Segoe UI"/>
              </a:rPr>
              <a:t>][j]  + R</a:t>
            </a:r>
            <a:r>
              <a:rPr lang="en-GB" dirty="0">
                <a:cs typeface="Segoe UI"/>
              </a:rPr>
              <a:t>​​</a:t>
            </a:r>
          </a:p>
          <a:p>
            <a:r>
              <a:rPr lang="en-GB">
                <a:cs typeface="Segoe UI"/>
              </a:rPr>
              <a:t>          = 14 + 0 + 1</a:t>
            </a:r>
            <a:r>
              <a:rPr lang="en-US" dirty="0">
                <a:cs typeface="Segoe UI"/>
              </a:rPr>
              <a:t>​</a:t>
            </a:r>
          </a:p>
          <a:p>
            <a:r>
              <a:rPr lang="en-GB">
                <a:cs typeface="Segoe UI"/>
              </a:rPr>
              <a:t>           =  15</a:t>
            </a:r>
            <a:endParaRPr lang="en-US">
              <a:cs typeface="Segoe UI"/>
            </a:endParaRPr>
          </a:p>
        </p:txBody>
      </p:sp>
      <p:sp>
        <p:nvSpPr>
          <p:cNvPr id="48" name="Oval 47">
            <a:extLst>
              <a:ext uri="{FF2B5EF4-FFF2-40B4-BE49-F238E27FC236}">
                <a16:creationId xmlns:a16="http://schemas.microsoft.com/office/drawing/2014/main" xmlns="" id="{D11536DD-D305-4080-8C03-D01F14B6511E}"/>
              </a:ext>
            </a:extLst>
          </p:cNvPr>
          <p:cNvSpPr/>
          <p:nvPr/>
        </p:nvSpPr>
        <p:spPr>
          <a:xfrm>
            <a:off x="5209309" y="1572490"/>
            <a:ext cx="415637" cy="277091"/>
          </a:xfrm>
          <a:prstGeom prst="ellipse">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GB" dirty="0">
                <a:cs typeface="Calibri"/>
              </a:rPr>
              <a:t>5</a:t>
            </a:r>
          </a:p>
        </p:txBody>
      </p:sp>
      <p:sp>
        <p:nvSpPr>
          <p:cNvPr id="49" name="Oval 48">
            <a:extLst>
              <a:ext uri="{FF2B5EF4-FFF2-40B4-BE49-F238E27FC236}">
                <a16:creationId xmlns:a16="http://schemas.microsoft.com/office/drawing/2014/main" xmlns="" id="{6F082894-27BE-4637-8781-6AFA2A923068}"/>
              </a:ext>
            </a:extLst>
          </p:cNvPr>
          <p:cNvSpPr/>
          <p:nvPr/>
        </p:nvSpPr>
        <p:spPr>
          <a:xfrm>
            <a:off x="6095999" y="1572489"/>
            <a:ext cx="415637" cy="277091"/>
          </a:xfrm>
          <a:prstGeom prst="ellipse">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GB" dirty="0">
                <a:cs typeface="Calibri"/>
              </a:rPr>
              <a:t>6</a:t>
            </a:r>
          </a:p>
        </p:txBody>
      </p:sp>
      <p:cxnSp>
        <p:nvCxnSpPr>
          <p:cNvPr id="50" name="Straight Arrow Connector 49">
            <a:extLst>
              <a:ext uri="{FF2B5EF4-FFF2-40B4-BE49-F238E27FC236}">
                <a16:creationId xmlns:a16="http://schemas.microsoft.com/office/drawing/2014/main" xmlns="" id="{D3AB9EAE-1F0F-450F-AD23-5B06C386DAEB}"/>
              </a:ext>
            </a:extLst>
          </p:cNvPr>
          <p:cNvCxnSpPr/>
          <p:nvPr/>
        </p:nvCxnSpPr>
        <p:spPr>
          <a:xfrm>
            <a:off x="5929746" y="1198419"/>
            <a:ext cx="318654" cy="318654"/>
          </a:xfrm>
          <a:prstGeom prst="straightConnector1">
            <a:avLst/>
          </a:prstGeom>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xmlns="" id="{8461ADEE-F645-4232-8BD3-08C454827759}"/>
              </a:ext>
            </a:extLst>
          </p:cNvPr>
          <p:cNvCxnSpPr/>
          <p:nvPr/>
        </p:nvCxnSpPr>
        <p:spPr>
          <a:xfrm flipH="1">
            <a:off x="5463020" y="1188893"/>
            <a:ext cx="290945" cy="332510"/>
          </a:xfrm>
          <a:prstGeom prst="straightConnector1">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a:extLst>
              <a:ext uri="{FF2B5EF4-FFF2-40B4-BE49-F238E27FC236}">
                <a16:creationId xmlns:a16="http://schemas.microsoft.com/office/drawing/2014/main" xmlns="" id="{BECFF9E3-B8AC-44EA-A59D-480779571829}"/>
              </a:ext>
            </a:extLst>
          </p:cNvPr>
          <p:cNvGraphicFramePr>
            <a:graphicFrameLocks noGrp="1"/>
          </p:cNvGraphicFramePr>
          <p:nvPr>
            <p:extLst>
              <p:ext uri="{D42A27DB-BD31-4B8C-83A1-F6EECF244321}">
                <p14:modId xmlns:p14="http://schemas.microsoft.com/office/powerpoint/2010/main" val="3611270720"/>
              </p:ext>
            </p:extLst>
          </p:nvPr>
        </p:nvGraphicFramePr>
        <p:xfrm>
          <a:off x="4297678" y="4019757"/>
          <a:ext cx="3503795" cy="1828800"/>
        </p:xfrm>
        <a:graphic>
          <a:graphicData uri="http://schemas.openxmlformats.org/drawingml/2006/table">
            <a:tbl>
              <a:tblPr firstRow="1" bandRow="1">
                <a:tableStyleId>{5C22544A-7EE6-4342-B048-85BDC9FD1C3A}</a:tableStyleId>
              </a:tblPr>
              <a:tblGrid>
                <a:gridCol w="700759">
                  <a:extLst>
                    <a:ext uri="{9D8B030D-6E8A-4147-A177-3AD203B41FA5}">
                      <a16:colId xmlns:a16="http://schemas.microsoft.com/office/drawing/2014/main" xmlns="" val="3129773275"/>
                    </a:ext>
                  </a:extLst>
                </a:gridCol>
                <a:gridCol w="700759">
                  <a:extLst>
                    <a:ext uri="{9D8B030D-6E8A-4147-A177-3AD203B41FA5}">
                      <a16:colId xmlns:a16="http://schemas.microsoft.com/office/drawing/2014/main" xmlns="" val="4184360696"/>
                    </a:ext>
                  </a:extLst>
                </a:gridCol>
                <a:gridCol w="700759">
                  <a:extLst>
                    <a:ext uri="{9D8B030D-6E8A-4147-A177-3AD203B41FA5}">
                      <a16:colId xmlns:a16="http://schemas.microsoft.com/office/drawing/2014/main" xmlns="" val="1099004319"/>
                    </a:ext>
                  </a:extLst>
                </a:gridCol>
                <a:gridCol w="700759">
                  <a:extLst>
                    <a:ext uri="{9D8B030D-6E8A-4147-A177-3AD203B41FA5}">
                      <a16:colId xmlns:a16="http://schemas.microsoft.com/office/drawing/2014/main" xmlns="" val="3379355694"/>
                    </a:ext>
                  </a:extLst>
                </a:gridCol>
                <a:gridCol w="700759">
                  <a:extLst>
                    <a:ext uri="{9D8B030D-6E8A-4147-A177-3AD203B41FA5}">
                      <a16:colId xmlns:a16="http://schemas.microsoft.com/office/drawing/2014/main" xmlns="" val="3728880405"/>
                    </a:ext>
                  </a:extLst>
                </a:gridCol>
              </a:tblGrid>
              <a:tr h="346363">
                <a:tc>
                  <a:txBody>
                    <a:bodyPr/>
                    <a:lstStyle/>
                    <a:p>
                      <a:pPr algn="ctr"/>
                      <a:endParaRPr lang="en-GB">
                        <a:solidFill>
                          <a:schemeClr val="tx1"/>
                        </a:solidFill>
                      </a:endParaRPr>
                    </a:p>
                  </a:txBody>
                  <a:tcPr/>
                </a:tc>
                <a:tc>
                  <a:txBody>
                    <a:bodyPr/>
                    <a:lstStyle/>
                    <a:p>
                      <a:pPr algn="ctr"/>
                      <a:r>
                        <a:rPr lang="en-GB" dirty="0">
                          <a:solidFill>
                            <a:schemeClr val="tx1"/>
                          </a:solidFill>
                        </a:rPr>
                        <a:t>1</a:t>
                      </a:r>
                    </a:p>
                  </a:txBody>
                  <a:tcPr/>
                </a:tc>
                <a:tc>
                  <a:txBody>
                    <a:bodyPr/>
                    <a:lstStyle/>
                    <a:p>
                      <a:pPr algn="ctr"/>
                      <a:r>
                        <a:rPr lang="en-GB" dirty="0">
                          <a:solidFill>
                            <a:schemeClr val="tx1"/>
                          </a:solidFill>
                        </a:rPr>
                        <a:t>2</a:t>
                      </a:r>
                    </a:p>
                  </a:txBody>
                  <a:tcPr/>
                </a:tc>
                <a:tc>
                  <a:txBody>
                    <a:bodyPr/>
                    <a:lstStyle/>
                    <a:p>
                      <a:pPr algn="ctr"/>
                      <a:r>
                        <a:rPr lang="en-GB" dirty="0">
                          <a:solidFill>
                            <a:schemeClr val="tx1"/>
                          </a:solidFill>
                        </a:rPr>
                        <a:t>3</a:t>
                      </a:r>
                    </a:p>
                  </a:txBody>
                  <a:tcPr/>
                </a:tc>
                <a:tc>
                  <a:txBody>
                    <a:bodyPr/>
                    <a:lstStyle/>
                    <a:p>
                      <a:pPr algn="ctr"/>
                      <a:r>
                        <a:rPr lang="en-GB" dirty="0">
                          <a:solidFill>
                            <a:schemeClr val="tx1"/>
                          </a:solidFill>
                        </a:rPr>
                        <a:t>4</a:t>
                      </a:r>
                    </a:p>
                  </a:txBody>
                  <a:tcPr/>
                </a:tc>
                <a:extLst>
                  <a:ext uri="{0D108BD9-81ED-4DB2-BD59-A6C34878D82A}">
                    <a16:rowId xmlns:a16="http://schemas.microsoft.com/office/drawing/2014/main" xmlns="" val="4224596847"/>
                  </a:ext>
                </a:extLst>
              </a:tr>
              <a:tr h="346363">
                <a:tc>
                  <a:txBody>
                    <a:bodyPr/>
                    <a:lstStyle/>
                    <a:p>
                      <a:pPr algn="ctr"/>
                      <a:r>
                        <a:rPr lang="en-GB" dirty="0">
                          <a:solidFill>
                            <a:schemeClr val="tx1"/>
                          </a:solidFill>
                        </a:rPr>
                        <a:t>1</a:t>
                      </a:r>
                    </a:p>
                  </a:txBody>
                  <a:tcPr/>
                </a:tc>
                <a:tc>
                  <a:txBody>
                    <a:bodyPr/>
                    <a:lstStyle/>
                    <a:p>
                      <a:pPr lvl="0" algn="ctr">
                        <a:buNone/>
                      </a:pPr>
                      <a:r>
                        <a:rPr lang="en-GB" dirty="0">
                          <a:solidFill>
                            <a:schemeClr val="tx1"/>
                          </a:solidFill>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extLst>
                  <a:ext uri="{0D108BD9-81ED-4DB2-BD59-A6C34878D82A}">
                    <a16:rowId xmlns:a16="http://schemas.microsoft.com/office/drawing/2014/main" xmlns="" val="758999052"/>
                  </a:ext>
                </a:extLst>
              </a:tr>
              <a:tr h="346363">
                <a:tc>
                  <a:txBody>
                    <a:bodyPr/>
                    <a:lstStyle/>
                    <a:p>
                      <a:pPr algn="ctr"/>
                      <a:r>
                        <a:rPr lang="en-GB" dirty="0">
                          <a:solidFill>
                            <a:schemeClr val="tx1"/>
                          </a:solidFill>
                        </a:rPr>
                        <a:t>2</a:t>
                      </a:r>
                    </a:p>
                  </a:txBody>
                  <a:tcPr/>
                </a:tc>
                <a:tc>
                  <a:txBody>
                    <a:bodyPr/>
                    <a:lstStyle/>
                    <a:p>
                      <a:pPr lvl="0" algn="ctr">
                        <a:buNone/>
                      </a:pPr>
                      <a:r>
                        <a:rPr lang="en-GB" dirty="0">
                          <a:solidFill>
                            <a:schemeClr val="tx1"/>
                          </a:solidFill>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rPr>
                        <a:t>∞</a:t>
                      </a:r>
                      <a:endParaRPr lang="en-US"/>
                    </a:p>
                  </a:txBody>
                  <a:tcPr/>
                </a:tc>
                <a:extLst>
                  <a:ext uri="{0D108BD9-81ED-4DB2-BD59-A6C34878D82A}">
                    <a16:rowId xmlns:a16="http://schemas.microsoft.com/office/drawing/2014/main" xmlns="" val="1319699744"/>
                  </a:ext>
                </a:extLst>
              </a:tr>
              <a:tr h="346363">
                <a:tc>
                  <a:txBody>
                    <a:bodyPr/>
                    <a:lstStyle/>
                    <a:p>
                      <a:pPr algn="ctr"/>
                      <a:r>
                        <a:rPr lang="en-GB" dirty="0">
                          <a:solidFill>
                            <a:schemeClr val="tx1"/>
                          </a:solidFill>
                        </a:rPr>
                        <a:t>3</a:t>
                      </a:r>
                    </a:p>
                  </a:txBody>
                  <a:tcPr/>
                </a:tc>
                <a:tc>
                  <a:txBody>
                    <a:bodyPr/>
                    <a:lstStyle/>
                    <a:p>
                      <a:pPr lvl="0" algn="ctr">
                        <a:buNone/>
                      </a:pPr>
                      <a:r>
                        <a:rPr lang="en-GB" dirty="0">
                          <a:solidFill>
                            <a:schemeClr val="tx1"/>
                          </a:solidFill>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extLst>
                  <a:ext uri="{0D108BD9-81ED-4DB2-BD59-A6C34878D82A}">
                    <a16:rowId xmlns:a16="http://schemas.microsoft.com/office/drawing/2014/main" xmlns="" val="1920493367"/>
                  </a:ext>
                </a:extLst>
              </a:tr>
              <a:tr h="346363">
                <a:tc>
                  <a:txBody>
                    <a:bodyPr/>
                    <a:lstStyle/>
                    <a:p>
                      <a:pPr algn="ctr"/>
                      <a:r>
                        <a:rPr lang="en-GB" dirty="0">
                          <a:solidFill>
                            <a:schemeClr val="tx1"/>
                          </a:solidFill>
                        </a:rPr>
                        <a:t>4</a:t>
                      </a:r>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latin typeface="Calibri"/>
                        </a:rPr>
                        <a:t>∞</a:t>
                      </a:r>
                      <a:endParaRPr lang="en-GB" sz="1800" b="0" i="0" u="none" strike="noStrike" noProof="0" dirty="0">
                        <a:latin typeface="Calibri"/>
                      </a:endParaRPr>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extLst>
                  <a:ext uri="{0D108BD9-81ED-4DB2-BD59-A6C34878D82A}">
                    <a16:rowId xmlns:a16="http://schemas.microsoft.com/office/drawing/2014/main" xmlns="" val="3608009573"/>
                  </a:ext>
                </a:extLst>
              </a:tr>
            </a:tbl>
          </a:graphicData>
        </a:graphic>
      </p:graphicFrame>
      <p:sp>
        <p:nvSpPr>
          <p:cNvPr id="58" name="TextBox 57">
            <a:extLst>
              <a:ext uri="{FF2B5EF4-FFF2-40B4-BE49-F238E27FC236}">
                <a16:creationId xmlns:a16="http://schemas.microsoft.com/office/drawing/2014/main" xmlns="" id="{D2CB5E24-9E2B-40B7-92D0-6B97112DC876}"/>
              </a:ext>
            </a:extLst>
          </p:cNvPr>
          <p:cNvSpPr txBox="1"/>
          <p:nvPr/>
        </p:nvSpPr>
        <p:spPr>
          <a:xfrm>
            <a:off x="4336473" y="2701636"/>
            <a:ext cx="350519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Segoe UI"/>
              </a:rPr>
              <a:t>Path(1-3-2-4)​​</a:t>
            </a:r>
          </a:p>
          <a:p>
            <a:r>
              <a:rPr lang="en-US" dirty="0">
                <a:cs typeface="Segoe UI"/>
              </a:rPr>
              <a:t>Set 1st row,3rd row, 2nd row -&gt;∞, ​​</a:t>
            </a:r>
          </a:p>
          <a:p>
            <a:r>
              <a:rPr lang="en-US" dirty="0">
                <a:cs typeface="Segoe UI"/>
              </a:rPr>
              <a:t>4th  col -&gt; ∞, ​​</a:t>
            </a:r>
          </a:p>
          <a:p>
            <a:r>
              <a:rPr lang="en-US" dirty="0">
                <a:cs typeface="Segoe UI"/>
              </a:rPr>
              <a:t>A[3][1], A[2][1] &amp; A[4][1] -&gt;∞​​</a:t>
            </a:r>
          </a:p>
        </p:txBody>
      </p:sp>
      <p:sp>
        <p:nvSpPr>
          <p:cNvPr id="59" name="TextBox 58">
            <a:extLst>
              <a:ext uri="{FF2B5EF4-FFF2-40B4-BE49-F238E27FC236}">
                <a16:creationId xmlns:a16="http://schemas.microsoft.com/office/drawing/2014/main" xmlns="" id="{D773F6EC-0757-4122-A0CD-5BF3597CAFF4}"/>
              </a:ext>
            </a:extLst>
          </p:cNvPr>
          <p:cNvSpPr txBox="1"/>
          <p:nvPr/>
        </p:nvSpPr>
        <p:spPr>
          <a:xfrm>
            <a:off x="7755114" y="5126982"/>
            <a:ext cx="252754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Segoe UI"/>
              </a:rPr>
              <a:t>^​</a:t>
            </a:r>
          </a:p>
          <a:p>
            <a:r>
              <a:rPr lang="en-US" dirty="0">
                <a:cs typeface="Segoe UI"/>
              </a:rPr>
              <a:t>C(7) =  C(R)  + A[</a:t>
            </a:r>
            <a:r>
              <a:rPr lang="en-US" dirty="0" err="1">
                <a:cs typeface="Segoe UI"/>
              </a:rPr>
              <a:t>i</a:t>
            </a:r>
            <a:r>
              <a:rPr lang="en-US" dirty="0">
                <a:cs typeface="Segoe UI"/>
              </a:rPr>
              <a:t>][j]  + R</a:t>
            </a:r>
            <a:r>
              <a:rPr lang="en-GB" dirty="0">
                <a:cs typeface="Segoe UI"/>
              </a:rPr>
              <a:t>​​</a:t>
            </a:r>
          </a:p>
          <a:p>
            <a:r>
              <a:rPr lang="en-GB" dirty="0">
                <a:cs typeface="Segoe UI"/>
              </a:rPr>
              <a:t>          = 14 + 0 + 0</a:t>
            </a:r>
            <a:endParaRPr lang="en-US" dirty="0">
              <a:cs typeface="Segoe UI"/>
            </a:endParaRPr>
          </a:p>
          <a:p>
            <a:r>
              <a:rPr lang="en-GB" dirty="0">
                <a:cs typeface="Segoe UI"/>
              </a:rPr>
              <a:t>           =  14</a:t>
            </a:r>
            <a:endParaRPr lang="en-US" dirty="0">
              <a:cs typeface="Segoe UI"/>
            </a:endParaRPr>
          </a:p>
        </p:txBody>
      </p:sp>
      <p:grpSp>
        <p:nvGrpSpPr>
          <p:cNvPr id="63" name="Group 62">
            <a:extLst>
              <a:ext uri="{FF2B5EF4-FFF2-40B4-BE49-F238E27FC236}">
                <a16:creationId xmlns:a16="http://schemas.microsoft.com/office/drawing/2014/main" xmlns="" id="{96DB473A-FDAF-452B-A363-D783BC1EF4AF}"/>
              </a:ext>
            </a:extLst>
          </p:cNvPr>
          <p:cNvGrpSpPr/>
          <p:nvPr/>
        </p:nvGrpSpPr>
        <p:grpSpPr>
          <a:xfrm>
            <a:off x="10454047" y="4773716"/>
            <a:ext cx="1762125" cy="1669038"/>
            <a:chOff x="2069955" y="4780252"/>
            <a:chExt cx="1762125" cy="1669038"/>
          </a:xfrm>
        </p:grpSpPr>
        <p:pic>
          <p:nvPicPr>
            <p:cNvPr id="60" name="Picture 60" descr="A drawing of a person&#10;&#10;Description automatically generated">
              <a:extLst>
                <a:ext uri="{FF2B5EF4-FFF2-40B4-BE49-F238E27FC236}">
                  <a16:creationId xmlns:a16="http://schemas.microsoft.com/office/drawing/2014/main" xmlns="" id="{33F5FAC5-6F37-459D-8C82-BC5D660DAAEC}"/>
                </a:ext>
              </a:extLst>
            </p:cNvPr>
            <p:cNvPicPr>
              <a:picLocks noChangeAspect="1"/>
            </p:cNvPicPr>
            <p:nvPr/>
          </p:nvPicPr>
          <p:blipFill>
            <a:blip r:embed="rId2"/>
            <a:stretch>
              <a:fillRect/>
            </a:stretch>
          </p:blipFill>
          <p:spPr>
            <a:xfrm>
              <a:off x="2069955" y="4780252"/>
              <a:ext cx="1762125" cy="1343025"/>
            </a:xfrm>
            <a:prstGeom prst="rect">
              <a:avLst/>
            </a:prstGeom>
          </p:spPr>
        </p:pic>
        <p:sp>
          <p:nvSpPr>
            <p:cNvPr id="61" name="Oval 60">
              <a:extLst>
                <a:ext uri="{FF2B5EF4-FFF2-40B4-BE49-F238E27FC236}">
                  <a16:creationId xmlns:a16="http://schemas.microsoft.com/office/drawing/2014/main" xmlns="" id="{7CD916B8-5FAB-4664-A778-62170208C784}"/>
                </a:ext>
              </a:extLst>
            </p:cNvPr>
            <p:cNvSpPr/>
            <p:nvPr/>
          </p:nvSpPr>
          <p:spPr>
            <a:xfrm>
              <a:off x="2396835" y="6241471"/>
              <a:ext cx="332510" cy="207819"/>
            </a:xfrm>
            <a:prstGeom prst="ellipse">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GB" dirty="0">
                  <a:cs typeface="Calibri"/>
                </a:rPr>
                <a:t>7</a:t>
              </a:r>
            </a:p>
          </p:txBody>
        </p:sp>
        <p:cxnSp>
          <p:nvCxnSpPr>
            <p:cNvPr id="62" name="Straight Arrow Connector 61">
              <a:extLst>
                <a:ext uri="{FF2B5EF4-FFF2-40B4-BE49-F238E27FC236}">
                  <a16:creationId xmlns:a16="http://schemas.microsoft.com/office/drawing/2014/main" xmlns="" id="{9A413308-CA2C-464F-98C4-0FB88EB06F0A}"/>
                </a:ext>
              </a:extLst>
            </p:cNvPr>
            <p:cNvCxnSpPr/>
            <p:nvPr/>
          </p:nvCxnSpPr>
          <p:spPr>
            <a:xfrm flipH="1">
              <a:off x="2549237" y="5950527"/>
              <a:ext cx="110835" cy="290946"/>
            </a:xfrm>
            <a:prstGeom prst="straightConnector1">
              <a:avLst/>
            </a:prstGeom>
          </p:spPr>
          <p:style>
            <a:lnRef idx="1">
              <a:schemeClr val="accent1"/>
            </a:lnRef>
            <a:fillRef idx="0">
              <a:schemeClr val="accent1"/>
            </a:fillRef>
            <a:effectRef idx="0">
              <a:schemeClr val="accent1"/>
            </a:effectRef>
            <a:fontRef idx="minor">
              <a:schemeClr val="tx1"/>
            </a:fontRef>
          </p:style>
        </p:cxnSp>
      </p:grpSp>
      <p:graphicFrame>
        <p:nvGraphicFramePr>
          <p:cNvPr id="4" name="Table 3">
            <a:extLst>
              <a:ext uri="{FF2B5EF4-FFF2-40B4-BE49-F238E27FC236}">
                <a16:creationId xmlns:a16="http://schemas.microsoft.com/office/drawing/2014/main" xmlns="" id="{E7AB4C2A-C212-4B60-A70E-CFA48192D80D}"/>
              </a:ext>
            </a:extLst>
          </p:cNvPr>
          <p:cNvGraphicFramePr>
            <a:graphicFrameLocks noGrp="1"/>
          </p:cNvGraphicFramePr>
          <p:nvPr>
            <p:extLst>
              <p:ext uri="{D42A27DB-BD31-4B8C-83A1-F6EECF244321}">
                <p14:modId xmlns:p14="http://schemas.microsoft.com/office/powerpoint/2010/main" val="1074012408"/>
              </p:ext>
            </p:extLst>
          </p:nvPr>
        </p:nvGraphicFramePr>
        <p:xfrm>
          <a:off x="1687012" y="4613954"/>
          <a:ext cx="2534465" cy="1828800"/>
        </p:xfrm>
        <a:graphic>
          <a:graphicData uri="http://schemas.openxmlformats.org/drawingml/2006/table">
            <a:tbl>
              <a:tblPr firstRow="1" bandRow="1">
                <a:tableStyleId>{5C22544A-7EE6-4342-B048-85BDC9FD1C3A}</a:tableStyleId>
              </a:tblPr>
              <a:tblGrid>
                <a:gridCol w="506893">
                  <a:extLst>
                    <a:ext uri="{9D8B030D-6E8A-4147-A177-3AD203B41FA5}">
                      <a16:colId xmlns:a16="http://schemas.microsoft.com/office/drawing/2014/main" xmlns="" val="3129773275"/>
                    </a:ext>
                  </a:extLst>
                </a:gridCol>
                <a:gridCol w="506893">
                  <a:extLst>
                    <a:ext uri="{9D8B030D-6E8A-4147-A177-3AD203B41FA5}">
                      <a16:colId xmlns:a16="http://schemas.microsoft.com/office/drawing/2014/main" xmlns="" val="4184360696"/>
                    </a:ext>
                  </a:extLst>
                </a:gridCol>
                <a:gridCol w="506893">
                  <a:extLst>
                    <a:ext uri="{9D8B030D-6E8A-4147-A177-3AD203B41FA5}">
                      <a16:colId xmlns:a16="http://schemas.microsoft.com/office/drawing/2014/main" xmlns="" val="1099004319"/>
                    </a:ext>
                  </a:extLst>
                </a:gridCol>
                <a:gridCol w="506893">
                  <a:extLst>
                    <a:ext uri="{9D8B030D-6E8A-4147-A177-3AD203B41FA5}">
                      <a16:colId xmlns:a16="http://schemas.microsoft.com/office/drawing/2014/main" xmlns="" val="3379355694"/>
                    </a:ext>
                  </a:extLst>
                </a:gridCol>
                <a:gridCol w="506893">
                  <a:extLst>
                    <a:ext uri="{9D8B030D-6E8A-4147-A177-3AD203B41FA5}">
                      <a16:colId xmlns:a16="http://schemas.microsoft.com/office/drawing/2014/main" xmlns="" val="3728880405"/>
                    </a:ext>
                  </a:extLst>
                </a:gridCol>
              </a:tblGrid>
              <a:tr h="304800">
                <a:tc>
                  <a:txBody>
                    <a:bodyPr/>
                    <a:lstStyle/>
                    <a:p>
                      <a:pPr algn="ctr"/>
                      <a:endParaRPr lang="en-GB">
                        <a:solidFill>
                          <a:schemeClr val="tx1"/>
                        </a:solidFill>
                      </a:endParaRPr>
                    </a:p>
                  </a:txBody>
                  <a:tcPr/>
                </a:tc>
                <a:tc>
                  <a:txBody>
                    <a:bodyPr/>
                    <a:lstStyle/>
                    <a:p>
                      <a:pPr algn="ctr"/>
                      <a:r>
                        <a:rPr lang="en-GB" dirty="0">
                          <a:solidFill>
                            <a:schemeClr val="tx1"/>
                          </a:solidFill>
                        </a:rPr>
                        <a:t>1</a:t>
                      </a:r>
                    </a:p>
                  </a:txBody>
                  <a:tcPr/>
                </a:tc>
                <a:tc>
                  <a:txBody>
                    <a:bodyPr/>
                    <a:lstStyle/>
                    <a:p>
                      <a:pPr algn="ctr"/>
                      <a:r>
                        <a:rPr lang="en-GB" dirty="0">
                          <a:solidFill>
                            <a:schemeClr val="tx1"/>
                          </a:solidFill>
                        </a:rPr>
                        <a:t>2</a:t>
                      </a:r>
                    </a:p>
                  </a:txBody>
                  <a:tcPr/>
                </a:tc>
                <a:tc>
                  <a:txBody>
                    <a:bodyPr/>
                    <a:lstStyle/>
                    <a:p>
                      <a:pPr algn="ctr"/>
                      <a:r>
                        <a:rPr lang="en-GB" dirty="0">
                          <a:solidFill>
                            <a:schemeClr val="tx1"/>
                          </a:solidFill>
                        </a:rPr>
                        <a:t>3</a:t>
                      </a:r>
                    </a:p>
                  </a:txBody>
                  <a:tcPr/>
                </a:tc>
                <a:tc>
                  <a:txBody>
                    <a:bodyPr/>
                    <a:lstStyle/>
                    <a:p>
                      <a:pPr algn="ctr"/>
                      <a:r>
                        <a:rPr lang="en-GB" dirty="0">
                          <a:solidFill>
                            <a:schemeClr val="tx1"/>
                          </a:solidFill>
                        </a:rPr>
                        <a:t>4</a:t>
                      </a:r>
                    </a:p>
                  </a:txBody>
                  <a:tcPr/>
                </a:tc>
                <a:extLst>
                  <a:ext uri="{0D108BD9-81ED-4DB2-BD59-A6C34878D82A}">
                    <a16:rowId xmlns:a16="http://schemas.microsoft.com/office/drawing/2014/main" xmlns="" val="4224596847"/>
                  </a:ext>
                </a:extLst>
              </a:tr>
              <a:tr h="304800">
                <a:tc>
                  <a:txBody>
                    <a:bodyPr/>
                    <a:lstStyle/>
                    <a:p>
                      <a:pPr algn="ctr"/>
                      <a:r>
                        <a:rPr lang="en-GB" dirty="0">
                          <a:solidFill>
                            <a:schemeClr val="tx1"/>
                          </a:solidFill>
                        </a:rPr>
                        <a:t>1</a:t>
                      </a:r>
                    </a:p>
                  </a:txBody>
                  <a:tcPr/>
                </a:tc>
                <a:tc>
                  <a:txBody>
                    <a:bodyPr/>
                    <a:lstStyle/>
                    <a:p>
                      <a:pPr lvl="0" algn="ctr">
                        <a:buNone/>
                      </a:pPr>
                      <a:r>
                        <a:rPr lang="en-GB" dirty="0">
                          <a:solidFill>
                            <a:schemeClr val="tx1"/>
                          </a:solidFill>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buNone/>
                      </a:pPr>
                      <a:r>
                        <a:rPr lang="en-GB" sz="1800" b="0" i="0" u="none" strike="noStrike" noProof="0" dirty="0">
                          <a:solidFill>
                            <a:schemeClr val="tx1"/>
                          </a:solidFill>
                          <a:latin typeface="Calibri"/>
                        </a:rPr>
                        <a:t>∞</a:t>
                      </a:r>
                      <a:endParaRPr lang="en-US"/>
                    </a:p>
                  </a:txBody>
                  <a:tcPr/>
                </a:tc>
                <a:extLst>
                  <a:ext uri="{0D108BD9-81ED-4DB2-BD59-A6C34878D82A}">
                    <a16:rowId xmlns:a16="http://schemas.microsoft.com/office/drawing/2014/main" xmlns="" val="758999052"/>
                  </a:ext>
                </a:extLst>
              </a:tr>
              <a:tr h="304800">
                <a:tc>
                  <a:txBody>
                    <a:bodyPr/>
                    <a:lstStyle/>
                    <a:p>
                      <a:pPr algn="ctr"/>
                      <a:r>
                        <a:rPr lang="en-GB" dirty="0">
                          <a:solidFill>
                            <a:schemeClr val="tx1"/>
                          </a:solidFill>
                        </a:rPr>
                        <a:t>2</a:t>
                      </a:r>
                    </a:p>
                  </a:txBody>
                  <a:tcPr/>
                </a:tc>
                <a:tc>
                  <a:txBody>
                    <a:bodyPr/>
                    <a:lstStyle/>
                    <a:p>
                      <a:pPr algn="ctr"/>
                      <a:r>
                        <a:rPr lang="en-GB" dirty="0">
                          <a:solidFill>
                            <a:schemeClr val="tx1"/>
                          </a:solidFill>
                        </a:rPr>
                        <a:t>1</a:t>
                      </a:r>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rPr>
                        <a:t>∞</a:t>
                      </a:r>
                      <a:endParaRPr lang="en-GB" sz="1800" b="0" i="0" u="none" strike="noStrike" noProof="0" dirty="0"/>
                    </a:p>
                  </a:txBody>
                  <a:tcPr/>
                </a:tc>
                <a:tc>
                  <a:txBody>
                    <a:bodyPr/>
                    <a:lstStyle/>
                    <a:p>
                      <a:pPr lvl="0" algn="ctr">
                        <a:buNone/>
                      </a:pPr>
                      <a:r>
                        <a:rPr lang="en-GB" sz="1800" b="0" i="0" u="none" strike="noStrike" noProof="0" dirty="0">
                          <a:solidFill>
                            <a:schemeClr val="tx1"/>
                          </a:solidFill>
                        </a:rPr>
                        <a:t>∞</a:t>
                      </a:r>
                      <a:endParaRPr lang="en-US"/>
                    </a:p>
                  </a:txBody>
                  <a:tcPr/>
                </a:tc>
                <a:tc>
                  <a:txBody>
                    <a:bodyPr/>
                    <a:lstStyle/>
                    <a:p>
                      <a:pPr algn="ctr"/>
                      <a:r>
                        <a:rPr lang="en-GB" dirty="0">
                          <a:solidFill>
                            <a:schemeClr val="tx1"/>
                          </a:solidFill>
                        </a:rPr>
                        <a:t>0</a:t>
                      </a:r>
                    </a:p>
                  </a:txBody>
                  <a:tcPr/>
                </a:tc>
                <a:extLst>
                  <a:ext uri="{0D108BD9-81ED-4DB2-BD59-A6C34878D82A}">
                    <a16:rowId xmlns:a16="http://schemas.microsoft.com/office/drawing/2014/main" xmlns="" val="1319699744"/>
                  </a:ext>
                </a:extLst>
              </a:tr>
              <a:tr h="304800">
                <a:tc>
                  <a:txBody>
                    <a:bodyPr/>
                    <a:lstStyle/>
                    <a:p>
                      <a:pPr algn="ctr"/>
                      <a:r>
                        <a:rPr lang="en-GB" dirty="0">
                          <a:solidFill>
                            <a:schemeClr val="tx1"/>
                          </a:solidFill>
                        </a:rPr>
                        <a:t>3</a:t>
                      </a:r>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latin typeface="Calibri"/>
                        </a:rPr>
                        <a:t>∞</a:t>
                      </a:r>
                      <a:endParaRPr lang="en-GB" sz="1800" b="0" i="0" u="none" strike="noStrike" noProof="0" dirty="0">
                        <a:latin typeface="Calibri"/>
                      </a:endParaRPr>
                    </a:p>
                  </a:txBody>
                  <a:tcPr/>
                </a:tc>
                <a:tc>
                  <a:txBody>
                    <a:bodyPr/>
                    <a:lstStyle/>
                    <a:p>
                      <a:pPr algn="ctr"/>
                      <a:r>
                        <a:rPr lang="en-GB" dirty="0">
                          <a:solidFill>
                            <a:schemeClr val="tx1"/>
                          </a:solidFill>
                        </a:rPr>
                        <a:t>0</a:t>
                      </a:r>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algn="ctr"/>
                      <a:r>
                        <a:rPr lang="en-GB" dirty="0">
                          <a:solidFill>
                            <a:schemeClr val="tx1"/>
                          </a:solidFill>
                        </a:rPr>
                        <a:t>0</a:t>
                      </a:r>
                    </a:p>
                  </a:txBody>
                  <a:tcPr/>
                </a:tc>
                <a:extLst>
                  <a:ext uri="{0D108BD9-81ED-4DB2-BD59-A6C34878D82A}">
                    <a16:rowId xmlns:a16="http://schemas.microsoft.com/office/drawing/2014/main" xmlns="" val="1920493367"/>
                  </a:ext>
                </a:extLst>
              </a:tr>
              <a:tr h="304800">
                <a:tc>
                  <a:txBody>
                    <a:bodyPr/>
                    <a:lstStyle/>
                    <a:p>
                      <a:pPr algn="ctr"/>
                      <a:r>
                        <a:rPr lang="en-GB" dirty="0">
                          <a:solidFill>
                            <a:schemeClr val="tx1"/>
                          </a:solidFill>
                        </a:rPr>
                        <a:t>4</a:t>
                      </a:r>
                    </a:p>
                  </a:txBody>
                  <a:tcPr/>
                </a:tc>
                <a:tc>
                  <a:txBody>
                    <a:bodyPr/>
                    <a:lstStyle/>
                    <a:p>
                      <a:pPr algn="ctr"/>
                      <a:r>
                        <a:rPr lang="en-GB" dirty="0">
                          <a:solidFill>
                            <a:schemeClr val="tx1"/>
                          </a:solidFill>
                        </a:rPr>
                        <a:t>0</a:t>
                      </a:r>
                    </a:p>
                  </a:txBody>
                  <a:tcPr/>
                </a:tc>
                <a:tc>
                  <a:txBody>
                    <a:bodyPr/>
                    <a:lstStyle/>
                    <a:p>
                      <a:pPr algn="ctr"/>
                      <a:r>
                        <a:rPr lang="en-GB" dirty="0">
                          <a:solidFill>
                            <a:schemeClr val="tx1"/>
                          </a:solidFill>
                        </a:rPr>
                        <a:t>0</a:t>
                      </a:r>
                    </a:p>
                  </a:txBody>
                  <a:tcPr/>
                </a:tc>
                <a:tc>
                  <a:txBody>
                    <a:bodyPr/>
                    <a:lstStyle/>
                    <a:p>
                      <a:pPr lvl="0" algn="ctr">
                        <a:buNone/>
                      </a:pPr>
                      <a:r>
                        <a:rPr lang="en-GB" sz="1800" b="0" i="0" u="none" strike="noStrike" noProof="0" dirty="0">
                          <a:solidFill>
                            <a:schemeClr val="tx1"/>
                          </a:solidFill>
                          <a:latin typeface="Calibri"/>
                        </a:rPr>
                        <a:t>∞</a:t>
                      </a:r>
                      <a:endParaRPr lang="en-US"/>
                    </a:p>
                  </a:txBody>
                  <a:tcPr/>
                </a:tc>
                <a:tc>
                  <a:txBody>
                    <a:bodyPr/>
                    <a:lstStyle/>
                    <a:p>
                      <a:pPr lvl="0" algn="ctr">
                        <a:lnSpc>
                          <a:spcPct val="100000"/>
                        </a:lnSpc>
                        <a:spcBef>
                          <a:spcPts val="0"/>
                        </a:spcBef>
                        <a:spcAft>
                          <a:spcPts val="0"/>
                        </a:spcAft>
                        <a:buNone/>
                      </a:pPr>
                      <a:r>
                        <a:rPr lang="en-GB" sz="1800" b="0" i="0" u="none" strike="noStrike" noProof="0" dirty="0">
                          <a:solidFill>
                            <a:schemeClr val="tx1"/>
                          </a:solidFill>
                        </a:rPr>
                        <a:t>∞</a:t>
                      </a:r>
                      <a:endParaRPr lang="en-GB" sz="1800" b="0" i="0" u="none" strike="noStrike" noProof="0" dirty="0"/>
                    </a:p>
                  </a:txBody>
                  <a:tcPr/>
                </a:tc>
                <a:extLst>
                  <a:ext uri="{0D108BD9-81ED-4DB2-BD59-A6C34878D82A}">
                    <a16:rowId xmlns:a16="http://schemas.microsoft.com/office/drawing/2014/main" xmlns="" val="3608009573"/>
                  </a:ext>
                </a:extLst>
              </a:tr>
            </a:tbl>
          </a:graphicData>
        </a:graphic>
      </p:graphicFrame>
    </p:spTree>
    <p:extLst>
      <p:ext uri="{BB962C8B-B14F-4D97-AF65-F5344CB8AC3E}">
        <p14:creationId xmlns:p14="http://schemas.microsoft.com/office/powerpoint/2010/main" val="4073974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additive="base">
                                        <p:cTn id="11" dur="500" fill="hold"/>
                                        <p:tgtEl>
                                          <p:spTgt spid="46"/>
                                        </p:tgtEl>
                                        <p:attrNameLst>
                                          <p:attrName>ppt_x</p:attrName>
                                        </p:attrNameLst>
                                      </p:cBhvr>
                                      <p:tavLst>
                                        <p:tav tm="0">
                                          <p:val>
                                            <p:strVal val="#ppt_x"/>
                                          </p:val>
                                        </p:tav>
                                        <p:tav tm="100000">
                                          <p:val>
                                            <p:strVal val="#ppt_x"/>
                                          </p:val>
                                        </p:tav>
                                      </p:tavLst>
                                    </p:anim>
                                    <p:anim calcmode="lin" valueType="num">
                                      <p:cBhvr additive="base">
                                        <p:cTn id="12"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47"/>
                                        </p:tgtEl>
                                        <p:attrNameLst>
                                          <p:attrName>style.visibility</p:attrName>
                                        </p:attrNameLst>
                                      </p:cBhvr>
                                      <p:to>
                                        <p:strVal val="visible"/>
                                      </p:to>
                                    </p:set>
                                    <p:anim calcmode="lin" valueType="num">
                                      <p:cBhvr additive="base">
                                        <p:cTn id="26" dur="500" fill="hold"/>
                                        <p:tgtEl>
                                          <p:spTgt spid="47"/>
                                        </p:tgtEl>
                                        <p:attrNameLst>
                                          <p:attrName>ppt_x</p:attrName>
                                        </p:attrNameLst>
                                      </p:cBhvr>
                                      <p:tavLst>
                                        <p:tav tm="0">
                                          <p:val>
                                            <p:strVal val="#ppt_x"/>
                                          </p:val>
                                        </p:tav>
                                        <p:tav tm="100000">
                                          <p:val>
                                            <p:strVal val="#ppt_x"/>
                                          </p:val>
                                        </p:tav>
                                      </p:tavLst>
                                    </p:anim>
                                    <p:anim calcmode="lin" valueType="num">
                                      <p:cBhvr additive="base">
                                        <p:cTn id="27"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7"/>
                                        </p:tgtEl>
                                        <p:attrNameLst>
                                          <p:attrName>style.visibility</p:attrName>
                                        </p:attrNameLst>
                                      </p:cBhvr>
                                      <p:to>
                                        <p:strVal val="visible"/>
                                      </p:to>
                                    </p:set>
                                    <p:animEffect transition="in" filter="fade">
                                      <p:cBhvr>
                                        <p:cTn id="36" dur="500"/>
                                        <p:tgtEl>
                                          <p:spTgt spid="57"/>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59"/>
                                        </p:tgtEl>
                                        <p:attrNameLst>
                                          <p:attrName>style.visibility</p:attrName>
                                        </p:attrNameLst>
                                      </p:cBhvr>
                                      <p:to>
                                        <p:strVal val="visible"/>
                                      </p:to>
                                    </p:set>
                                    <p:anim calcmode="lin" valueType="num">
                                      <p:cBhvr additive="base">
                                        <p:cTn id="41" dur="500" fill="hold"/>
                                        <p:tgtEl>
                                          <p:spTgt spid="59"/>
                                        </p:tgtEl>
                                        <p:attrNameLst>
                                          <p:attrName>ppt_x</p:attrName>
                                        </p:attrNameLst>
                                      </p:cBhvr>
                                      <p:tavLst>
                                        <p:tav tm="0">
                                          <p:val>
                                            <p:strVal val="#ppt_x"/>
                                          </p:val>
                                        </p:tav>
                                        <p:tav tm="100000">
                                          <p:val>
                                            <p:strVal val="#ppt_x"/>
                                          </p:val>
                                        </p:tav>
                                      </p:tavLst>
                                    </p:anim>
                                    <p:anim calcmode="lin" valueType="num">
                                      <p:cBhvr additive="base">
                                        <p:cTn id="42"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p:bldP spid="58" grpId="0"/>
      <p:bldP spid="5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0651523-68DB-4DF5-B852-0292B300DC7A}"/>
              </a:ext>
            </a:extLst>
          </p:cNvPr>
          <p:cNvSpPr txBox="1"/>
          <p:nvPr/>
        </p:nvSpPr>
        <p:spPr>
          <a:xfrm>
            <a:off x="871268" y="4826372"/>
            <a:ext cx="1046197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Roboto"/>
              </a:rPr>
              <a:t>Ref: Travelling Salesman problem in Operations Research using Hungarian Method : by </a:t>
            </a:r>
            <a:r>
              <a:rPr lang="en-US" err="1">
                <a:latin typeface="Roboto"/>
              </a:rPr>
              <a:t>kauserwise</a:t>
            </a:r>
            <a:endParaRPr lang="en-US">
              <a:latin typeface="Roboto"/>
            </a:endParaRPr>
          </a:p>
        </p:txBody>
      </p:sp>
    </p:spTree>
    <p:extLst>
      <p:ext uri="{BB962C8B-B14F-4D97-AF65-F5344CB8AC3E}">
        <p14:creationId xmlns:p14="http://schemas.microsoft.com/office/powerpoint/2010/main" val="25597466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E71CFA69A98247845C383A00253C40" ma:contentTypeVersion="2" ma:contentTypeDescription="Create a new document." ma:contentTypeScope="" ma:versionID="f72964e7bbe5712c818c7fedd9512191">
  <xsd:schema xmlns:xsd="http://www.w3.org/2001/XMLSchema" xmlns:xs="http://www.w3.org/2001/XMLSchema" xmlns:p="http://schemas.microsoft.com/office/2006/metadata/properties" xmlns:ns2="df63d6c3-3097-4dac-9e01-3e35a00a78b2" targetNamespace="http://schemas.microsoft.com/office/2006/metadata/properties" ma:root="true" ma:fieldsID="ddd1b32bd9dd0fd619750b9a6d7097df" ns2:_="">
    <xsd:import namespace="df63d6c3-3097-4dac-9e01-3e35a00a78b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63d6c3-3097-4dac-9e01-3e35a00a78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52DE26-7296-496A-B470-3F586BA716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63d6c3-3097-4dac-9e01-3e35a00a78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2F2CC8A-6723-4BB3-BBD7-1B5B7698D7BA}">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0F0CD36-D99E-41EE-8228-C5A30729793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592</TotalTime>
  <Words>846</Words>
  <Application>Microsoft Office PowerPoint</Application>
  <PresentationFormat>Custom</PresentationFormat>
  <Paragraphs>694</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Travelling Salesman Problem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Lenovo</cp:lastModifiedBy>
  <cp:revision>772</cp:revision>
  <dcterms:created xsi:type="dcterms:W3CDTF">2020-09-01T13:59:02Z</dcterms:created>
  <dcterms:modified xsi:type="dcterms:W3CDTF">2023-08-11T01:23:40Z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0x0101008BE71CFA69A98247845C383A00253C40</vt:lpwstr>
  </property>
</Properties>
</file>