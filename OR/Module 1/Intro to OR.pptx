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2" r:id="rId28"/>
  </p:sldIdLst>
  <p:sldSz cx="12192000" cy="6858000"/>
  <p:notesSz cx="7559675" cy="106914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slide" Target="slides/slide1.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p>
            <a:pPr indent="0">
              <a:buNone/>
            </a:pPr>
            <a:endParaRPr lang="en-US" sz="1800" b="0" strike="noStrike" spc="-1">
              <a:solidFill>
                <a:schemeClr val="dk1"/>
              </a:solidFill>
              <a:latin typeface="Calibri" panose="020F0502020204030204"/>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p>
            <a:pPr indent="0" algn="ctr">
              <a:buNone/>
            </a:pPr>
            <a:endParaRPr lang="en-US" sz="3200" b="0" strike="noStrike" spc="-1">
              <a:solidFill>
                <a:srgbClr val="000000"/>
              </a:solidFill>
              <a:latin typeface="Arial" panose="020B0604020202020204"/>
            </a:endParaRPr>
          </a:p>
        </p:txBody>
      </p:sp>
      <p:sp>
        <p:nvSpPr>
          <p:cNvPr id="4" name="PlaceHolder 3"/>
          <p:cNvSpPr>
            <a:spLocks noGrp="1"/>
          </p:cNvSpPr>
          <p:nvPr>
            <p:ph type="ftr" idx="2"/>
          </p:nvPr>
        </p:nvSpPr>
        <p:spPr/>
        <p:txBody>
          <a:bodyPr/>
          <a:p>
            <a:r>
              <a:t>Footer</a:t>
            </a:r>
          </a:p>
        </p:txBody>
      </p:sp>
      <p:sp>
        <p:nvSpPr>
          <p:cNvPr id="2" name="PlaceHolder 4"/>
          <p:cNvSpPr>
            <a:spLocks noGrp="1"/>
          </p:cNvSpPr>
          <p:nvPr>
            <p:ph type="sldNum" idx="3"/>
          </p:nvPr>
        </p:nvSpPr>
        <p:spPr/>
        <p:txBody>
          <a:bodyPr/>
          <a:p>
            <a:fld id="{A53C9F40-0FE0-4235-8EB1-4EFF1AC3D232}" type="slidenum">
              <a:rPr/>
            </a:fld>
            <a:endParaRPr/>
          </a:p>
        </p:txBody>
      </p:sp>
      <p:sp>
        <p:nvSpPr>
          <p:cNvPr id="3" name="PlaceHolder 5"/>
          <p:cNvSpPr>
            <a:spLocks noGrp="1"/>
          </p:cNvSpPr>
          <p:nvPr>
            <p:ph type="dt" idx="1"/>
          </p:nvPr>
        </p:nvSpPr>
        <p:spPr/>
        <p:txBody>
          <a:bodyPr/>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35B7E685-50AE-4F06-8CF2-7FEB7739BABB}" type="slidenum">
              <a:rPr/>
            </a:fld>
            <a:endParaRPr/>
          </a:p>
        </p:txBody>
      </p:sp>
      <p:sp>
        <p:nvSpPr>
          <p:cNvPr id="4" name="PlaceHolder 3"/>
          <p:cNvSpPr>
            <a:spLocks noGrp="1"/>
          </p:cNvSpPr>
          <p:nvPr>
            <p:ph type="dt" idx="4"/>
          </p:nvPr>
        </p:nvSpPr>
        <p:spPr/>
        <p:txBody>
          <a:bodyPr/>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8C4DF442-FB49-4DE8-BED6-0C0BC7EBACB5}" type="slidenum">
              <a:rPr/>
            </a:fld>
            <a:endParaRPr/>
          </a:p>
        </p:txBody>
      </p:sp>
      <p:sp>
        <p:nvSpPr>
          <p:cNvPr id="4" name="PlaceHolder 3"/>
          <p:cNvSpPr>
            <a:spLocks noGrp="1"/>
          </p:cNvSpPr>
          <p:nvPr>
            <p:ph type="dt" idx="7"/>
          </p:nvPr>
        </p:nvSpPr>
        <p:spPr/>
        <p:txBody>
          <a:bodyPr/>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p>
            <a:pPr indent="0">
              <a:buNone/>
            </a:pPr>
            <a:endParaRPr lang="en-US" sz="1800" b="0" strike="noStrike" spc="-1">
              <a:solidFill>
                <a:schemeClr val="dk1"/>
              </a:solidFill>
              <a:latin typeface="Calibri" panose="020F0502020204030204"/>
            </a:endParaRPr>
          </a:p>
        </p:txBody>
      </p:sp>
      <p:sp>
        <p:nvSpPr>
          <p:cNvPr id="23"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3E7C7DAC-9378-4397-84CB-D59B91421BBB}" type="slidenum">
              <a:rPr/>
            </a:fld>
            <a:endParaRPr/>
          </a:p>
        </p:txBody>
      </p:sp>
      <p:sp>
        <p:nvSpPr>
          <p:cNvPr id="6" name="PlaceHolder 5"/>
          <p:cNvSpPr>
            <a:spLocks noGrp="1"/>
          </p:cNvSpPr>
          <p:nvPr>
            <p:ph type="dt" idx="10"/>
          </p:nvPr>
        </p:nvSpPr>
        <p:spPr/>
        <p:txBody>
          <a:bodyPr/>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E21CC29F-34E9-4C26-9E3A-6748027B6F63}" type="slidenum">
              <a:rPr/>
            </a:fld>
            <a:endParaRPr/>
          </a:p>
        </p:txBody>
      </p:sp>
      <p:sp>
        <p:nvSpPr>
          <p:cNvPr id="4" name="PlaceHolder 3"/>
          <p:cNvSpPr>
            <a:spLocks noGrp="1"/>
          </p:cNvSpPr>
          <p:nvPr>
            <p:ph type="dt" idx="13"/>
          </p:nvPr>
        </p:nvSpPr>
        <p:spPr/>
        <p:txBody>
          <a:bodyPr/>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p>
            <a:pPr indent="0">
              <a:buNone/>
            </a:pPr>
            <a:endParaRPr lang="en-US" sz="1800" b="0" strike="noStrike" spc="-1">
              <a:solidFill>
                <a:schemeClr val="dk1"/>
              </a:solidFill>
              <a:latin typeface="Calibri" panose="020F0502020204030204"/>
            </a:endParaRPr>
          </a:p>
        </p:txBody>
      </p:sp>
      <p:sp>
        <p:nvSpPr>
          <p:cNvPr id="36"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3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p>
            <a:pPr indent="0">
              <a:lnSpc>
                <a:spcPct val="90000"/>
              </a:lnSpc>
              <a:spcBef>
                <a:spcPts val="1415"/>
              </a:spcBef>
              <a:buNone/>
            </a:pPr>
            <a:endParaRPr lang="en-US" sz="2800" b="0" strike="noStrike" spc="-1">
              <a:solidFill>
                <a:schemeClr val="dk1"/>
              </a:solidFill>
              <a:latin typeface="Calibri" panose="020F0502020204030204"/>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F2E87113-9DEB-4C9F-BE31-82350C0C70BA}" type="slidenum">
              <a:rPr/>
            </a:fld>
            <a:endParaRPr/>
          </a:p>
        </p:txBody>
      </p:sp>
      <p:sp>
        <p:nvSpPr>
          <p:cNvPr id="7" name="PlaceHolder 6"/>
          <p:cNvSpPr>
            <a:spLocks noGrp="1"/>
          </p:cNvSpPr>
          <p:nvPr>
            <p:ph type="dt" idx="16"/>
          </p:nvPr>
        </p:nvSpPr>
        <p:spPr/>
        <p:txBody>
          <a:bodyPr/>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0BA58726-840F-49DE-8898-ABA8573693C0}" type="slidenum">
              <a:rPr/>
            </a:fld>
            <a:endParaRPr/>
          </a:p>
        </p:txBody>
      </p:sp>
      <p:sp>
        <p:nvSpPr>
          <p:cNvPr id="4" name="PlaceHolder 3"/>
          <p:cNvSpPr>
            <a:spLocks noGrp="1"/>
          </p:cNvSpPr>
          <p:nvPr>
            <p:ph type="dt" idx="19"/>
          </p:nvPr>
        </p:nvSpPr>
        <p:spPr/>
        <p:txBody>
          <a:bodyPr/>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p>
            <a:pPr indent="0">
              <a:buNone/>
            </a:pPr>
            <a:endParaRPr lang="en-US" sz="1800" b="0" strike="noStrike" spc="-1">
              <a:solidFill>
                <a:schemeClr val="dk1"/>
              </a:solidFill>
              <a:latin typeface="Calibri" panose="020F0502020204030204"/>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7013EB80-415C-4F54-B1BE-BA636B25BAC9}" type="slidenum">
              <a:rPr/>
            </a:fld>
            <a:endParaRPr/>
          </a:p>
        </p:txBody>
      </p:sp>
      <p:sp>
        <p:nvSpPr>
          <p:cNvPr id="5" name="PlaceHolder 4"/>
          <p:cNvSpPr>
            <a:spLocks noGrp="1"/>
          </p:cNvSpPr>
          <p:nvPr>
            <p:ph type="dt" idx="22"/>
          </p:nvPr>
        </p:nvSpPr>
        <p:spPr/>
        <p:txBody>
          <a:bodyPr/>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1646EEB9-9839-4F93-A8C2-A606A3DA68FF}" type="slidenum">
              <a:rPr/>
            </a:fld>
            <a:endParaRPr/>
          </a:p>
        </p:txBody>
      </p:sp>
      <p:sp>
        <p:nvSpPr>
          <p:cNvPr id="4" name="PlaceHolder 3"/>
          <p:cNvSpPr>
            <a:spLocks noGrp="1"/>
          </p:cNvSpPr>
          <p:nvPr>
            <p:ph type="dt" idx="25"/>
          </p:nvPr>
        </p:nvSpPr>
        <p:spPr/>
        <p:txBody>
          <a:bodyPr/>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5022AA71-C1DF-4BBE-AB23-F124DFB7CA66}" type="slidenum">
              <a:rPr/>
            </a:fld>
            <a:endParaRPr/>
          </a:p>
        </p:txBody>
      </p:sp>
      <p:sp>
        <p:nvSpPr>
          <p:cNvPr id="4" name="PlaceHolder 3"/>
          <p:cNvSpPr>
            <a:spLocks noGrp="1"/>
          </p:cNvSpPr>
          <p:nvPr>
            <p:ph type="dt" idx="28"/>
          </p:nvPr>
        </p:nvSpPr>
        <p:spPr/>
        <p:txBody>
          <a:bodyPr/>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4179B376-81A3-46B6-9A30-142D0A0D5E40}" type="slidenum">
              <a:rPr/>
            </a:fld>
            <a:endParaRPr/>
          </a:p>
        </p:txBody>
      </p:sp>
      <p:sp>
        <p:nvSpPr>
          <p:cNvPr id="4" name="PlaceHolder 3"/>
          <p:cNvSpPr>
            <a:spLocks noGrp="1"/>
          </p:cNvSpPr>
          <p:nvPr>
            <p:ph type="dt" idx="31"/>
          </p:nvPr>
        </p:nvSpPr>
        <p:spPr/>
        <p:txBody>
          <a:bodyPr/>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p>
            <a:pPr indent="0" algn="ctr" defTabSz="914400">
              <a:lnSpc>
                <a:spcPct val="90000"/>
              </a:lnSpc>
              <a:buNone/>
            </a:pPr>
            <a:r>
              <a:rPr lang="en-US" sz="6000" b="0" strike="noStrike" spc="-1">
                <a:solidFill>
                  <a:schemeClr val="dk1"/>
                </a:solidFill>
                <a:latin typeface="Calibri Light" panose="020F0302020204030204"/>
              </a:rPr>
              <a:t>Click to edit Master title </a:t>
            </a:r>
            <a:r>
              <a:rPr lang="en-US" sz="6000" b="0" strike="noStrike" spc="-1">
                <a:solidFill>
                  <a:schemeClr val="dk1"/>
                </a:solidFill>
                <a:latin typeface="Calibri Light" panose="020F0302020204030204"/>
              </a:rPr>
              <a:t>style</a:t>
            </a:r>
            <a:endParaRPr lang="en-US" sz="6000" b="0" strike="noStrike" spc="-1">
              <a:solidFill>
                <a:schemeClr val="dk1"/>
              </a:solidFill>
              <a:latin typeface="Calibri" panose="020F0502020204030204"/>
            </a:endParaRPr>
          </a:p>
        </p:txBody>
      </p:sp>
      <p:sp>
        <p:nvSpPr>
          <p:cNvPr id="2"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3"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4"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620A5A58-617A-416A-B43F-FA71E9318D04}"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
        <p:nvSpPr>
          <p:cNvPr id="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p>
            <a:pPr marL="431800" indent="-323850">
              <a:lnSpc>
                <a:spcPct val="90000"/>
              </a:lnSpc>
              <a:spcBef>
                <a:spcPts val="1415"/>
              </a:spcBef>
              <a:buClr>
                <a:srgbClr val="000000"/>
              </a:buClr>
              <a:buSzPct val="45000"/>
              <a:buFont typeface="Wingdings" panose="05000000000000000000" pitchFamily="2" charset="2"/>
              <a:buChar char=""/>
            </a:pPr>
            <a:r>
              <a:rPr lang="en-US" sz="2800" b="0" strike="noStrike" spc="-1">
                <a:solidFill>
                  <a:schemeClr val="dk1"/>
                </a:solidFill>
                <a:latin typeface="Calibri" panose="020F0502020204030204"/>
              </a:rPr>
              <a:t>Click to edit the outline text format</a:t>
            </a:r>
            <a:endParaRPr lang="en-US" sz="2800" b="0" strike="noStrike" spc="-1">
              <a:solidFill>
                <a:schemeClr val="dk1"/>
              </a:solidFill>
              <a:latin typeface="Calibri" panose="020F0502020204030204"/>
            </a:endParaRPr>
          </a:p>
          <a:p>
            <a:pPr marL="864235" lvl="1" indent="-323850">
              <a:lnSpc>
                <a:spcPct val="90000"/>
              </a:lnSpc>
              <a:spcBef>
                <a:spcPts val="1135"/>
              </a:spcBef>
              <a:buClr>
                <a:srgbClr val="000000"/>
              </a:buClr>
              <a:buSzPct val="75000"/>
              <a:buFont typeface="Symbol" panose="05050102010706020507" charset="2"/>
              <a:buChar char=""/>
            </a:pPr>
            <a:r>
              <a:rPr lang="en-US" sz="2000" b="0" strike="noStrike" spc="-1">
                <a:solidFill>
                  <a:schemeClr val="dk1"/>
                </a:solidFill>
                <a:latin typeface="Calibri" panose="020F0502020204030204"/>
              </a:rPr>
              <a:t>Second Outline Level</a:t>
            </a:r>
            <a:endParaRPr lang="en-US" sz="2000" b="0" strike="noStrike" spc="-1">
              <a:solidFill>
                <a:schemeClr val="dk1"/>
              </a:solidFill>
              <a:latin typeface="Calibri" panose="020F0502020204030204"/>
            </a:endParaRPr>
          </a:p>
          <a:p>
            <a:pPr marL="1296035" lvl="2" indent="-288290">
              <a:lnSpc>
                <a:spcPct val="90000"/>
              </a:lnSpc>
              <a:spcBef>
                <a:spcPts val="850"/>
              </a:spcBef>
              <a:buClr>
                <a:srgbClr val="000000"/>
              </a:buClr>
              <a:buSzPct val="45000"/>
              <a:buFont typeface="Wingdings" panose="05000000000000000000" pitchFamily="2" charset="2"/>
              <a:buChar char=""/>
            </a:pPr>
            <a:r>
              <a:rPr lang="en-US" sz="1800" b="0" strike="noStrike" spc="-1">
                <a:solidFill>
                  <a:schemeClr val="dk1"/>
                </a:solidFill>
                <a:latin typeface="Calibri" panose="020F0502020204030204"/>
              </a:rPr>
              <a:t>Third Outline Level</a:t>
            </a:r>
            <a:endParaRPr lang="en-US" sz="1800" b="0" strike="noStrike" spc="-1">
              <a:solidFill>
                <a:schemeClr val="dk1"/>
              </a:solidFill>
              <a:latin typeface="Calibri" panose="020F0502020204030204"/>
            </a:endParaRPr>
          </a:p>
          <a:p>
            <a:pPr marL="1727835" lvl="3" indent="-215900">
              <a:lnSpc>
                <a:spcPct val="90000"/>
              </a:lnSpc>
              <a:spcBef>
                <a:spcPts val="565"/>
              </a:spcBef>
              <a:buClr>
                <a:srgbClr val="000000"/>
              </a:buClr>
              <a:buSzPct val="75000"/>
              <a:buFont typeface="Symbol" panose="05050102010706020507" charset="2"/>
              <a:buChar char=""/>
            </a:pPr>
            <a:r>
              <a:rPr lang="en-US" sz="1800" b="0" strike="noStrike" spc="-1">
                <a:solidFill>
                  <a:schemeClr val="dk1"/>
                </a:solidFill>
                <a:latin typeface="Calibri" panose="020F0502020204030204"/>
              </a:rPr>
              <a:t>Fourth Outline Level</a:t>
            </a:r>
            <a:endParaRPr lang="en-US" sz="1800" b="0" strike="noStrike" spc="-1">
              <a:solidFill>
                <a:schemeClr val="dk1"/>
              </a:solidFill>
              <a:latin typeface="Calibri" panose="020F0502020204030204"/>
            </a:endParaRPr>
          </a:p>
          <a:p>
            <a:pPr marL="2160270" lvl="4"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chemeClr val="dk1"/>
                </a:solidFill>
                <a:latin typeface="Calibri" panose="020F0502020204030204"/>
              </a:rPr>
              <a:t>Fifth Outline Level</a:t>
            </a:r>
            <a:endParaRPr lang="en-US" sz="2000" b="0" strike="noStrike" spc="-1">
              <a:solidFill>
                <a:schemeClr val="dk1"/>
              </a:solidFill>
              <a:latin typeface="Calibri" panose="020F0502020204030204"/>
            </a:endParaRPr>
          </a:p>
          <a:p>
            <a:pPr marL="2592070" lvl="5"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chemeClr val="dk1"/>
                </a:solidFill>
                <a:latin typeface="Calibri" panose="020F0502020204030204"/>
              </a:rPr>
              <a:t>Sixth Outline Level</a:t>
            </a:r>
            <a:endParaRPr lang="en-US" sz="2000" b="0" strike="noStrike" spc="-1">
              <a:solidFill>
                <a:schemeClr val="dk1"/>
              </a:solidFill>
              <a:latin typeface="Calibri" panose="020F0502020204030204"/>
            </a:endParaRPr>
          </a:p>
          <a:p>
            <a:pPr marL="3023870" lvl="6" indent="-215900">
              <a:lnSpc>
                <a:spcPct val="90000"/>
              </a:lnSpc>
              <a:spcBef>
                <a:spcPts val="285"/>
              </a:spcBef>
              <a:buClr>
                <a:srgbClr val="000000"/>
              </a:buClr>
              <a:buSzPct val="45000"/>
              <a:buFont typeface="Wingdings" panose="05000000000000000000" pitchFamily="2" charset="2"/>
              <a:buChar char=""/>
            </a:pPr>
            <a:r>
              <a:rPr lang="en-US" sz="2000" b="0" strike="noStrike" spc="-1">
                <a:solidFill>
                  <a:schemeClr val="dk1"/>
                </a:solidFill>
                <a:latin typeface="Calibri" panose="020F0502020204030204"/>
              </a:rPr>
              <a:t>Seventh Outline Level</a:t>
            </a:r>
            <a:endParaRPr lang="en-US" sz="2000" b="0" strike="noStrike" spc="-1">
              <a:solidFill>
                <a:schemeClr val="dk1"/>
              </a:solidFill>
              <a:latin typeface="Calibri" panose="020F0502020204030204"/>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defTabSz="914400">
              <a:lnSpc>
                <a:spcPct val="90000"/>
              </a:lnSpc>
              <a:buNone/>
            </a:pPr>
            <a:r>
              <a:rPr lang="en-US" sz="4400" b="0" strike="noStrike" spc="-1">
                <a:solidFill>
                  <a:schemeClr val="dk1"/>
                </a:solidFill>
                <a:latin typeface="Calibri Light" panose="020F0302020204030204"/>
              </a:rPr>
              <a:t>Cli</a:t>
            </a:r>
            <a:r>
              <a:rPr lang="en-US" sz="4400" b="0" strike="noStrike" spc="-1">
                <a:solidFill>
                  <a:schemeClr val="dk1"/>
                </a:solidFill>
                <a:latin typeface="Calibri Light" panose="020F0302020204030204"/>
              </a:rPr>
              <a:t>ck </a:t>
            </a:r>
            <a:r>
              <a:rPr lang="en-US" sz="4400" b="0" strike="noStrike" spc="-1">
                <a:solidFill>
                  <a:schemeClr val="dk1"/>
                </a:solidFill>
                <a:latin typeface="Calibri Light" panose="020F0302020204030204"/>
              </a:rPr>
              <a:t>to </a:t>
            </a:r>
            <a:r>
              <a:rPr lang="en-US" sz="4400" b="0" strike="noStrike" spc="-1">
                <a:solidFill>
                  <a:schemeClr val="dk1"/>
                </a:solidFill>
                <a:latin typeface="Calibri Light" panose="020F0302020204030204"/>
              </a:rPr>
              <a:t>edi</a:t>
            </a:r>
            <a:r>
              <a:rPr lang="en-US" sz="4400" b="0" strike="noStrike" spc="-1">
                <a:solidFill>
                  <a:schemeClr val="dk1"/>
                </a:solidFill>
                <a:latin typeface="Calibri Light" panose="020F0302020204030204"/>
              </a:rPr>
              <a:t>t </a:t>
            </a:r>
            <a:r>
              <a:rPr lang="en-US" sz="4400" b="0" strike="noStrike" spc="-1">
                <a:solidFill>
                  <a:schemeClr val="dk1"/>
                </a:solidFill>
                <a:latin typeface="Calibri Light" panose="020F0302020204030204"/>
              </a:rPr>
              <a:t>Ma</a:t>
            </a:r>
            <a:r>
              <a:rPr lang="en-US" sz="4400" b="0" strike="noStrike" spc="-1">
                <a:solidFill>
                  <a:schemeClr val="dk1"/>
                </a:solidFill>
                <a:latin typeface="Calibri Light" panose="020F0302020204030204"/>
              </a:rPr>
              <a:t>ste</a:t>
            </a:r>
            <a:r>
              <a:rPr lang="en-US" sz="4400" b="0" strike="noStrike" spc="-1">
                <a:solidFill>
                  <a:schemeClr val="dk1"/>
                </a:solidFill>
                <a:latin typeface="Calibri Light" panose="020F0302020204030204"/>
              </a:rPr>
              <a:t>r </a:t>
            </a:r>
            <a:r>
              <a:rPr lang="en-US" sz="4400" b="0" strike="noStrike" spc="-1">
                <a:solidFill>
                  <a:schemeClr val="dk1"/>
                </a:solidFill>
                <a:latin typeface="Calibri Light" panose="020F0302020204030204"/>
              </a:rPr>
              <a:t>titl</a:t>
            </a:r>
            <a:r>
              <a:rPr lang="en-US" sz="4400" b="0" strike="noStrike" spc="-1">
                <a:solidFill>
                  <a:schemeClr val="dk1"/>
                </a:solidFill>
                <a:latin typeface="Calibri Light" panose="020F0302020204030204"/>
              </a:rPr>
              <a:t>e </a:t>
            </a:r>
            <a:r>
              <a:rPr lang="en-US" sz="4400" b="0" strike="noStrike" spc="-1">
                <a:solidFill>
                  <a:schemeClr val="dk1"/>
                </a:solidFill>
                <a:latin typeface="Calibri Light" panose="020F0302020204030204"/>
              </a:rPr>
              <a:t>sty</a:t>
            </a:r>
            <a:r>
              <a:rPr lang="en-US" sz="4400" b="0" strike="noStrike" spc="-1">
                <a:solidFill>
                  <a:schemeClr val="dk1"/>
                </a:solidFill>
                <a:latin typeface="Calibri Light" panose="020F0302020204030204"/>
              </a:rPr>
              <a:t>le</a:t>
            </a:r>
            <a:endParaRPr lang="en-US" sz="4400" b="0" strike="noStrike" spc="-1">
              <a:solidFill>
                <a:schemeClr val="dk1"/>
              </a:solidFill>
              <a:latin typeface="Calibri" panose="020F0502020204030204"/>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p>
            <a:pPr marL="228600" indent="-228600" defTabSz="914400">
              <a:lnSpc>
                <a:spcPct val="90000"/>
              </a:lnSpc>
              <a:spcBef>
                <a:spcPts val="1000"/>
              </a:spcBef>
              <a:buClr>
                <a:srgbClr val="000000"/>
              </a:buClr>
              <a:buFont typeface="Arial" panose="020B0604020202020204"/>
              <a:buChar char="•"/>
            </a:pPr>
            <a:r>
              <a:rPr lang="en-US" sz="2800" b="0" strike="noStrike" spc="-1">
                <a:solidFill>
                  <a:schemeClr val="dk1"/>
                </a:solidFill>
                <a:latin typeface="Calibri" panose="020F0502020204030204"/>
              </a:rPr>
              <a:t>Click to edit Master text styles</a:t>
            </a:r>
            <a:endParaRPr lang="en-US" sz="2800" b="0" strike="noStrike" spc="-1">
              <a:solidFill>
                <a:schemeClr val="dk1"/>
              </a:solidFill>
              <a:latin typeface="Calibri" panose="020F0502020204030204"/>
            </a:endParaRPr>
          </a:p>
          <a:p>
            <a:pPr marL="685800" lvl="1" indent="-228600" defTabSz="914400">
              <a:lnSpc>
                <a:spcPct val="90000"/>
              </a:lnSpc>
              <a:spcBef>
                <a:spcPts val="500"/>
              </a:spcBef>
              <a:buClr>
                <a:srgbClr val="000000"/>
              </a:buClr>
              <a:buFont typeface="Arial" panose="020B0604020202020204"/>
              <a:buChar char="•"/>
            </a:pPr>
            <a:r>
              <a:rPr lang="en-US" sz="2400" b="0" strike="noStrike" spc="-1">
                <a:solidFill>
                  <a:schemeClr val="dk1"/>
                </a:solidFill>
                <a:latin typeface="Calibri" panose="020F0502020204030204"/>
              </a:rPr>
              <a:t>Second level</a:t>
            </a:r>
            <a:endParaRPr lang="en-US" sz="2400" b="0" strike="noStrike" spc="-1">
              <a:solidFill>
                <a:schemeClr val="dk1"/>
              </a:solidFill>
              <a:latin typeface="Calibri" panose="020F0502020204030204"/>
            </a:endParaRPr>
          </a:p>
          <a:p>
            <a:pPr marL="1143000" lvl="2" indent="-228600" defTabSz="914400">
              <a:lnSpc>
                <a:spcPct val="90000"/>
              </a:lnSpc>
              <a:spcBef>
                <a:spcPts val="500"/>
              </a:spcBef>
              <a:buClr>
                <a:srgbClr val="000000"/>
              </a:buClr>
              <a:buFont typeface="Arial" panose="020B0604020202020204"/>
              <a:buChar char="•"/>
            </a:pPr>
            <a:r>
              <a:rPr lang="en-US" sz="2000" b="0" strike="noStrike" spc="-1">
                <a:solidFill>
                  <a:schemeClr val="dk1"/>
                </a:solidFill>
                <a:latin typeface="Calibri" panose="020F0502020204030204"/>
              </a:rPr>
              <a:t>Third level</a:t>
            </a:r>
            <a:endParaRPr lang="en-US" sz="2000" b="0" strike="noStrike" spc="-1">
              <a:solidFill>
                <a:schemeClr val="dk1"/>
              </a:solidFill>
              <a:latin typeface="Calibri" panose="020F0502020204030204"/>
            </a:endParaRPr>
          </a:p>
          <a:p>
            <a:pPr marL="1600200" lvl="3"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Fourth level</a:t>
            </a:r>
            <a:endParaRPr lang="en-US" sz="1800" b="0" strike="noStrike" spc="-1">
              <a:solidFill>
                <a:schemeClr val="dk1"/>
              </a:solidFill>
              <a:latin typeface="Calibri" panose="020F0502020204030204"/>
            </a:endParaRPr>
          </a:p>
          <a:p>
            <a:pPr marL="2057400" lvl="4"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Fifth level</a:t>
            </a:r>
            <a:endParaRPr lang="en-US" sz="1800" b="0" strike="noStrike" spc="-1">
              <a:solidFill>
                <a:schemeClr val="dk1"/>
              </a:solidFill>
              <a:latin typeface="Calibri" panose="020F0502020204030204"/>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0EFB35F1-9824-492F-B1C5-8F9630519F6A}"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p>
            <a:pPr indent="0" defTabSz="914400">
              <a:lnSpc>
                <a:spcPct val="90000"/>
              </a:lnSpc>
              <a:buNone/>
            </a:pPr>
            <a:r>
              <a:rPr lang="en-US" sz="4400" b="0" strike="noStrike" spc="-1">
                <a:solidFill>
                  <a:schemeClr val="dk1"/>
                </a:solidFill>
                <a:latin typeface="Calibri Light" panose="020F0302020204030204"/>
              </a:rPr>
              <a:t>Cl</a:t>
            </a:r>
            <a:r>
              <a:rPr lang="en-US" sz="4400" b="0" strike="noStrike" spc="-1">
                <a:solidFill>
                  <a:schemeClr val="dk1"/>
                </a:solidFill>
                <a:latin typeface="Calibri Light" panose="020F0302020204030204"/>
              </a:rPr>
              <a:t>ic</a:t>
            </a:r>
            <a:r>
              <a:rPr lang="en-US" sz="4400" b="0" strike="noStrike" spc="-1">
                <a:solidFill>
                  <a:schemeClr val="dk1"/>
                </a:solidFill>
                <a:latin typeface="Calibri Light" panose="020F0302020204030204"/>
              </a:rPr>
              <a:t>k </a:t>
            </a:r>
            <a:r>
              <a:rPr lang="en-US" sz="4400" b="0" strike="noStrike" spc="-1">
                <a:solidFill>
                  <a:schemeClr val="dk1"/>
                </a:solidFill>
                <a:latin typeface="Calibri Light" panose="020F0302020204030204"/>
              </a:rPr>
              <a:t>to </a:t>
            </a:r>
            <a:r>
              <a:rPr lang="en-US" sz="4400" b="0" strike="noStrike" spc="-1">
                <a:solidFill>
                  <a:schemeClr val="dk1"/>
                </a:solidFill>
                <a:latin typeface="Calibri Light" panose="020F0302020204030204"/>
              </a:rPr>
              <a:t>e</a:t>
            </a:r>
            <a:r>
              <a:rPr lang="en-US" sz="4400" b="0" strike="noStrike" spc="-1">
                <a:solidFill>
                  <a:schemeClr val="dk1"/>
                </a:solidFill>
                <a:latin typeface="Calibri Light" panose="020F0302020204030204"/>
              </a:rPr>
              <a:t>di</a:t>
            </a:r>
            <a:r>
              <a:rPr lang="en-US" sz="4400" b="0" strike="noStrike" spc="-1">
                <a:solidFill>
                  <a:schemeClr val="dk1"/>
                </a:solidFill>
                <a:latin typeface="Calibri Light" panose="020F0302020204030204"/>
              </a:rPr>
              <a:t>t </a:t>
            </a:r>
            <a:r>
              <a:rPr lang="en-US" sz="4400" b="0" strike="noStrike" spc="-1">
                <a:solidFill>
                  <a:schemeClr val="dk1"/>
                </a:solidFill>
                <a:latin typeface="Calibri Light" panose="020F0302020204030204"/>
              </a:rPr>
              <a:t>M</a:t>
            </a:r>
            <a:r>
              <a:rPr lang="en-US" sz="4400" b="0" strike="noStrike" spc="-1">
                <a:solidFill>
                  <a:schemeClr val="dk1"/>
                </a:solidFill>
                <a:latin typeface="Calibri Light" panose="020F0302020204030204"/>
              </a:rPr>
              <a:t>a</a:t>
            </a:r>
            <a:r>
              <a:rPr lang="en-US" sz="4400" b="0" strike="noStrike" spc="-1">
                <a:solidFill>
                  <a:schemeClr val="dk1"/>
                </a:solidFill>
                <a:latin typeface="Calibri Light" panose="020F0302020204030204"/>
              </a:rPr>
              <a:t>st</a:t>
            </a:r>
            <a:r>
              <a:rPr lang="en-US" sz="4400" b="0" strike="noStrike" spc="-1">
                <a:solidFill>
                  <a:schemeClr val="dk1"/>
                </a:solidFill>
                <a:latin typeface="Calibri Light" panose="020F0302020204030204"/>
              </a:rPr>
              <a:t>er </a:t>
            </a:r>
            <a:r>
              <a:rPr lang="en-US" sz="4400" b="0" strike="noStrike" spc="-1">
                <a:solidFill>
                  <a:schemeClr val="dk1"/>
                </a:solidFill>
                <a:latin typeface="Calibri Light" panose="020F0302020204030204"/>
              </a:rPr>
              <a:t>tit</a:t>
            </a:r>
            <a:r>
              <a:rPr lang="en-US" sz="4400" b="0" strike="noStrike" spc="-1">
                <a:solidFill>
                  <a:schemeClr val="dk1"/>
                </a:solidFill>
                <a:latin typeface="Calibri Light" panose="020F0302020204030204"/>
              </a:rPr>
              <a:t>le </a:t>
            </a:r>
            <a:r>
              <a:rPr lang="en-US" sz="4400" b="0" strike="noStrike" spc="-1">
                <a:solidFill>
                  <a:schemeClr val="dk1"/>
                </a:solidFill>
                <a:latin typeface="Calibri Light" panose="020F0302020204030204"/>
              </a:rPr>
              <a:t>st</a:t>
            </a:r>
            <a:r>
              <a:rPr lang="en-US" sz="4400" b="0" strike="noStrike" spc="-1">
                <a:solidFill>
                  <a:schemeClr val="dk1"/>
                </a:solidFill>
                <a:latin typeface="Calibri Light" panose="020F0302020204030204"/>
              </a:rPr>
              <a:t>yl</a:t>
            </a:r>
            <a:r>
              <a:rPr lang="en-US" sz="4400" b="0" strike="noStrike" spc="-1">
                <a:solidFill>
                  <a:schemeClr val="dk1"/>
                </a:solidFill>
                <a:latin typeface="Calibri Light" panose="020F0302020204030204"/>
              </a:rPr>
              <a:t>e</a:t>
            </a:r>
            <a:endParaRPr lang="en-US" sz="4400" b="0" strike="noStrike" spc="-1">
              <a:solidFill>
                <a:schemeClr val="dk1"/>
              </a:solidFill>
              <a:latin typeface="Calibri" panose="020F0502020204030204"/>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p>
            <a:pPr marL="228600" indent="-228600" defTabSz="914400">
              <a:lnSpc>
                <a:spcPct val="90000"/>
              </a:lnSpc>
              <a:spcBef>
                <a:spcPts val="1000"/>
              </a:spcBef>
              <a:buClr>
                <a:srgbClr val="000000"/>
              </a:buClr>
              <a:buFont typeface="Arial" panose="020B0604020202020204"/>
              <a:buChar char="•"/>
            </a:pPr>
            <a:r>
              <a:rPr lang="en-US" sz="2800" b="0" strike="noStrike" spc="-1">
                <a:solidFill>
                  <a:schemeClr val="dk1"/>
                </a:solidFill>
                <a:latin typeface="Calibri" panose="020F0502020204030204"/>
              </a:rPr>
              <a:t>Click to edit Master text styles</a:t>
            </a:r>
            <a:endParaRPr lang="en-US" sz="2800" b="0" strike="noStrike" spc="-1">
              <a:solidFill>
                <a:schemeClr val="dk1"/>
              </a:solidFill>
              <a:latin typeface="Calibri" panose="020F0502020204030204"/>
            </a:endParaRPr>
          </a:p>
          <a:p>
            <a:pPr marL="685800" lvl="1" indent="-228600" defTabSz="914400">
              <a:lnSpc>
                <a:spcPct val="90000"/>
              </a:lnSpc>
              <a:spcBef>
                <a:spcPts val="500"/>
              </a:spcBef>
              <a:buClr>
                <a:srgbClr val="000000"/>
              </a:buClr>
              <a:buFont typeface="Arial" panose="020B0604020202020204"/>
              <a:buChar char="•"/>
            </a:pPr>
            <a:r>
              <a:rPr lang="en-US" sz="2400" b="0" strike="noStrike" spc="-1">
                <a:solidFill>
                  <a:schemeClr val="dk1"/>
                </a:solidFill>
                <a:latin typeface="Calibri" panose="020F0502020204030204"/>
              </a:rPr>
              <a:t>Second level</a:t>
            </a:r>
            <a:endParaRPr lang="en-US" sz="2400" b="0" strike="noStrike" spc="-1">
              <a:solidFill>
                <a:schemeClr val="dk1"/>
              </a:solidFill>
              <a:latin typeface="Calibri" panose="020F0502020204030204"/>
            </a:endParaRPr>
          </a:p>
          <a:p>
            <a:pPr marL="1143000" lvl="2" indent="-228600" defTabSz="914400">
              <a:lnSpc>
                <a:spcPct val="90000"/>
              </a:lnSpc>
              <a:spcBef>
                <a:spcPts val="500"/>
              </a:spcBef>
              <a:buClr>
                <a:srgbClr val="000000"/>
              </a:buClr>
              <a:buFont typeface="Arial" panose="020B0604020202020204"/>
              <a:buChar char="•"/>
            </a:pPr>
            <a:r>
              <a:rPr lang="en-US" sz="2000" b="0" strike="noStrike" spc="-1">
                <a:solidFill>
                  <a:schemeClr val="dk1"/>
                </a:solidFill>
                <a:latin typeface="Calibri" panose="020F0502020204030204"/>
              </a:rPr>
              <a:t>Third level</a:t>
            </a:r>
            <a:endParaRPr lang="en-US" sz="2000" b="0" strike="noStrike" spc="-1">
              <a:solidFill>
                <a:schemeClr val="dk1"/>
              </a:solidFill>
              <a:latin typeface="Calibri" panose="020F0502020204030204"/>
            </a:endParaRPr>
          </a:p>
          <a:p>
            <a:pPr marL="1600200" lvl="3"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Fourth level</a:t>
            </a:r>
            <a:endParaRPr lang="en-US" sz="1800" b="0" strike="noStrike" spc="-1">
              <a:solidFill>
                <a:schemeClr val="dk1"/>
              </a:solidFill>
              <a:latin typeface="Calibri" panose="020F0502020204030204"/>
            </a:endParaRPr>
          </a:p>
          <a:p>
            <a:pPr marL="2057400" lvl="4"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Fifth level</a:t>
            </a:r>
            <a:endParaRPr lang="en-US" sz="1800" b="0" strike="noStrike" spc="-1">
              <a:solidFill>
                <a:schemeClr val="dk1"/>
              </a:solidFill>
              <a:latin typeface="Calibri" panose="020F0502020204030204"/>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E83C195A-476F-43AF-BC4C-6344F9D8D856}"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defTabSz="914400">
              <a:lnSpc>
                <a:spcPct val="90000"/>
              </a:lnSpc>
              <a:buNone/>
            </a:pPr>
            <a:r>
              <a:rPr lang="en-US" sz="4400" b="0" strike="noStrike" spc="-1">
                <a:solidFill>
                  <a:schemeClr val="dk1"/>
                </a:solidFill>
                <a:latin typeface="Calibri Light" panose="020F0302020204030204"/>
              </a:rPr>
              <a:t>Cli</a:t>
            </a:r>
            <a:r>
              <a:rPr lang="en-US" sz="4400" b="0" strike="noStrike" spc="-1">
                <a:solidFill>
                  <a:schemeClr val="dk1"/>
                </a:solidFill>
                <a:latin typeface="Calibri Light" panose="020F0302020204030204"/>
              </a:rPr>
              <a:t>ck </a:t>
            </a:r>
            <a:r>
              <a:rPr lang="en-US" sz="4400" b="0" strike="noStrike" spc="-1">
                <a:solidFill>
                  <a:schemeClr val="dk1"/>
                </a:solidFill>
                <a:latin typeface="Calibri Light" panose="020F0302020204030204"/>
              </a:rPr>
              <a:t>to </a:t>
            </a:r>
            <a:r>
              <a:rPr lang="en-US" sz="4400" b="0" strike="noStrike" spc="-1">
                <a:solidFill>
                  <a:schemeClr val="dk1"/>
                </a:solidFill>
                <a:latin typeface="Calibri Light" panose="020F0302020204030204"/>
              </a:rPr>
              <a:t>edi</a:t>
            </a:r>
            <a:r>
              <a:rPr lang="en-US" sz="4400" b="0" strike="noStrike" spc="-1">
                <a:solidFill>
                  <a:schemeClr val="dk1"/>
                </a:solidFill>
                <a:latin typeface="Calibri Light" panose="020F0302020204030204"/>
              </a:rPr>
              <a:t>t </a:t>
            </a:r>
            <a:r>
              <a:rPr lang="en-US" sz="4400" b="0" strike="noStrike" spc="-1">
                <a:solidFill>
                  <a:schemeClr val="dk1"/>
                </a:solidFill>
                <a:latin typeface="Calibri Light" panose="020F0302020204030204"/>
              </a:rPr>
              <a:t>Ma</a:t>
            </a:r>
            <a:r>
              <a:rPr lang="en-US" sz="4400" b="0" strike="noStrike" spc="-1">
                <a:solidFill>
                  <a:schemeClr val="dk1"/>
                </a:solidFill>
                <a:latin typeface="Calibri Light" panose="020F0302020204030204"/>
              </a:rPr>
              <a:t>ste</a:t>
            </a:r>
            <a:r>
              <a:rPr lang="en-US" sz="4400" b="0" strike="noStrike" spc="-1">
                <a:solidFill>
                  <a:schemeClr val="dk1"/>
                </a:solidFill>
                <a:latin typeface="Calibri Light" panose="020F0302020204030204"/>
              </a:rPr>
              <a:t>r </a:t>
            </a:r>
            <a:r>
              <a:rPr lang="en-US" sz="4400" b="0" strike="noStrike" spc="-1">
                <a:solidFill>
                  <a:schemeClr val="dk1"/>
                </a:solidFill>
                <a:latin typeface="Calibri Light" panose="020F0302020204030204"/>
              </a:rPr>
              <a:t>titl</a:t>
            </a:r>
            <a:r>
              <a:rPr lang="en-US" sz="4400" b="0" strike="noStrike" spc="-1">
                <a:solidFill>
                  <a:schemeClr val="dk1"/>
                </a:solidFill>
                <a:latin typeface="Calibri Light" panose="020F0302020204030204"/>
              </a:rPr>
              <a:t>e </a:t>
            </a:r>
            <a:r>
              <a:rPr lang="en-US" sz="4400" b="0" strike="noStrike" spc="-1">
                <a:solidFill>
                  <a:schemeClr val="dk1"/>
                </a:solidFill>
                <a:latin typeface="Calibri Light" panose="020F0302020204030204"/>
              </a:rPr>
              <a:t>sty</a:t>
            </a:r>
            <a:r>
              <a:rPr lang="en-US" sz="4400" b="0" strike="noStrike" spc="-1">
                <a:solidFill>
                  <a:schemeClr val="dk1"/>
                </a:solidFill>
                <a:latin typeface="Calibri Light" panose="020F0302020204030204"/>
              </a:rPr>
              <a:t>le</a:t>
            </a:r>
            <a:endParaRPr lang="en-US" sz="4400" b="0" strike="noStrike" spc="-1">
              <a:solidFill>
                <a:schemeClr val="dk1"/>
              </a:solidFill>
              <a:latin typeface="Calibri" panose="020F0502020204030204"/>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p>
            <a:pPr marL="228600" indent="-228600" defTabSz="914400">
              <a:lnSpc>
                <a:spcPct val="90000"/>
              </a:lnSpc>
              <a:spcBef>
                <a:spcPts val="1000"/>
              </a:spcBef>
              <a:buClr>
                <a:srgbClr val="000000"/>
              </a:buClr>
              <a:buFont typeface="Arial" panose="020B0604020202020204"/>
              <a:buChar char="•"/>
            </a:pPr>
            <a:r>
              <a:rPr lang="en-US" sz="2800" b="0" strike="noStrike" spc="-1">
                <a:solidFill>
                  <a:schemeClr val="dk1"/>
                </a:solidFill>
                <a:latin typeface="Calibri" panose="020F0502020204030204"/>
              </a:rPr>
              <a:t>Click to edit Master text styles</a:t>
            </a:r>
            <a:endParaRPr lang="en-US" sz="2800" b="0" strike="noStrike" spc="-1">
              <a:solidFill>
                <a:schemeClr val="dk1"/>
              </a:solidFill>
              <a:latin typeface="Calibri" panose="020F0502020204030204"/>
            </a:endParaRPr>
          </a:p>
          <a:p>
            <a:pPr marL="685800" lvl="1" indent="-228600" defTabSz="914400">
              <a:lnSpc>
                <a:spcPct val="90000"/>
              </a:lnSpc>
              <a:spcBef>
                <a:spcPts val="500"/>
              </a:spcBef>
              <a:buClr>
                <a:srgbClr val="000000"/>
              </a:buClr>
              <a:buFont typeface="Arial" panose="020B0604020202020204"/>
              <a:buChar char="•"/>
            </a:pPr>
            <a:r>
              <a:rPr lang="en-US" sz="2400" b="0" strike="noStrike" spc="-1">
                <a:solidFill>
                  <a:schemeClr val="dk1"/>
                </a:solidFill>
                <a:latin typeface="Calibri" panose="020F0502020204030204"/>
              </a:rPr>
              <a:t>Second level</a:t>
            </a:r>
            <a:endParaRPr lang="en-US" sz="2400" b="0" strike="noStrike" spc="-1">
              <a:solidFill>
                <a:schemeClr val="dk1"/>
              </a:solidFill>
              <a:latin typeface="Calibri" panose="020F0502020204030204"/>
            </a:endParaRPr>
          </a:p>
          <a:p>
            <a:pPr marL="1143000" lvl="2" indent="-228600" defTabSz="914400">
              <a:lnSpc>
                <a:spcPct val="90000"/>
              </a:lnSpc>
              <a:spcBef>
                <a:spcPts val="500"/>
              </a:spcBef>
              <a:buClr>
                <a:srgbClr val="000000"/>
              </a:buClr>
              <a:buFont typeface="Arial" panose="020B0604020202020204"/>
              <a:buChar char="•"/>
            </a:pPr>
            <a:r>
              <a:rPr lang="en-US" sz="2000" b="0" strike="noStrike" spc="-1">
                <a:solidFill>
                  <a:schemeClr val="dk1"/>
                </a:solidFill>
                <a:latin typeface="Calibri" panose="020F0502020204030204"/>
              </a:rPr>
              <a:t>Third level</a:t>
            </a:r>
            <a:endParaRPr lang="en-US" sz="2000" b="0" strike="noStrike" spc="-1">
              <a:solidFill>
                <a:schemeClr val="dk1"/>
              </a:solidFill>
              <a:latin typeface="Calibri" panose="020F0502020204030204"/>
            </a:endParaRPr>
          </a:p>
          <a:p>
            <a:pPr marL="1600200" lvl="3"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Fourth level</a:t>
            </a:r>
            <a:endParaRPr lang="en-US" sz="1800" b="0" strike="noStrike" spc="-1">
              <a:solidFill>
                <a:schemeClr val="dk1"/>
              </a:solidFill>
              <a:latin typeface="Calibri" panose="020F0502020204030204"/>
            </a:endParaRPr>
          </a:p>
          <a:p>
            <a:pPr marL="2057400" lvl="4"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Fifth level</a:t>
            </a:r>
            <a:endParaRPr lang="en-US" sz="1800" b="0" strike="noStrike" spc="-1">
              <a:solidFill>
                <a:schemeClr val="dk1"/>
              </a:solidFill>
              <a:latin typeface="Calibri" panose="020F0502020204030204"/>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55A5C68D-D348-4DA3-BA10-D66F0189801C}"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p>
            <a:pPr indent="0" defTabSz="914400">
              <a:lnSpc>
                <a:spcPct val="90000"/>
              </a:lnSpc>
              <a:buNone/>
            </a:pPr>
            <a:r>
              <a:rPr lang="en-US" sz="6000" b="0" strike="noStrike" spc="-1">
                <a:solidFill>
                  <a:schemeClr val="dk1"/>
                </a:solidFill>
                <a:latin typeface="Calibri Light" panose="020F0302020204030204"/>
              </a:rPr>
              <a:t>Cl</a:t>
            </a:r>
            <a:r>
              <a:rPr lang="en-US" sz="6000" b="0" strike="noStrike" spc="-1">
                <a:solidFill>
                  <a:schemeClr val="dk1"/>
                </a:solidFill>
                <a:latin typeface="Calibri Light" panose="020F0302020204030204"/>
              </a:rPr>
              <a:t>ic</a:t>
            </a:r>
            <a:r>
              <a:rPr lang="en-US" sz="6000" b="0" strike="noStrike" spc="-1">
                <a:solidFill>
                  <a:schemeClr val="dk1"/>
                </a:solidFill>
                <a:latin typeface="Calibri Light" panose="020F0302020204030204"/>
              </a:rPr>
              <a:t>k </a:t>
            </a:r>
            <a:r>
              <a:rPr lang="en-US" sz="6000" b="0" strike="noStrike" spc="-1">
                <a:solidFill>
                  <a:schemeClr val="dk1"/>
                </a:solidFill>
                <a:latin typeface="Calibri Light" panose="020F0302020204030204"/>
              </a:rPr>
              <a:t>to </a:t>
            </a:r>
            <a:r>
              <a:rPr lang="en-US" sz="6000" b="0" strike="noStrike" spc="-1">
                <a:solidFill>
                  <a:schemeClr val="dk1"/>
                </a:solidFill>
                <a:latin typeface="Calibri Light" panose="020F0302020204030204"/>
              </a:rPr>
              <a:t>e</a:t>
            </a:r>
            <a:r>
              <a:rPr lang="en-US" sz="6000" b="0" strike="noStrike" spc="-1">
                <a:solidFill>
                  <a:schemeClr val="dk1"/>
                </a:solidFill>
                <a:latin typeface="Calibri Light" panose="020F0302020204030204"/>
              </a:rPr>
              <a:t>di</a:t>
            </a:r>
            <a:r>
              <a:rPr lang="en-US" sz="6000" b="0" strike="noStrike" spc="-1">
                <a:solidFill>
                  <a:schemeClr val="dk1"/>
                </a:solidFill>
                <a:latin typeface="Calibri Light" panose="020F0302020204030204"/>
              </a:rPr>
              <a:t>t </a:t>
            </a:r>
            <a:r>
              <a:rPr lang="en-US" sz="6000" b="0" strike="noStrike" spc="-1">
                <a:solidFill>
                  <a:schemeClr val="dk1"/>
                </a:solidFill>
                <a:latin typeface="Calibri Light" panose="020F0302020204030204"/>
              </a:rPr>
              <a:t>M</a:t>
            </a:r>
            <a:r>
              <a:rPr lang="en-US" sz="6000" b="0" strike="noStrike" spc="-1">
                <a:solidFill>
                  <a:schemeClr val="dk1"/>
                </a:solidFill>
                <a:latin typeface="Calibri Light" panose="020F0302020204030204"/>
              </a:rPr>
              <a:t>as</a:t>
            </a:r>
            <a:r>
              <a:rPr lang="en-US" sz="6000" b="0" strike="noStrike" spc="-1">
                <a:solidFill>
                  <a:schemeClr val="dk1"/>
                </a:solidFill>
                <a:latin typeface="Calibri Light" panose="020F0302020204030204"/>
              </a:rPr>
              <a:t>te</a:t>
            </a:r>
            <a:r>
              <a:rPr lang="en-US" sz="6000" b="0" strike="noStrike" spc="-1">
                <a:solidFill>
                  <a:schemeClr val="dk1"/>
                </a:solidFill>
                <a:latin typeface="Calibri Light" panose="020F0302020204030204"/>
              </a:rPr>
              <a:t>r </a:t>
            </a:r>
            <a:r>
              <a:rPr lang="en-US" sz="6000" b="0" strike="noStrike" spc="-1">
                <a:solidFill>
                  <a:schemeClr val="dk1"/>
                </a:solidFill>
                <a:latin typeface="Calibri Light" panose="020F0302020204030204"/>
              </a:rPr>
              <a:t>tit</a:t>
            </a:r>
            <a:r>
              <a:rPr lang="en-US" sz="6000" b="0" strike="noStrike" spc="-1">
                <a:solidFill>
                  <a:schemeClr val="dk1"/>
                </a:solidFill>
                <a:latin typeface="Calibri Light" panose="020F0302020204030204"/>
              </a:rPr>
              <a:t>le </a:t>
            </a:r>
            <a:r>
              <a:rPr lang="en-US" sz="6000" b="0" strike="noStrike" spc="-1">
                <a:solidFill>
                  <a:schemeClr val="dk1"/>
                </a:solidFill>
                <a:latin typeface="Calibri Light" panose="020F0302020204030204"/>
              </a:rPr>
              <a:t>st</a:t>
            </a:r>
            <a:r>
              <a:rPr lang="en-US" sz="6000" b="0" strike="noStrike" spc="-1">
                <a:solidFill>
                  <a:schemeClr val="dk1"/>
                </a:solidFill>
                <a:latin typeface="Calibri Light" panose="020F0302020204030204"/>
              </a:rPr>
              <a:t>yl</a:t>
            </a:r>
            <a:r>
              <a:rPr lang="en-US" sz="6000" b="0" strike="noStrike" spc="-1">
                <a:solidFill>
                  <a:schemeClr val="dk1"/>
                </a:solidFill>
                <a:latin typeface="Calibri Light" panose="020F0302020204030204"/>
              </a:rPr>
              <a:t>e</a:t>
            </a:r>
            <a:endParaRPr lang="en-US" sz="6000" b="0" strike="noStrike" spc="-1">
              <a:solidFill>
                <a:schemeClr val="dk1"/>
              </a:solidFill>
              <a:latin typeface="Calibri" panose="020F0502020204030204"/>
            </a:endParaRPr>
          </a:p>
        </p:txBody>
      </p:sp>
      <p:sp>
        <p:nvSpPr>
          <p:cNvPr id="2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p>
            <a:pPr indent="0" defTabSz="914400">
              <a:lnSpc>
                <a:spcPct val="90000"/>
              </a:lnSpc>
              <a:spcBef>
                <a:spcPts val="1000"/>
              </a:spcBef>
              <a:buNone/>
              <a:tabLst>
                <a:tab pos="0" algn="l"/>
              </a:tabLst>
            </a:pPr>
            <a:r>
              <a:rPr lang="en-US" sz="2400" b="0" strike="noStrike" spc="-1">
                <a:solidFill>
                  <a:schemeClr val="dk1">
                    <a:tint val="75000"/>
                  </a:schemeClr>
                </a:solidFill>
                <a:latin typeface="Calibri" panose="020F0502020204030204"/>
              </a:rPr>
              <a:t>Click to edit Master text styles</a:t>
            </a:r>
            <a:endParaRPr lang="en-US" sz="2400" b="0" strike="noStrike" spc="-1">
              <a:solidFill>
                <a:schemeClr val="dk1"/>
              </a:solidFill>
              <a:latin typeface="Calibri" panose="020F0502020204030204"/>
            </a:endParaRPr>
          </a:p>
        </p:txBody>
      </p:sp>
      <p:sp>
        <p:nvSpPr>
          <p:cNvPr id="26"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27"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28"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E5BD8E88-1D2E-4782-83B8-0CDC9C5D9C61}"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defTabSz="914400">
              <a:lnSpc>
                <a:spcPct val="90000"/>
              </a:lnSpc>
              <a:buNone/>
            </a:pPr>
            <a:r>
              <a:rPr lang="en-US" sz="4400" b="0" strike="noStrike" spc="-1">
                <a:solidFill>
                  <a:schemeClr val="dk1"/>
                </a:solidFill>
                <a:latin typeface="Calibri Light" panose="020F0302020204030204"/>
              </a:rPr>
              <a:t>Cli</a:t>
            </a:r>
            <a:r>
              <a:rPr lang="en-US" sz="4400" b="0" strike="noStrike" spc="-1">
                <a:solidFill>
                  <a:schemeClr val="dk1"/>
                </a:solidFill>
                <a:latin typeface="Calibri Light" panose="020F0302020204030204"/>
              </a:rPr>
              <a:t>ck </a:t>
            </a:r>
            <a:r>
              <a:rPr lang="en-US" sz="4400" b="0" strike="noStrike" spc="-1">
                <a:solidFill>
                  <a:schemeClr val="dk1"/>
                </a:solidFill>
                <a:latin typeface="Calibri Light" panose="020F0302020204030204"/>
              </a:rPr>
              <a:t>to </a:t>
            </a:r>
            <a:r>
              <a:rPr lang="en-US" sz="4400" b="0" strike="noStrike" spc="-1">
                <a:solidFill>
                  <a:schemeClr val="dk1"/>
                </a:solidFill>
                <a:latin typeface="Calibri Light" panose="020F0302020204030204"/>
              </a:rPr>
              <a:t>edi</a:t>
            </a:r>
            <a:r>
              <a:rPr lang="en-US" sz="4400" b="0" strike="noStrike" spc="-1">
                <a:solidFill>
                  <a:schemeClr val="dk1"/>
                </a:solidFill>
                <a:latin typeface="Calibri Light" panose="020F0302020204030204"/>
              </a:rPr>
              <a:t>t </a:t>
            </a:r>
            <a:r>
              <a:rPr lang="en-US" sz="4400" b="0" strike="noStrike" spc="-1">
                <a:solidFill>
                  <a:schemeClr val="dk1"/>
                </a:solidFill>
                <a:latin typeface="Calibri Light" panose="020F0302020204030204"/>
              </a:rPr>
              <a:t>Ma</a:t>
            </a:r>
            <a:r>
              <a:rPr lang="en-US" sz="4400" b="0" strike="noStrike" spc="-1">
                <a:solidFill>
                  <a:schemeClr val="dk1"/>
                </a:solidFill>
                <a:latin typeface="Calibri Light" panose="020F0302020204030204"/>
              </a:rPr>
              <a:t>ste</a:t>
            </a:r>
            <a:r>
              <a:rPr lang="en-US" sz="4400" b="0" strike="noStrike" spc="-1">
                <a:solidFill>
                  <a:schemeClr val="dk1"/>
                </a:solidFill>
                <a:latin typeface="Calibri Light" panose="020F0302020204030204"/>
              </a:rPr>
              <a:t>r </a:t>
            </a:r>
            <a:r>
              <a:rPr lang="en-US" sz="4400" b="0" strike="noStrike" spc="-1">
                <a:solidFill>
                  <a:schemeClr val="dk1"/>
                </a:solidFill>
                <a:latin typeface="Calibri Light" panose="020F0302020204030204"/>
              </a:rPr>
              <a:t>titl</a:t>
            </a:r>
            <a:r>
              <a:rPr lang="en-US" sz="4400" b="0" strike="noStrike" spc="-1">
                <a:solidFill>
                  <a:schemeClr val="dk1"/>
                </a:solidFill>
                <a:latin typeface="Calibri Light" panose="020F0302020204030204"/>
              </a:rPr>
              <a:t>e </a:t>
            </a:r>
            <a:r>
              <a:rPr lang="en-US" sz="4400" b="0" strike="noStrike" spc="-1">
                <a:solidFill>
                  <a:schemeClr val="dk1"/>
                </a:solidFill>
                <a:latin typeface="Calibri Light" panose="020F0302020204030204"/>
              </a:rPr>
              <a:t>sty</a:t>
            </a:r>
            <a:r>
              <a:rPr lang="en-US" sz="4400" b="0" strike="noStrike" spc="-1">
                <a:solidFill>
                  <a:schemeClr val="dk1"/>
                </a:solidFill>
                <a:latin typeface="Calibri Light" panose="020F0302020204030204"/>
              </a:rPr>
              <a:t>le</a:t>
            </a:r>
            <a:endParaRPr lang="en-US" sz="4400" b="0" strike="noStrike" spc="-1">
              <a:solidFill>
                <a:schemeClr val="dk1"/>
              </a:solidFill>
              <a:latin typeface="Calibri" panose="020F0502020204030204"/>
            </a:endParaRPr>
          </a:p>
        </p:txBody>
      </p:sp>
      <p:sp>
        <p:nvSpPr>
          <p:cNvPr id="3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p>
            <a:pPr marL="228600" indent="-228600" defTabSz="914400">
              <a:lnSpc>
                <a:spcPct val="90000"/>
              </a:lnSpc>
              <a:spcBef>
                <a:spcPts val="1000"/>
              </a:spcBef>
              <a:buClr>
                <a:srgbClr val="000000"/>
              </a:buClr>
              <a:buFont typeface="Arial" panose="020B0604020202020204"/>
              <a:buChar char="•"/>
            </a:pPr>
            <a:r>
              <a:rPr lang="en-US" sz="2800" b="0" strike="noStrike" spc="-1">
                <a:solidFill>
                  <a:schemeClr val="dk1"/>
                </a:solidFill>
                <a:latin typeface="Calibri" panose="020F0502020204030204"/>
              </a:rPr>
              <a:t>Click to edit Master text styles</a:t>
            </a:r>
            <a:endParaRPr lang="en-US" sz="2800" b="0" strike="noStrike" spc="-1">
              <a:solidFill>
                <a:schemeClr val="dk1"/>
              </a:solidFill>
              <a:latin typeface="Calibri" panose="020F0502020204030204"/>
            </a:endParaRPr>
          </a:p>
          <a:p>
            <a:pPr marL="685800" lvl="1" indent="-228600" defTabSz="914400">
              <a:lnSpc>
                <a:spcPct val="90000"/>
              </a:lnSpc>
              <a:spcBef>
                <a:spcPts val="500"/>
              </a:spcBef>
              <a:buClr>
                <a:srgbClr val="000000"/>
              </a:buClr>
              <a:buFont typeface="Arial" panose="020B0604020202020204"/>
              <a:buChar char="•"/>
            </a:pPr>
            <a:r>
              <a:rPr lang="en-US" sz="2400" b="0" strike="noStrike" spc="-1">
                <a:solidFill>
                  <a:schemeClr val="dk1"/>
                </a:solidFill>
                <a:latin typeface="Calibri" panose="020F0502020204030204"/>
              </a:rPr>
              <a:t>Second level</a:t>
            </a:r>
            <a:endParaRPr lang="en-US" sz="2400" b="0" strike="noStrike" spc="-1">
              <a:solidFill>
                <a:schemeClr val="dk1"/>
              </a:solidFill>
              <a:latin typeface="Calibri" panose="020F0502020204030204"/>
            </a:endParaRPr>
          </a:p>
          <a:p>
            <a:pPr marL="1143000" lvl="2" indent="-228600" defTabSz="914400">
              <a:lnSpc>
                <a:spcPct val="90000"/>
              </a:lnSpc>
              <a:spcBef>
                <a:spcPts val="500"/>
              </a:spcBef>
              <a:buClr>
                <a:srgbClr val="000000"/>
              </a:buClr>
              <a:buFont typeface="Arial" panose="020B0604020202020204"/>
              <a:buChar char="•"/>
            </a:pPr>
            <a:r>
              <a:rPr lang="en-US" sz="2000" b="0" strike="noStrike" spc="-1">
                <a:solidFill>
                  <a:schemeClr val="dk1"/>
                </a:solidFill>
                <a:latin typeface="Calibri" panose="020F0502020204030204"/>
              </a:rPr>
              <a:t>Third level</a:t>
            </a:r>
            <a:endParaRPr lang="en-US" sz="2000" b="0" strike="noStrike" spc="-1">
              <a:solidFill>
                <a:schemeClr val="dk1"/>
              </a:solidFill>
              <a:latin typeface="Calibri" panose="020F0502020204030204"/>
            </a:endParaRPr>
          </a:p>
          <a:p>
            <a:pPr marL="1600200" lvl="3"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Fourth level</a:t>
            </a:r>
            <a:endParaRPr lang="en-US" sz="1800" b="0" strike="noStrike" spc="-1">
              <a:solidFill>
                <a:schemeClr val="dk1"/>
              </a:solidFill>
              <a:latin typeface="Calibri" panose="020F0502020204030204"/>
            </a:endParaRPr>
          </a:p>
          <a:p>
            <a:pPr marL="2057400" lvl="4"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Fifth level</a:t>
            </a:r>
            <a:endParaRPr lang="en-US" sz="1800" b="0" strike="noStrike" spc="-1">
              <a:solidFill>
                <a:schemeClr val="dk1"/>
              </a:solidFill>
              <a:latin typeface="Calibri" panose="020F0502020204030204"/>
            </a:endParaRPr>
          </a:p>
        </p:txBody>
      </p:sp>
      <p:sp>
        <p:nvSpPr>
          <p:cNvPr id="3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p>
            <a:pPr marL="228600" indent="-228600" defTabSz="914400">
              <a:lnSpc>
                <a:spcPct val="90000"/>
              </a:lnSpc>
              <a:spcBef>
                <a:spcPts val="1000"/>
              </a:spcBef>
              <a:buClr>
                <a:srgbClr val="000000"/>
              </a:buClr>
              <a:buFont typeface="Arial" panose="020B0604020202020204"/>
              <a:buChar char="•"/>
            </a:pPr>
            <a:r>
              <a:rPr lang="en-US" sz="2800" b="0" strike="noStrike" spc="-1">
                <a:solidFill>
                  <a:schemeClr val="dk1"/>
                </a:solidFill>
                <a:latin typeface="Calibri" panose="020F0502020204030204"/>
              </a:rPr>
              <a:t>Click to edit Master text styles</a:t>
            </a:r>
            <a:endParaRPr lang="en-US" sz="2800" b="0" strike="noStrike" spc="-1">
              <a:solidFill>
                <a:schemeClr val="dk1"/>
              </a:solidFill>
              <a:latin typeface="Calibri" panose="020F0502020204030204"/>
            </a:endParaRPr>
          </a:p>
          <a:p>
            <a:pPr marL="685800" lvl="1" indent="-228600" defTabSz="914400">
              <a:lnSpc>
                <a:spcPct val="90000"/>
              </a:lnSpc>
              <a:spcBef>
                <a:spcPts val="500"/>
              </a:spcBef>
              <a:buClr>
                <a:srgbClr val="000000"/>
              </a:buClr>
              <a:buFont typeface="Arial" panose="020B0604020202020204"/>
              <a:buChar char="•"/>
            </a:pPr>
            <a:r>
              <a:rPr lang="en-US" sz="2400" b="0" strike="noStrike" spc="-1">
                <a:solidFill>
                  <a:schemeClr val="dk1"/>
                </a:solidFill>
                <a:latin typeface="Calibri" panose="020F0502020204030204"/>
              </a:rPr>
              <a:t>Second level</a:t>
            </a:r>
            <a:endParaRPr lang="en-US" sz="2400" b="0" strike="noStrike" spc="-1">
              <a:solidFill>
                <a:schemeClr val="dk1"/>
              </a:solidFill>
              <a:latin typeface="Calibri" panose="020F0502020204030204"/>
            </a:endParaRPr>
          </a:p>
          <a:p>
            <a:pPr marL="1143000" lvl="2" indent="-228600" defTabSz="914400">
              <a:lnSpc>
                <a:spcPct val="90000"/>
              </a:lnSpc>
              <a:spcBef>
                <a:spcPts val="500"/>
              </a:spcBef>
              <a:buClr>
                <a:srgbClr val="000000"/>
              </a:buClr>
              <a:buFont typeface="Arial" panose="020B0604020202020204"/>
              <a:buChar char="•"/>
            </a:pPr>
            <a:r>
              <a:rPr lang="en-US" sz="2000" b="0" strike="noStrike" spc="-1">
                <a:solidFill>
                  <a:schemeClr val="dk1"/>
                </a:solidFill>
                <a:latin typeface="Calibri" panose="020F0502020204030204"/>
              </a:rPr>
              <a:t>Third level</a:t>
            </a:r>
            <a:endParaRPr lang="en-US" sz="2000" b="0" strike="noStrike" spc="-1">
              <a:solidFill>
                <a:schemeClr val="dk1"/>
              </a:solidFill>
              <a:latin typeface="Calibri" panose="020F0502020204030204"/>
            </a:endParaRPr>
          </a:p>
          <a:p>
            <a:pPr marL="1600200" lvl="3"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Fourth level</a:t>
            </a:r>
            <a:endParaRPr lang="en-US" sz="1800" b="0" strike="noStrike" spc="-1">
              <a:solidFill>
                <a:schemeClr val="dk1"/>
              </a:solidFill>
              <a:latin typeface="Calibri" panose="020F0502020204030204"/>
            </a:endParaRPr>
          </a:p>
          <a:p>
            <a:pPr marL="2057400" lvl="4"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Fifth level</a:t>
            </a:r>
            <a:endParaRPr lang="en-US" sz="1800" b="0" strike="noStrike" spc="-1">
              <a:solidFill>
                <a:schemeClr val="dk1"/>
              </a:solidFill>
              <a:latin typeface="Calibri" panose="020F0502020204030204"/>
            </a:endParaRPr>
          </a:p>
        </p:txBody>
      </p:sp>
      <p:sp>
        <p:nvSpPr>
          <p:cNvPr id="32"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33"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34"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0803973F-22F9-4B3E-96AA-3AC35889618A}"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p:bodyStyle/>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p>
            <a:pPr indent="0" defTabSz="914400">
              <a:lnSpc>
                <a:spcPct val="90000"/>
              </a:lnSpc>
              <a:buNone/>
            </a:pPr>
            <a:r>
              <a:rPr lang="en-US" sz="4400" b="0" strike="noStrike" spc="-1">
                <a:solidFill>
                  <a:schemeClr val="dk1"/>
                </a:solidFill>
                <a:latin typeface="Calibri Light" panose="020F0302020204030204"/>
              </a:rPr>
              <a:t>Cli</a:t>
            </a:r>
            <a:r>
              <a:rPr lang="en-US" sz="4400" b="0" strike="noStrike" spc="-1">
                <a:solidFill>
                  <a:schemeClr val="dk1"/>
                </a:solidFill>
                <a:latin typeface="Calibri Light" panose="020F0302020204030204"/>
              </a:rPr>
              <a:t>ck </a:t>
            </a:r>
            <a:r>
              <a:rPr lang="en-US" sz="4400" b="0" strike="noStrike" spc="-1">
                <a:solidFill>
                  <a:schemeClr val="dk1"/>
                </a:solidFill>
                <a:latin typeface="Calibri Light" panose="020F0302020204030204"/>
              </a:rPr>
              <a:t>to </a:t>
            </a:r>
            <a:r>
              <a:rPr lang="en-US" sz="4400" b="0" strike="noStrike" spc="-1">
                <a:solidFill>
                  <a:schemeClr val="dk1"/>
                </a:solidFill>
                <a:latin typeface="Calibri Light" panose="020F0302020204030204"/>
              </a:rPr>
              <a:t>edi</a:t>
            </a:r>
            <a:r>
              <a:rPr lang="en-US" sz="4400" b="0" strike="noStrike" spc="-1">
                <a:solidFill>
                  <a:schemeClr val="dk1"/>
                </a:solidFill>
                <a:latin typeface="Calibri Light" panose="020F0302020204030204"/>
              </a:rPr>
              <a:t>t </a:t>
            </a:r>
            <a:r>
              <a:rPr lang="en-US" sz="4400" b="0" strike="noStrike" spc="-1">
                <a:solidFill>
                  <a:schemeClr val="dk1"/>
                </a:solidFill>
                <a:latin typeface="Calibri Light" panose="020F0302020204030204"/>
              </a:rPr>
              <a:t>Ma</a:t>
            </a:r>
            <a:r>
              <a:rPr lang="en-US" sz="4400" b="0" strike="noStrike" spc="-1">
                <a:solidFill>
                  <a:schemeClr val="dk1"/>
                </a:solidFill>
                <a:latin typeface="Calibri Light" panose="020F0302020204030204"/>
              </a:rPr>
              <a:t>ste</a:t>
            </a:r>
            <a:r>
              <a:rPr lang="en-US" sz="4400" b="0" strike="noStrike" spc="-1">
                <a:solidFill>
                  <a:schemeClr val="dk1"/>
                </a:solidFill>
                <a:latin typeface="Calibri Light" panose="020F0302020204030204"/>
              </a:rPr>
              <a:t>r </a:t>
            </a:r>
            <a:r>
              <a:rPr lang="en-US" sz="4400" b="0" strike="noStrike" spc="-1">
                <a:solidFill>
                  <a:schemeClr val="dk1"/>
                </a:solidFill>
                <a:latin typeface="Calibri Light" panose="020F0302020204030204"/>
              </a:rPr>
              <a:t>titl</a:t>
            </a:r>
            <a:r>
              <a:rPr lang="en-US" sz="4400" b="0" strike="noStrike" spc="-1">
                <a:solidFill>
                  <a:schemeClr val="dk1"/>
                </a:solidFill>
                <a:latin typeface="Calibri Light" panose="020F0302020204030204"/>
              </a:rPr>
              <a:t>e </a:t>
            </a:r>
            <a:r>
              <a:rPr lang="en-US" sz="4400" b="0" strike="noStrike" spc="-1">
                <a:solidFill>
                  <a:schemeClr val="dk1"/>
                </a:solidFill>
                <a:latin typeface="Calibri Light" panose="020F0302020204030204"/>
              </a:rPr>
              <a:t>sty</a:t>
            </a:r>
            <a:r>
              <a:rPr lang="en-US" sz="4400" b="0" strike="noStrike" spc="-1">
                <a:solidFill>
                  <a:schemeClr val="dk1"/>
                </a:solidFill>
                <a:latin typeface="Calibri Light" panose="020F0302020204030204"/>
              </a:rPr>
              <a:t>le</a:t>
            </a:r>
            <a:endParaRPr lang="en-US" sz="4400" b="0" strike="noStrike" spc="-1">
              <a:solidFill>
                <a:schemeClr val="dk1"/>
              </a:solidFill>
              <a:latin typeface="Calibri" panose="020F0502020204030204"/>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p>
            <a:pPr indent="0" defTabSz="914400">
              <a:lnSpc>
                <a:spcPct val="90000"/>
              </a:lnSpc>
              <a:spcBef>
                <a:spcPts val="1000"/>
              </a:spcBef>
              <a:buNone/>
              <a:tabLst>
                <a:tab pos="0" algn="l"/>
              </a:tabLst>
            </a:pPr>
            <a:r>
              <a:rPr lang="en-US" sz="2400" b="1" strike="noStrike" spc="-1">
                <a:solidFill>
                  <a:schemeClr val="dk1"/>
                </a:solidFill>
                <a:latin typeface="Calibri" panose="020F0502020204030204"/>
              </a:rPr>
              <a:t>Click to edit Master text styles</a:t>
            </a:r>
            <a:endParaRPr lang="en-US" sz="2400" b="0" strike="noStrike" spc="-1">
              <a:solidFill>
                <a:schemeClr val="dk1"/>
              </a:solidFill>
              <a:latin typeface="Calibri" panose="020F0502020204030204"/>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p>
            <a:pPr marL="228600" indent="-228600" defTabSz="914400">
              <a:lnSpc>
                <a:spcPct val="90000"/>
              </a:lnSpc>
              <a:spcBef>
                <a:spcPts val="1000"/>
              </a:spcBef>
              <a:buClr>
                <a:srgbClr val="000000"/>
              </a:buClr>
              <a:buFont typeface="Arial" panose="020B0604020202020204"/>
              <a:buChar char="•"/>
            </a:pPr>
            <a:r>
              <a:rPr lang="en-US" sz="2800" b="0" strike="noStrike" spc="-1">
                <a:solidFill>
                  <a:schemeClr val="dk1"/>
                </a:solidFill>
                <a:latin typeface="Calibri" panose="020F0502020204030204"/>
              </a:rPr>
              <a:t>Click to edit Master text styles</a:t>
            </a:r>
            <a:endParaRPr lang="en-US" sz="2800" b="0" strike="noStrike" spc="-1">
              <a:solidFill>
                <a:schemeClr val="dk1"/>
              </a:solidFill>
              <a:latin typeface="Calibri" panose="020F0502020204030204"/>
            </a:endParaRPr>
          </a:p>
          <a:p>
            <a:pPr marL="685800" lvl="1" indent="-228600" defTabSz="914400">
              <a:lnSpc>
                <a:spcPct val="90000"/>
              </a:lnSpc>
              <a:spcBef>
                <a:spcPts val="500"/>
              </a:spcBef>
              <a:buClr>
                <a:srgbClr val="000000"/>
              </a:buClr>
              <a:buFont typeface="Arial" panose="020B0604020202020204"/>
              <a:buChar char="•"/>
            </a:pPr>
            <a:r>
              <a:rPr lang="en-US" sz="2400" b="0" strike="noStrike" spc="-1">
                <a:solidFill>
                  <a:schemeClr val="dk1"/>
                </a:solidFill>
                <a:latin typeface="Calibri" panose="020F0502020204030204"/>
              </a:rPr>
              <a:t>Second level</a:t>
            </a:r>
            <a:endParaRPr lang="en-US" sz="2400" b="0" strike="noStrike" spc="-1">
              <a:solidFill>
                <a:schemeClr val="dk1"/>
              </a:solidFill>
              <a:latin typeface="Calibri" panose="020F0502020204030204"/>
            </a:endParaRPr>
          </a:p>
          <a:p>
            <a:pPr marL="1143000" lvl="2" indent="-228600" defTabSz="914400">
              <a:lnSpc>
                <a:spcPct val="90000"/>
              </a:lnSpc>
              <a:spcBef>
                <a:spcPts val="500"/>
              </a:spcBef>
              <a:buClr>
                <a:srgbClr val="000000"/>
              </a:buClr>
              <a:buFont typeface="Arial" panose="020B0604020202020204"/>
              <a:buChar char="•"/>
            </a:pPr>
            <a:r>
              <a:rPr lang="en-US" sz="2000" b="0" strike="noStrike" spc="-1">
                <a:solidFill>
                  <a:schemeClr val="dk1"/>
                </a:solidFill>
                <a:latin typeface="Calibri" panose="020F0502020204030204"/>
              </a:rPr>
              <a:t>Third level</a:t>
            </a:r>
            <a:endParaRPr lang="en-US" sz="2000" b="0" strike="noStrike" spc="-1">
              <a:solidFill>
                <a:schemeClr val="dk1"/>
              </a:solidFill>
              <a:latin typeface="Calibri" panose="020F0502020204030204"/>
            </a:endParaRPr>
          </a:p>
          <a:p>
            <a:pPr marL="1600200" lvl="3"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Fourth level</a:t>
            </a:r>
            <a:endParaRPr lang="en-US" sz="1800" b="0" strike="noStrike" spc="-1">
              <a:solidFill>
                <a:schemeClr val="dk1"/>
              </a:solidFill>
              <a:latin typeface="Calibri" panose="020F0502020204030204"/>
            </a:endParaRPr>
          </a:p>
          <a:p>
            <a:pPr marL="2057400" lvl="4"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Fifth level</a:t>
            </a:r>
            <a:endParaRPr lang="en-US" sz="1800" b="0" strike="noStrike" spc="-1">
              <a:solidFill>
                <a:schemeClr val="dk1"/>
              </a:solidFill>
              <a:latin typeface="Calibri" panose="020F0502020204030204"/>
            </a:endParaRP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p>
            <a:pPr indent="0" defTabSz="914400">
              <a:lnSpc>
                <a:spcPct val="90000"/>
              </a:lnSpc>
              <a:spcBef>
                <a:spcPts val="1000"/>
              </a:spcBef>
              <a:buNone/>
              <a:tabLst>
                <a:tab pos="0" algn="l"/>
              </a:tabLst>
            </a:pPr>
            <a:r>
              <a:rPr lang="en-US" sz="2400" b="1" strike="noStrike" spc="-1">
                <a:solidFill>
                  <a:schemeClr val="dk1"/>
                </a:solidFill>
                <a:latin typeface="Calibri" panose="020F0502020204030204"/>
              </a:rPr>
              <a:t>Click to edit Master text styles</a:t>
            </a:r>
            <a:endParaRPr lang="en-US" sz="2400" b="0" strike="noStrike" spc="-1">
              <a:solidFill>
                <a:schemeClr val="dk1"/>
              </a:solidFill>
              <a:latin typeface="Calibri" panose="020F0502020204030204"/>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p>
            <a:pPr marL="228600" indent="-228600" defTabSz="914400">
              <a:lnSpc>
                <a:spcPct val="90000"/>
              </a:lnSpc>
              <a:spcBef>
                <a:spcPts val="1000"/>
              </a:spcBef>
              <a:buClr>
                <a:srgbClr val="000000"/>
              </a:buClr>
              <a:buFont typeface="Arial" panose="020B0604020202020204"/>
              <a:buChar char="•"/>
            </a:pPr>
            <a:r>
              <a:rPr lang="en-US" sz="2800" b="0" strike="noStrike" spc="-1">
                <a:solidFill>
                  <a:schemeClr val="dk1"/>
                </a:solidFill>
                <a:latin typeface="Calibri" panose="020F0502020204030204"/>
              </a:rPr>
              <a:t>Click to edit Master text styles</a:t>
            </a:r>
            <a:endParaRPr lang="en-US" sz="2800" b="0" strike="noStrike" spc="-1">
              <a:solidFill>
                <a:schemeClr val="dk1"/>
              </a:solidFill>
              <a:latin typeface="Calibri" panose="020F0502020204030204"/>
            </a:endParaRPr>
          </a:p>
          <a:p>
            <a:pPr marL="685800" lvl="1" indent="-228600" defTabSz="914400">
              <a:lnSpc>
                <a:spcPct val="90000"/>
              </a:lnSpc>
              <a:spcBef>
                <a:spcPts val="500"/>
              </a:spcBef>
              <a:buClr>
                <a:srgbClr val="000000"/>
              </a:buClr>
              <a:buFont typeface="Arial" panose="020B0604020202020204"/>
              <a:buChar char="•"/>
            </a:pPr>
            <a:r>
              <a:rPr lang="en-US" sz="2400" b="0" strike="noStrike" spc="-1">
                <a:solidFill>
                  <a:schemeClr val="dk1"/>
                </a:solidFill>
                <a:latin typeface="Calibri" panose="020F0502020204030204"/>
              </a:rPr>
              <a:t>Second level</a:t>
            </a:r>
            <a:endParaRPr lang="en-US" sz="2400" b="0" strike="noStrike" spc="-1">
              <a:solidFill>
                <a:schemeClr val="dk1"/>
              </a:solidFill>
              <a:latin typeface="Calibri" panose="020F0502020204030204"/>
            </a:endParaRPr>
          </a:p>
          <a:p>
            <a:pPr marL="1143000" lvl="2" indent="-228600" defTabSz="914400">
              <a:lnSpc>
                <a:spcPct val="90000"/>
              </a:lnSpc>
              <a:spcBef>
                <a:spcPts val="500"/>
              </a:spcBef>
              <a:buClr>
                <a:srgbClr val="000000"/>
              </a:buClr>
              <a:buFont typeface="Arial" panose="020B0604020202020204"/>
              <a:buChar char="•"/>
            </a:pPr>
            <a:r>
              <a:rPr lang="en-US" sz="2000" b="0" strike="noStrike" spc="-1">
                <a:solidFill>
                  <a:schemeClr val="dk1"/>
                </a:solidFill>
                <a:latin typeface="Calibri" panose="020F0502020204030204"/>
              </a:rPr>
              <a:t>Third level</a:t>
            </a:r>
            <a:endParaRPr lang="en-US" sz="2000" b="0" strike="noStrike" spc="-1">
              <a:solidFill>
                <a:schemeClr val="dk1"/>
              </a:solidFill>
              <a:latin typeface="Calibri" panose="020F0502020204030204"/>
            </a:endParaRPr>
          </a:p>
          <a:p>
            <a:pPr marL="1600200" lvl="3"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Fourth level</a:t>
            </a:r>
            <a:endParaRPr lang="en-US" sz="1800" b="0" strike="noStrike" spc="-1">
              <a:solidFill>
                <a:schemeClr val="dk1"/>
              </a:solidFill>
              <a:latin typeface="Calibri" panose="020F0502020204030204"/>
            </a:endParaRPr>
          </a:p>
          <a:p>
            <a:pPr marL="2057400" lvl="4" indent="-228600" defTabSz="914400">
              <a:lnSpc>
                <a:spcPct val="90000"/>
              </a:lnSpc>
              <a:spcBef>
                <a:spcPts val="500"/>
              </a:spcBef>
              <a:buClr>
                <a:srgbClr val="000000"/>
              </a:buClr>
              <a:buFont typeface="Arial" panose="020B0604020202020204"/>
              <a:buChar char="•"/>
            </a:pPr>
            <a:r>
              <a:rPr lang="en-US" sz="1800" b="0" strike="noStrike" spc="-1">
                <a:solidFill>
                  <a:schemeClr val="dk1"/>
                </a:solidFill>
                <a:latin typeface="Calibri" panose="020F0502020204030204"/>
              </a:rPr>
              <a:t>Fifth level</a:t>
            </a:r>
            <a:endParaRPr lang="en-US" sz="1800" b="0" strike="noStrike" spc="-1">
              <a:solidFill>
                <a:schemeClr val="dk1"/>
              </a:solidFill>
              <a:latin typeface="Calibri" panose="020F0502020204030204"/>
            </a:endParaRP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92B1710C-4963-4F15-833D-C703771912FD}"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p:bodyStyle/>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defTabSz="914400">
              <a:lnSpc>
                <a:spcPct val="90000"/>
              </a:lnSpc>
              <a:buNone/>
            </a:pPr>
            <a:r>
              <a:rPr lang="en-US" sz="4400" b="0" strike="noStrike" spc="-1">
                <a:solidFill>
                  <a:schemeClr val="dk1"/>
                </a:solidFill>
                <a:latin typeface="Calibri Light" panose="020F0302020204030204"/>
              </a:rPr>
              <a:t>Cli</a:t>
            </a:r>
            <a:r>
              <a:rPr lang="en-US" sz="4400" b="0" strike="noStrike" spc="-1">
                <a:solidFill>
                  <a:schemeClr val="dk1"/>
                </a:solidFill>
                <a:latin typeface="Calibri Light" panose="020F0302020204030204"/>
              </a:rPr>
              <a:t>ck </a:t>
            </a:r>
            <a:r>
              <a:rPr lang="en-US" sz="4400" b="0" strike="noStrike" spc="-1">
                <a:solidFill>
                  <a:schemeClr val="dk1"/>
                </a:solidFill>
                <a:latin typeface="Calibri Light" panose="020F0302020204030204"/>
              </a:rPr>
              <a:t>to </a:t>
            </a:r>
            <a:r>
              <a:rPr lang="en-US" sz="4400" b="0" strike="noStrike" spc="-1">
                <a:solidFill>
                  <a:schemeClr val="dk1"/>
                </a:solidFill>
                <a:latin typeface="Calibri Light" panose="020F0302020204030204"/>
              </a:rPr>
              <a:t>edi</a:t>
            </a:r>
            <a:r>
              <a:rPr lang="en-US" sz="4400" b="0" strike="noStrike" spc="-1">
                <a:solidFill>
                  <a:schemeClr val="dk1"/>
                </a:solidFill>
                <a:latin typeface="Calibri Light" panose="020F0302020204030204"/>
              </a:rPr>
              <a:t>t </a:t>
            </a:r>
            <a:r>
              <a:rPr lang="en-US" sz="4400" b="0" strike="noStrike" spc="-1">
                <a:solidFill>
                  <a:schemeClr val="dk1"/>
                </a:solidFill>
                <a:latin typeface="Calibri Light" panose="020F0302020204030204"/>
              </a:rPr>
              <a:t>Ma</a:t>
            </a:r>
            <a:r>
              <a:rPr lang="en-US" sz="4400" b="0" strike="noStrike" spc="-1">
                <a:solidFill>
                  <a:schemeClr val="dk1"/>
                </a:solidFill>
                <a:latin typeface="Calibri Light" panose="020F0302020204030204"/>
              </a:rPr>
              <a:t>ste</a:t>
            </a:r>
            <a:r>
              <a:rPr lang="en-US" sz="4400" b="0" strike="noStrike" spc="-1">
                <a:solidFill>
                  <a:schemeClr val="dk1"/>
                </a:solidFill>
                <a:latin typeface="Calibri Light" panose="020F0302020204030204"/>
              </a:rPr>
              <a:t>r </a:t>
            </a:r>
            <a:r>
              <a:rPr lang="en-US" sz="4400" b="0" strike="noStrike" spc="-1">
                <a:solidFill>
                  <a:schemeClr val="dk1"/>
                </a:solidFill>
                <a:latin typeface="Calibri Light" panose="020F0302020204030204"/>
              </a:rPr>
              <a:t>titl</a:t>
            </a:r>
            <a:r>
              <a:rPr lang="en-US" sz="4400" b="0" strike="noStrike" spc="-1">
                <a:solidFill>
                  <a:schemeClr val="dk1"/>
                </a:solidFill>
                <a:latin typeface="Calibri Light" panose="020F0302020204030204"/>
              </a:rPr>
              <a:t>e </a:t>
            </a:r>
            <a:r>
              <a:rPr lang="en-US" sz="4400" b="0" strike="noStrike" spc="-1">
                <a:solidFill>
                  <a:schemeClr val="dk1"/>
                </a:solidFill>
                <a:latin typeface="Calibri Light" panose="020F0302020204030204"/>
              </a:rPr>
              <a:t>sty</a:t>
            </a:r>
            <a:r>
              <a:rPr lang="en-US" sz="4400" b="0" strike="noStrike" spc="-1">
                <a:solidFill>
                  <a:schemeClr val="dk1"/>
                </a:solidFill>
                <a:latin typeface="Calibri Light" panose="020F0302020204030204"/>
              </a:rPr>
              <a:t>le</a:t>
            </a:r>
            <a:endParaRPr lang="en-US" sz="4400" b="0" strike="noStrike" spc="-1">
              <a:solidFill>
                <a:schemeClr val="dk1"/>
              </a:solidFill>
              <a:latin typeface="Calibri" panose="020F0502020204030204"/>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F06A29BF-EC33-4436-8510-0959CDA3BF49}"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p:bodyStyle/>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70BF4039-A4EB-4072-AA67-939020FF2B94}"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p:bodyStyle/>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p>
            <a:pPr indent="0" defTabSz="914400">
              <a:lnSpc>
                <a:spcPct val="90000"/>
              </a:lnSpc>
              <a:buNone/>
            </a:pPr>
            <a:r>
              <a:rPr lang="en-US" sz="3200" b="0" strike="noStrike" spc="-1">
                <a:solidFill>
                  <a:schemeClr val="dk1"/>
                </a:solidFill>
                <a:latin typeface="Calibri Light" panose="020F0302020204030204"/>
              </a:rPr>
              <a:t>Clic</a:t>
            </a:r>
            <a:r>
              <a:rPr lang="en-US" sz="3200" b="0" strike="noStrike" spc="-1">
                <a:solidFill>
                  <a:schemeClr val="dk1"/>
                </a:solidFill>
                <a:latin typeface="Calibri Light" panose="020F0302020204030204"/>
              </a:rPr>
              <a:t>k to </a:t>
            </a:r>
            <a:r>
              <a:rPr lang="en-US" sz="3200" b="0" strike="noStrike" spc="-1">
                <a:solidFill>
                  <a:schemeClr val="dk1"/>
                </a:solidFill>
                <a:latin typeface="Calibri Light" panose="020F0302020204030204"/>
              </a:rPr>
              <a:t>edit </a:t>
            </a:r>
            <a:r>
              <a:rPr lang="en-US" sz="3200" b="0" strike="noStrike" spc="-1">
                <a:solidFill>
                  <a:schemeClr val="dk1"/>
                </a:solidFill>
                <a:latin typeface="Calibri Light" panose="020F0302020204030204"/>
              </a:rPr>
              <a:t>Mas</a:t>
            </a:r>
            <a:r>
              <a:rPr lang="en-US" sz="3200" b="0" strike="noStrike" spc="-1">
                <a:solidFill>
                  <a:schemeClr val="dk1"/>
                </a:solidFill>
                <a:latin typeface="Calibri Light" panose="020F0302020204030204"/>
              </a:rPr>
              <a:t>ter </a:t>
            </a:r>
            <a:r>
              <a:rPr lang="en-US" sz="3200" b="0" strike="noStrike" spc="-1">
                <a:solidFill>
                  <a:schemeClr val="dk1"/>
                </a:solidFill>
                <a:latin typeface="Calibri Light" panose="020F0302020204030204"/>
              </a:rPr>
              <a:t>title </a:t>
            </a:r>
            <a:r>
              <a:rPr lang="en-US" sz="3200" b="0" strike="noStrike" spc="-1">
                <a:solidFill>
                  <a:schemeClr val="dk1"/>
                </a:solidFill>
                <a:latin typeface="Calibri Light" panose="020F0302020204030204"/>
              </a:rPr>
              <a:t>styl</a:t>
            </a:r>
            <a:r>
              <a:rPr lang="en-US" sz="3200" b="0" strike="noStrike" spc="-1">
                <a:solidFill>
                  <a:schemeClr val="dk1"/>
                </a:solidFill>
                <a:latin typeface="Calibri Light" panose="020F0302020204030204"/>
              </a:rPr>
              <a:t>e</a:t>
            </a:r>
            <a:endParaRPr lang="en-US" sz="3200" b="0" strike="noStrike" spc="-1">
              <a:solidFill>
                <a:schemeClr val="dk1"/>
              </a:solidFill>
              <a:latin typeface="Calibri" panose="020F0502020204030204"/>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p>
            <a:pPr marL="228600" indent="-228600" defTabSz="914400">
              <a:lnSpc>
                <a:spcPct val="90000"/>
              </a:lnSpc>
              <a:spcBef>
                <a:spcPts val="1000"/>
              </a:spcBef>
              <a:buClr>
                <a:srgbClr val="000000"/>
              </a:buClr>
              <a:buFont typeface="Arial" panose="020B0604020202020204"/>
              <a:buChar char="•"/>
            </a:pPr>
            <a:r>
              <a:rPr lang="en-US" sz="3200" b="0" strike="noStrike" spc="-1">
                <a:solidFill>
                  <a:schemeClr val="dk1"/>
                </a:solidFill>
                <a:latin typeface="Calibri" panose="020F0502020204030204"/>
              </a:rPr>
              <a:t>Click to edit Master text styles</a:t>
            </a:r>
            <a:endParaRPr lang="en-US" sz="3200" b="0" strike="noStrike" spc="-1">
              <a:solidFill>
                <a:schemeClr val="dk1"/>
              </a:solidFill>
              <a:latin typeface="Calibri" panose="020F0502020204030204"/>
            </a:endParaRPr>
          </a:p>
          <a:p>
            <a:pPr marL="685800" lvl="1" indent="-228600" defTabSz="914400">
              <a:lnSpc>
                <a:spcPct val="90000"/>
              </a:lnSpc>
              <a:spcBef>
                <a:spcPts val="500"/>
              </a:spcBef>
              <a:buClr>
                <a:srgbClr val="000000"/>
              </a:buClr>
              <a:buFont typeface="Arial" panose="020B0604020202020204"/>
              <a:buChar char="•"/>
            </a:pPr>
            <a:r>
              <a:rPr lang="en-US" sz="2800" b="0" strike="noStrike" spc="-1">
                <a:solidFill>
                  <a:schemeClr val="dk1"/>
                </a:solidFill>
                <a:latin typeface="Calibri" panose="020F0502020204030204"/>
              </a:rPr>
              <a:t>Second level</a:t>
            </a:r>
            <a:endParaRPr lang="en-US" sz="2800" b="0" strike="noStrike" spc="-1">
              <a:solidFill>
                <a:schemeClr val="dk1"/>
              </a:solidFill>
              <a:latin typeface="Calibri" panose="020F0502020204030204"/>
            </a:endParaRPr>
          </a:p>
          <a:p>
            <a:pPr marL="1143000" lvl="2" indent="-228600" defTabSz="914400">
              <a:lnSpc>
                <a:spcPct val="90000"/>
              </a:lnSpc>
              <a:spcBef>
                <a:spcPts val="500"/>
              </a:spcBef>
              <a:buClr>
                <a:srgbClr val="000000"/>
              </a:buClr>
              <a:buFont typeface="Arial" panose="020B0604020202020204"/>
              <a:buChar char="•"/>
            </a:pPr>
            <a:r>
              <a:rPr lang="en-US" sz="2400" b="0" strike="noStrike" spc="-1">
                <a:solidFill>
                  <a:schemeClr val="dk1"/>
                </a:solidFill>
                <a:latin typeface="Calibri" panose="020F0502020204030204"/>
              </a:rPr>
              <a:t>Third level</a:t>
            </a:r>
            <a:endParaRPr lang="en-US" sz="2400" b="0" strike="noStrike" spc="-1">
              <a:solidFill>
                <a:schemeClr val="dk1"/>
              </a:solidFill>
              <a:latin typeface="Calibri" panose="020F0502020204030204"/>
            </a:endParaRPr>
          </a:p>
          <a:p>
            <a:pPr marL="1600200" lvl="3" indent="-228600" defTabSz="914400">
              <a:lnSpc>
                <a:spcPct val="90000"/>
              </a:lnSpc>
              <a:spcBef>
                <a:spcPts val="500"/>
              </a:spcBef>
              <a:buClr>
                <a:srgbClr val="000000"/>
              </a:buClr>
              <a:buFont typeface="Arial" panose="020B0604020202020204"/>
              <a:buChar char="•"/>
            </a:pPr>
            <a:r>
              <a:rPr lang="en-US" sz="2000" b="0" strike="noStrike" spc="-1">
                <a:solidFill>
                  <a:schemeClr val="dk1"/>
                </a:solidFill>
                <a:latin typeface="Calibri" panose="020F0502020204030204"/>
              </a:rPr>
              <a:t>Fourth level</a:t>
            </a:r>
            <a:endParaRPr lang="en-US" sz="2000" b="0" strike="noStrike" spc="-1">
              <a:solidFill>
                <a:schemeClr val="dk1"/>
              </a:solidFill>
              <a:latin typeface="Calibri" panose="020F0502020204030204"/>
            </a:endParaRPr>
          </a:p>
          <a:p>
            <a:pPr marL="2057400" lvl="4" indent="-228600" defTabSz="914400">
              <a:lnSpc>
                <a:spcPct val="90000"/>
              </a:lnSpc>
              <a:spcBef>
                <a:spcPts val="500"/>
              </a:spcBef>
              <a:buClr>
                <a:srgbClr val="000000"/>
              </a:buClr>
              <a:buFont typeface="Arial" panose="020B0604020202020204"/>
              <a:buChar char="•"/>
            </a:pPr>
            <a:r>
              <a:rPr lang="en-US" sz="2000" b="0" strike="noStrike" spc="-1">
                <a:solidFill>
                  <a:schemeClr val="dk1"/>
                </a:solidFill>
                <a:latin typeface="Calibri" panose="020F0502020204030204"/>
              </a:rPr>
              <a:t>Fifth level</a:t>
            </a:r>
            <a:endParaRPr lang="en-US" sz="2000" b="0" strike="noStrike" spc="-1">
              <a:solidFill>
                <a:schemeClr val="dk1"/>
              </a:solidFill>
              <a:latin typeface="Calibri" panose="020F0502020204030204"/>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p>
            <a:pPr indent="0" defTabSz="914400">
              <a:lnSpc>
                <a:spcPct val="90000"/>
              </a:lnSpc>
              <a:spcBef>
                <a:spcPts val="1000"/>
              </a:spcBef>
              <a:buNone/>
              <a:tabLst>
                <a:tab pos="0" algn="l"/>
              </a:tabLst>
            </a:pPr>
            <a:r>
              <a:rPr lang="en-US" sz="1600" b="0" strike="noStrike" spc="-1">
                <a:solidFill>
                  <a:schemeClr val="dk1"/>
                </a:solidFill>
                <a:latin typeface="Calibri" panose="020F0502020204030204"/>
              </a:rPr>
              <a:t>Click to edit Master text styles</a:t>
            </a:r>
            <a:endParaRPr lang="en-US" sz="1600" b="0" strike="noStrike" spc="-1">
              <a:solidFill>
                <a:schemeClr val="dk1"/>
              </a:solidFill>
              <a:latin typeface="Calibri" panose="020F0502020204030204"/>
            </a:endParaRPr>
          </a:p>
        </p:txBody>
      </p:sp>
      <p:sp>
        <p:nvSpPr>
          <p:cNvPr id="57"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58"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59"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04EB1BD3-6E92-4E7D-AB23-7F80EFE64BF9}"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p:bodyStyle/>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p>
            <a:pPr indent="0" defTabSz="914400">
              <a:lnSpc>
                <a:spcPct val="90000"/>
              </a:lnSpc>
              <a:buNone/>
            </a:pPr>
            <a:r>
              <a:rPr lang="en-US" sz="3200" b="0" strike="noStrike" spc="-1">
                <a:solidFill>
                  <a:schemeClr val="dk1"/>
                </a:solidFill>
                <a:latin typeface="Calibri Light" panose="020F0302020204030204"/>
              </a:rPr>
              <a:t>Clic</a:t>
            </a:r>
            <a:r>
              <a:rPr lang="en-US" sz="3200" b="0" strike="noStrike" spc="-1">
                <a:solidFill>
                  <a:schemeClr val="dk1"/>
                </a:solidFill>
                <a:latin typeface="Calibri Light" panose="020F0302020204030204"/>
              </a:rPr>
              <a:t>k to </a:t>
            </a:r>
            <a:r>
              <a:rPr lang="en-US" sz="3200" b="0" strike="noStrike" spc="-1">
                <a:solidFill>
                  <a:schemeClr val="dk1"/>
                </a:solidFill>
                <a:latin typeface="Calibri Light" panose="020F0302020204030204"/>
              </a:rPr>
              <a:t>edit </a:t>
            </a:r>
            <a:r>
              <a:rPr lang="en-US" sz="3200" b="0" strike="noStrike" spc="-1">
                <a:solidFill>
                  <a:schemeClr val="dk1"/>
                </a:solidFill>
                <a:latin typeface="Calibri Light" panose="020F0302020204030204"/>
              </a:rPr>
              <a:t>Mas</a:t>
            </a:r>
            <a:r>
              <a:rPr lang="en-US" sz="3200" b="0" strike="noStrike" spc="-1">
                <a:solidFill>
                  <a:schemeClr val="dk1"/>
                </a:solidFill>
                <a:latin typeface="Calibri Light" panose="020F0302020204030204"/>
              </a:rPr>
              <a:t>ter </a:t>
            </a:r>
            <a:r>
              <a:rPr lang="en-US" sz="3200" b="0" strike="noStrike" spc="-1">
                <a:solidFill>
                  <a:schemeClr val="dk1"/>
                </a:solidFill>
                <a:latin typeface="Calibri Light" panose="020F0302020204030204"/>
              </a:rPr>
              <a:t>title </a:t>
            </a:r>
            <a:r>
              <a:rPr lang="en-US" sz="3200" b="0" strike="noStrike" spc="-1">
                <a:solidFill>
                  <a:schemeClr val="dk1"/>
                </a:solidFill>
                <a:latin typeface="Calibri Light" panose="020F0302020204030204"/>
              </a:rPr>
              <a:t>styl</a:t>
            </a:r>
            <a:r>
              <a:rPr lang="en-US" sz="3200" b="0" strike="noStrike" spc="-1">
                <a:solidFill>
                  <a:schemeClr val="dk1"/>
                </a:solidFill>
                <a:latin typeface="Calibri Light" panose="020F0302020204030204"/>
              </a:rPr>
              <a:t>e</a:t>
            </a:r>
            <a:endParaRPr lang="en-US" sz="3200" b="0" strike="noStrike" spc="-1">
              <a:solidFill>
                <a:schemeClr val="dk1"/>
              </a:solidFill>
              <a:latin typeface="Calibri" panose="020F0502020204030204"/>
            </a:endParaRPr>
          </a:p>
        </p:txBody>
      </p:sp>
      <p:sp>
        <p:nvSpPr>
          <p:cNvPr id="61"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p>
            <a:pPr indent="0" defTabSz="914400">
              <a:lnSpc>
                <a:spcPct val="100000"/>
              </a:lnSpc>
              <a:buNone/>
              <a:tabLst>
                <a:tab pos="0" algn="l"/>
              </a:tabLst>
            </a:pPr>
            <a:r>
              <a:rPr lang="en-US" sz="3200" b="0" strike="noStrike" spc="-1">
                <a:solidFill>
                  <a:schemeClr val="dk1"/>
                </a:solidFill>
                <a:latin typeface="Calibri" panose="020F0502020204030204"/>
              </a:rPr>
              <a:t>Click icon to add picture</a:t>
            </a:r>
            <a:endParaRPr lang="en-US" sz="3200" b="0" strike="noStrike" spc="-1">
              <a:solidFill>
                <a:schemeClr val="dk1"/>
              </a:solidFill>
              <a:latin typeface="Calibri" panose="020F0502020204030204"/>
            </a:endParaRPr>
          </a:p>
        </p:txBody>
      </p:sp>
      <p:sp>
        <p:nvSpPr>
          <p:cNvPr id="62"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p>
            <a:pPr indent="0" defTabSz="914400">
              <a:lnSpc>
                <a:spcPct val="90000"/>
              </a:lnSpc>
              <a:spcBef>
                <a:spcPts val="1000"/>
              </a:spcBef>
              <a:buNone/>
              <a:tabLst>
                <a:tab pos="0" algn="l"/>
              </a:tabLst>
            </a:pPr>
            <a:r>
              <a:rPr lang="en-US" sz="1600" b="0" strike="noStrike" spc="-1">
                <a:solidFill>
                  <a:schemeClr val="dk1"/>
                </a:solidFill>
                <a:latin typeface="Calibri" panose="020F0502020204030204"/>
              </a:rPr>
              <a:t>Click to edit Master text styles</a:t>
            </a:r>
            <a:endParaRPr lang="en-US" sz="1600" b="0" strike="noStrike" spc="-1">
              <a:solidFill>
                <a:schemeClr val="dk1"/>
              </a:solidFill>
              <a:latin typeface="Calibri" panose="020F0502020204030204"/>
            </a:endParaRPr>
          </a:p>
        </p:txBody>
      </p:sp>
      <p:sp>
        <p:nvSpPr>
          <p:cNvPr id="63"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panose="020F0502020204030204"/>
              </a:defRPr>
            </a:lvl1pPr>
          </a:lstStyle>
          <a:p>
            <a:pPr indent="0" defTabSz="914400">
              <a:lnSpc>
                <a:spcPct val="100000"/>
              </a:lnSpc>
              <a:buNone/>
            </a:pPr>
            <a:r>
              <a:rPr lang="en-US" sz="1200" b="0" strike="noStrike" spc="-1">
                <a:solidFill>
                  <a:schemeClr val="dk1">
                    <a:tint val="75000"/>
                  </a:schemeClr>
                </a:solidFill>
                <a:latin typeface="Calibri" panose="020F0502020204030204"/>
              </a:rPr>
              <a:t>&lt;date/time&gt;</a:t>
            </a:r>
            <a:endParaRPr lang="en-US" sz="1200" b="0" strike="noStrike" spc="-1">
              <a:solidFill>
                <a:srgbClr val="000000"/>
              </a:solidFill>
              <a:latin typeface="Times New Roman" panose="02020603050405020304"/>
            </a:endParaRPr>
          </a:p>
        </p:txBody>
      </p:sp>
      <p:sp>
        <p:nvSpPr>
          <p:cNvPr id="64"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panose="02020603050405020304"/>
              </a:defRPr>
            </a:lvl1pPr>
          </a:lstStyle>
          <a:p>
            <a:pPr indent="0" algn="ctr">
              <a:buNone/>
            </a:pPr>
            <a:r>
              <a:rPr lang="en-US" sz="1400" b="0" strike="noStrike" spc="-1">
                <a:solidFill>
                  <a:srgbClr val="000000"/>
                </a:solidFill>
                <a:latin typeface="Times New Roman" panose="02020603050405020304"/>
              </a:rPr>
              <a:t>&lt;footer&gt;</a:t>
            </a:r>
            <a:endParaRPr lang="en-US" sz="1400" b="0" strike="noStrike" spc="-1">
              <a:solidFill>
                <a:srgbClr val="000000"/>
              </a:solidFill>
              <a:latin typeface="Times New Roman" panose="02020603050405020304"/>
            </a:endParaRPr>
          </a:p>
        </p:txBody>
      </p:sp>
      <p:sp>
        <p:nvSpPr>
          <p:cNvPr id="65"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panose="020F0502020204030204"/>
              </a:defRPr>
            </a:lvl1pPr>
          </a:lstStyle>
          <a:p>
            <a:pPr indent="0" algn="r" defTabSz="914400">
              <a:lnSpc>
                <a:spcPct val="100000"/>
              </a:lnSpc>
              <a:buNone/>
            </a:pPr>
            <a:fld id="{CD06CF17-DDC9-4FCA-A70B-82FF87B8008D}" type="slidenum">
              <a:rPr lang="en-US" sz="1200" b="0" strike="noStrike" spc="-1">
                <a:solidFill>
                  <a:schemeClr val="dk1">
                    <a:tint val="75000"/>
                  </a:schemeClr>
                </a:solidFill>
                <a:latin typeface="Calibri" panose="020F0502020204030204"/>
              </a:rPr>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rmAutofit/>
          </a:bodyPr>
          <a:p>
            <a:pPr indent="0" algn="ctr" defTabSz="914400">
              <a:lnSpc>
                <a:spcPct val="90000"/>
              </a:lnSpc>
              <a:buNone/>
            </a:pPr>
            <a:r>
              <a:rPr lang="en-US" sz="4800" b="0" strike="noStrike" spc="-1">
                <a:solidFill>
                  <a:schemeClr val="dk1"/>
                </a:solidFill>
                <a:latin typeface="Calibri Light" panose="020F0302020204030204"/>
                <a:ea typeface="Calibri Light" panose="020F0302020204030204"/>
              </a:rPr>
              <a:t>Int</a:t>
            </a:r>
            <a:r>
              <a:rPr lang="en-US" sz="4800" b="0" strike="noStrike" spc="-1">
                <a:solidFill>
                  <a:schemeClr val="dk1"/>
                </a:solidFill>
                <a:latin typeface="Calibri Light" panose="020F0302020204030204"/>
                <a:ea typeface="Calibri Light" panose="020F0302020204030204"/>
              </a:rPr>
              <a:t>ro</a:t>
            </a:r>
            <a:r>
              <a:rPr lang="en-US" sz="4800" b="0" strike="noStrike" spc="-1">
                <a:solidFill>
                  <a:schemeClr val="dk1"/>
                </a:solidFill>
                <a:latin typeface="Calibri Light" panose="020F0302020204030204"/>
                <a:ea typeface="Calibri Light" panose="020F0302020204030204"/>
              </a:rPr>
              <a:t>du</a:t>
            </a:r>
            <a:r>
              <a:rPr lang="en-US" sz="4800" b="0" strike="noStrike" spc="-1">
                <a:solidFill>
                  <a:schemeClr val="dk1"/>
                </a:solidFill>
                <a:latin typeface="Calibri Light" panose="020F0302020204030204"/>
                <a:ea typeface="Calibri Light" panose="020F0302020204030204"/>
              </a:rPr>
              <a:t>cti</a:t>
            </a:r>
            <a:r>
              <a:rPr lang="en-US" sz="4800" b="0" strike="noStrike" spc="-1">
                <a:solidFill>
                  <a:schemeClr val="dk1"/>
                </a:solidFill>
                <a:latin typeface="Calibri Light" panose="020F0302020204030204"/>
                <a:ea typeface="Calibri Light" panose="020F0302020204030204"/>
              </a:rPr>
              <a:t>on </a:t>
            </a:r>
            <a:r>
              <a:rPr lang="en-US" sz="4800" b="0" strike="noStrike" spc="-1">
                <a:solidFill>
                  <a:schemeClr val="dk1"/>
                </a:solidFill>
                <a:latin typeface="Calibri Light" panose="020F0302020204030204"/>
                <a:ea typeface="Calibri Light" panose="020F0302020204030204"/>
              </a:rPr>
              <a:t>to </a:t>
            </a:r>
            <a:r>
              <a:rPr lang="en-US" sz="4800" b="0" strike="noStrike" spc="-1">
                <a:solidFill>
                  <a:schemeClr val="dk1"/>
                </a:solidFill>
                <a:latin typeface="Calibri Light" panose="020F0302020204030204"/>
                <a:ea typeface="Calibri Light" panose="020F0302020204030204"/>
              </a:rPr>
              <a:t>O</a:t>
            </a:r>
            <a:r>
              <a:rPr lang="en-US" sz="4800" b="0" strike="noStrike" spc="-1">
                <a:solidFill>
                  <a:schemeClr val="dk1"/>
                </a:solidFill>
                <a:latin typeface="Calibri Light" panose="020F0302020204030204"/>
                <a:ea typeface="Calibri Light" panose="020F0302020204030204"/>
              </a:rPr>
              <a:t>pe</a:t>
            </a:r>
            <a:r>
              <a:rPr lang="en-US" sz="4800" b="0" strike="noStrike" spc="-1">
                <a:solidFill>
                  <a:schemeClr val="dk1"/>
                </a:solidFill>
                <a:latin typeface="Calibri Light" panose="020F0302020204030204"/>
                <a:ea typeface="Calibri Light" panose="020F0302020204030204"/>
              </a:rPr>
              <a:t>rat</a:t>
            </a:r>
            <a:r>
              <a:rPr lang="en-US" sz="4800" b="0" strike="noStrike" spc="-1">
                <a:solidFill>
                  <a:schemeClr val="dk1"/>
                </a:solidFill>
                <a:latin typeface="Calibri Light" panose="020F0302020204030204"/>
                <a:ea typeface="Calibri Light" panose="020F0302020204030204"/>
              </a:rPr>
              <a:t>io</a:t>
            </a:r>
            <a:r>
              <a:rPr lang="en-US" sz="4800" b="0" strike="noStrike" spc="-1">
                <a:solidFill>
                  <a:schemeClr val="dk1"/>
                </a:solidFill>
                <a:latin typeface="Calibri Light" panose="020F0302020204030204"/>
                <a:ea typeface="Calibri Light" panose="020F0302020204030204"/>
              </a:rPr>
              <a:t>ns </a:t>
            </a:r>
            <a:r>
              <a:rPr lang="en-US" sz="4800" b="0" strike="noStrike" spc="-1">
                <a:solidFill>
                  <a:schemeClr val="dk1"/>
                </a:solidFill>
                <a:latin typeface="Calibri Light" panose="020F0302020204030204"/>
                <a:ea typeface="Calibri Light" panose="020F0302020204030204"/>
              </a:rPr>
              <a:t>Re</a:t>
            </a:r>
            <a:r>
              <a:rPr lang="en-US" sz="4800" b="0" strike="noStrike" spc="-1">
                <a:solidFill>
                  <a:schemeClr val="dk1"/>
                </a:solidFill>
                <a:latin typeface="Calibri Light" panose="020F0302020204030204"/>
                <a:ea typeface="Calibri Light" panose="020F0302020204030204"/>
              </a:rPr>
              <a:t>se</a:t>
            </a:r>
            <a:r>
              <a:rPr lang="en-US" sz="4800" b="0" strike="noStrike" spc="-1">
                <a:solidFill>
                  <a:schemeClr val="dk1"/>
                </a:solidFill>
                <a:latin typeface="Calibri Light" panose="020F0302020204030204"/>
                <a:ea typeface="Calibri Light" panose="020F0302020204030204"/>
              </a:rPr>
              <a:t>ar</a:t>
            </a:r>
            <a:r>
              <a:rPr lang="en-US" sz="4800" b="0" strike="noStrike" spc="-1">
                <a:solidFill>
                  <a:schemeClr val="dk1"/>
                </a:solidFill>
                <a:latin typeface="Calibri Light" panose="020F0302020204030204"/>
                <a:ea typeface="Calibri Light" panose="020F0302020204030204"/>
              </a:rPr>
              <a:t>ch</a:t>
            </a:r>
            <a:endParaRPr lang="en-US" sz="4800" b="0" strike="noStrike" spc="-1">
              <a:solidFill>
                <a:schemeClr val="dk1"/>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Box 1"/>
          <p:cNvSpPr/>
          <p:nvPr/>
        </p:nvSpPr>
        <p:spPr>
          <a:xfrm>
            <a:off x="607680" y="756360"/>
            <a:ext cx="11199240" cy="564156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algn="just" defTabSz="914400">
              <a:lnSpc>
                <a:spcPct val="100000"/>
              </a:lnSpc>
            </a:pPr>
            <a:r>
              <a:rPr lang="en-US" sz="2800" b="0" strike="noStrike" spc="-1">
                <a:solidFill>
                  <a:schemeClr val="dk1"/>
                </a:solidFill>
                <a:latin typeface="Times New Roman" panose="02020603050405020304"/>
              </a:rPr>
              <a:t>Operations research management focuses on the mathematical scoring of consequences of a decision aiming </a:t>
            </a:r>
            <a:r>
              <a:rPr lang="en-US" sz="2800" b="1" i="1" strike="noStrike" spc="-1">
                <a:solidFill>
                  <a:srgbClr val="FF0000"/>
                </a:solidFill>
                <a:latin typeface="Times New Roman" panose="02020603050405020304"/>
              </a:rPr>
              <a:t>to optimize the use of time, effort, and resources</a:t>
            </a:r>
            <a:r>
              <a:rPr lang="en-US" sz="2800" b="0" strike="noStrike" spc="-1">
                <a:solidFill>
                  <a:schemeClr val="dk1"/>
                </a:solidFill>
                <a:latin typeface="Times New Roman" panose="02020603050405020304"/>
              </a:rPr>
              <a:t> to avoid blunders. The act of obtaining best results under any given circumstances is known as optimizing. </a:t>
            </a:r>
            <a:endParaRPr lang="en-US" sz="2800" b="0" strike="noStrike" spc="-1">
              <a:solidFill>
                <a:srgbClr val="000000"/>
              </a:solidFill>
              <a:latin typeface="Arial" panose="020B0604020202020204"/>
            </a:endParaRPr>
          </a:p>
          <a:p>
            <a:pPr algn="just" defTabSz="914400">
              <a:lnSpc>
                <a:spcPct val="100000"/>
              </a:lnSpc>
            </a:pPr>
            <a:endParaRPr lang="en-US" sz="2800" b="0" strike="noStrike" spc="-1">
              <a:solidFill>
                <a:srgbClr val="000000"/>
              </a:solidFill>
              <a:latin typeface="Arial" panose="020B0604020202020204"/>
            </a:endParaRPr>
          </a:p>
          <a:p>
            <a:pPr algn="just" defTabSz="914400">
              <a:lnSpc>
                <a:spcPct val="100000"/>
              </a:lnSpc>
            </a:pPr>
            <a:r>
              <a:rPr lang="en-US" sz="2800" b="0" strike="noStrike" spc="-1">
                <a:solidFill>
                  <a:schemeClr val="dk1"/>
                </a:solidFill>
                <a:latin typeface="Times New Roman" panose="02020603050405020304"/>
              </a:rPr>
              <a:t>The key purpose of Operations Research (OR) is to do preparative calculations that </a:t>
            </a:r>
            <a:r>
              <a:rPr lang="en-US" sz="2800" b="1" i="1" strike="noStrike" spc="-1">
                <a:solidFill>
                  <a:srgbClr val="FF0000"/>
                </a:solidFill>
                <a:latin typeface="Times New Roman" panose="02020603050405020304"/>
              </a:rPr>
              <a:t>aid the decision-making process</a:t>
            </a:r>
            <a:r>
              <a:rPr lang="en-US" sz="2800" b="0" strike="noStrike" spc="-1">
                <a:solidFill>
                  <a:schemeClr val="dk1"/>
                </a:solidFill>
                <a:latin typeface="Times New Roman" panose="02020603050405020304"/>
              </a:rPr>
              <a:t>.</a:t>
            </a:r>
            <a:endParaRPr lang="en-US" sz="2800" b="0" strike="noStrike" spc="-1">
              <a:solidFill>
                <a:srgbClr val="000000"/>
              </a:solidFill>
              <a:latin typeface="Arial" panose="020B0604020202020204"/>
            </a:endParaRPr>
          </a:p>
          <a:p>
            <a:pPr algn="just" defTabSz="914400">
              <a:lnSpc>
                <a:spcPct val="100000"/>
              </a:lnSpc>
            </a:pPr>
            <a:endParaRPr lang="en-US" sz="2800" b="0" strike="noStrike" spc="-1">
              <a:solidFill>
                <a:srgbClr val="000000"/>
              </a:solidFill>
              <a:latin typeface="Arial" panose="020B0604020202020204"/>
            </a:endParaRPr>
          </a:p>
          <a:p>
            <a:pPr algn="just" defTabSz="914400">
              <a:lnSpc>
                <a:spcPct val="100000"/>
              </a:lnSpc>
            </a:pPr>
            <a:r>
              <a:rPr lang="en-US" sz="2800" b="0" strike="noStrike" spc="-1">
                <a:solidFill>
                  <a:schemeClr val="dk1"/>
                </a:solidFill>
                <a:latin typeface="Times New Roman" panose="02020603050405020304"/>
              </a:rPr>
              <a:t>Hence, decision-making is a key part of our daily life. The ultimate goal of all decisions is to </a:t>
            </a:r>
            <a:r>
              <a:rPr lang="en-US" sz="2800" b="1" i="1" strike="noStrike" spc="-1">
                <a:solidFill>
                  <a:srgbClr val="FF0000"/>
                </a:solidFill>
                <a:latin typeface="Times New Roman" panose="02020603050405020304"/>
              </a:rPr>
              <a:t>maximize benefits and to minimize effort and time</a:t>
            </a:r>
            <a:r>
              <a:rPr lang="en-US" sz="2800" b="0" strike="noStrike" spc="-1">
                <a:solidFill>
                  <a:schemeClr val="dk1"/>
                </a:solidFill>
                <a:latin typeface="Times New Roman" panose="02020603050405020304"/>
              </a:rPr>
              <a:t>. OR gives decision makers the power to make effective decisions and improve day-to-day operations. Decision makers consider all the available options, study the outcomes, and estimate the risks.</a:t>
            </a:r>
            <a:endParaRPr lang="en-US" sz="280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1"/>
          <p:cNvSpPr/>
          <p:nvPr/>
        </p:nvSpPr>
        <p:spPr>
          <a:xfrm>
            <a:off x="498600" y="489960"/>
            <a:ext cx="10942920" cy="222588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algn="just" defTabSz="914400">
              <a:lnSpc>
                <a:spcPct val="100000"/>
              </a:lnSpc>
            </a:pPr>
            <a:r>
              <a:rPr lang="en-US" sz="2800" b="0" strike="noStrike" spc="-1">
                <a:solidFill>
                  <a:schemeClr val="dk1"/>
                </a:solidFill>
                <a:latin typeface="Times New Roman" panose="02020603050405020304"/>
              </a:rPr>
              <a:t>In </a:t>
            </a:r>
            <a:r>
              <a:rPr lang="en-US" sz="2800" b="0" strike="noStrike" spc="-1">
                <a:solidFill>
                  <a:srgbClr val="FF0000"/>
                </a:solidFill>
                <a:latin typeface="Times New Roman" panose="02020603050405020304"/>
              </a:rPr>
              <a:t>simple situations</a:t>
            </a:r>
            <a:r>
              <a:rPr lang="en-US" sz="2800" b="0" strike="noStrike" spc="-1">
                <a:solidFill>
                  <a:schemeClr val="dk1"/>
                </a:solidFill>
                <a:latin typeface="Times New Roman" panose="02020603050405020304"/>
              </a:rPr>
              <a:t>, common sense and judgement can be used to take decisions. For example, if you are buying a microwave or washing machine, the decision-making process is not very complicated. You can simply compare the price, quality, and durability of the well-known brands and models in the market and take a decision based on it.</a:t>
            </a:r>
            <a:endParaRPr lang="en-US" sz="2800" b="0" strike="noStrike" spc="-1">
              <a:solidFill>
                <a:srgbClr val="000000"/>
              </a:solidFill>
              <a:latin typeface="Arial" panose="020B0604020202020204"/>
            </a:endParaRPr>
          </a:p>
        </p:txBody>
      </p:sp>
      <p:sp>
        <p:nvSpPr>
          <p:cNvPr id="69" name="TextBox 2"/>
          <p:cNvSpPr/>
          <p:nvPr/>
        </p:nvSpPr>
        <p:spPr>
          <a:xfrm>
            <a:off x="498600" y="3252240"/>
            <a:ext cx="10917000" cy="307980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algn="just" defTabSz="914400">
              <a:lnSpc>
                <a:spcPct val="100000"/>
              </a:lnSpc>
            </a:pPr>
            <a:r>
              <a:rPr lang="en-US" sz="2800" b="0" strike="noStrike" spc="-1">
                <a:solidFill>
                  <a:schemeClr val="dk1"/>
                </a:solidFill>
                <a:latin typeface="Times New Roman" panose="02020603050405020304"/>
              </a:rPr>
              <a:t>However, in </a:t>
            </a:r>
            <a:r>
              <a:rPr lang="en-US" sz="2800" b="0" strike="noStrike" spc="-1">
                <a:solidFill>
                  <a:srgbClr val="FF0000"/>
                </a:solidFill>
                <a:latin typeface="Times New Roman" panose="02020603050405020304"/>
              </a:rPr>
              <a:t>complex situations</a:t>
            </a:r>
            <a:r>
              <a:rPr lang="en-US" sz="2800" b="0" strike="noStrike" spc="-1">
                <a:solidFill>
                  <a:schemeClr val="dk1"/>
                </a:solidFill>
                <a:latin typeface="Times New Roman" panose="02020603050405020304"/>
              </a:rPr>
              <a:t>, although it is possible to take decisions based on one’s common sense, a </a:t>
            </a:r>
            <a:r>
              <a:rPr lang="en-US" sz="2800" b="1" i="1" strike="noStrike" spc="-1">
                <a:solidFill>
                  <a:srgbClr val="FF0000"/>
                </a:solidFill>
                <a:latin typeface="Times New Roman" panose="02020603050405020304"/>
              </a:rPr>
              <a:t>decision backed by mathematical calculations reduces the risk factor and increases the probability of success</a:t>
            </a:r>
            <a:r>
              <a:rPr lang="en-US" sz="2800" b="0" strike="noStrike" spc="-1">
                <a:solidFill>
                  <a:schemeClr val="dk1"/>
                </a:solidFill>
                <a:latin typeface="Times New Roman" panose="02020603050405020304"/>
              </a:rPr>
              <a:t>. Some such situations, where decision-makers have to depend on mathematical scoring and reasoning, are finding an appropriate product mix amidst competitor’s products or planning a public transportation network in a city.</a:t>
            </a:r>
            <a:endParaRPr lang="en-US" sz="280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4" descr="A screenshot of a cell phone&#10;&#10;Description generated with very high confidence"/>
          <p:cNvPicPr/>
          <p:nvPr/>
        </p:nvPicPr>
        <p:blipFill>
          <a:blip r:embed="rId1"/>
          <a:stretch>
            <a:fillRect/>
          </a:stretch>
        </p:blipFill>
        <p:spPr>
          <a:xfrm>
            <a:off x="1090800" y="469800"/>
            <a:ext cx="9526320" cy="561096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descr="A close up of a sign&#10;&#10;Description generated with high confidence"/>
          <p:cNvPicPr/>
          <p:nvPr/>
        </p:nvPicPr>
        <p:blipFill>
          <a:blip r:embed="rId1"/>
          <a:stretch>
            <a:fillRect/>
          </a:stretch>
        </p:blipFill>
        <p:spPr>
          <a:xfrm>
            <a:off x="384840" y="134280"/>
            <a:ext cx="8829720" cy="948600"/>
          </a:xfrm>
          <a:prstGeom prst="rect">
            <a:avLst/>
          </a:prstGeom>
          <a:ln w="0">
            <a:noFill/>
          </a:ln>
        </p:spPr>
      </p:pic>
      <p:sp>
        <p:nvSpPr>
          <p:cNvPr id="72" name="TextBox 3"/>
          <p:cNvSpPr/>
          <p:nvPr/>
        </p:nvSpPr>
        <p:spPr>
          <a:xfrm>
            <a:off x="6685200" y="1843560"/>
            <a:ext cx="4675680" cy="179892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algn="just" defTabSz="914400">
              <a:lnSpc>
                <a:spcPct val="100000"/>
              </a:lnSpc>
            </a:pPr>
            <a:r>
              <a:rPr lang="en-US" sz="2800" b="0" strike="noStrike" spc="-1">
                <a:solidFill>
                  <a:schemeClr val="dk1"/>
                </a:solidFill>
                <a:latin typeface="Calibri" panose="020F0502020204030204"/>
                <a:ea typeface="Calibri" panose="020F0502020204030204"/>
              </a:rPr>
              <a:t>Column reduced matrix will be the same as each column’s minimum value is zero. </a:t>
            </a:r>
            <a:endParaRPr lang="en-US" sz="2800" b="0" strike="noStrike" spc="-1">
              <a:solidFill>
                <a:srgbClr val="000000"/>
              </a:solidFill>
              <a:latin typeface="Arial" panose="020B0604020202020204"/>
            </a:endParaRPr>
          </a:p>
        </p:txBody>
      </p:sp>
      <p:graphicFrame>
        <p:nvGraphicFramePr>
          <p:cNvPr id="73" name="Table 5"/>
          <p:cNvGraphicFramePr/>
          <p:nvPr/>
        </p:nvGraphicFramePr>
        <p:xfrm>
          <a:off x="6570000" y="3521880"/>
          <a:ext cx="5134680" cy="2471040"/>
        </p:xfrm>
        <a:graphic>
          <a:graphicData uri="http://schemas.openxmlformats.org/drawingml/2006/table">
            <a:tbl>
              <a:tblPr/>
              <a:tblGrid>
                <a:gridCol w="1003320"/>
                <a:gridCol w="707760"/>
                <a:gridCol w="855720"/>
                <a:gridCol w="855720"/>
                <a:gridCol w="855720"/>
                <a:gridCol w="855720"/>
              </a:tblGrid>
              <a:tr h="335880">
                <a:tc>
                  <a:txBody>
                    <a:bodyPr>
                      <a:spAutoFit/>
                    </a:bodyPr>
                    <a:p>
                      <a:pPr algn="ctr" defTabSz="914400">
                        <a:lnSpc>
                          <a:spcPct val="100000"/>
                        </a:lnSpc>
                      </a:pPr>
                      <a:r>
                        <a:rPr lang="en-US" sz="1800" b="0" strike="noStrike" spc="-1">
                          <a:solidFill>
                            <a:schemeClr val="dk1"/>
                          </a:solidFill>
                          <a:latin typeface="Calibri" panose="020F0502020204030204"/>
                        </a:rPr>
                        <a:t>Persons/Jobs</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1</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2</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5</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35880">
                <a:tc>
                  <a:txBody>
                    <a:bodyPr>
                      <a:spAutoFit/>
                    </a:bodyPr>
                    <a:p>
                      <a:pPr algn="ctr" defTabSz="914400">
                        <a:lnSpc>
                          <a:spcPct val="100000"/>
                        </a:lnSpc>
                      </a:pPr>
                      <a:r>
                        <a:rPr lang="en-US" sz="1800" b="0" strike="noStrike" spc="-1">
                          <a:solidFill>
                            <a:schemeClr val="dk1"/>
                          </a:solidFill>
                          <a:latin typeface="Calibri" panose="020F0502020204030204"/>
                        </a:rPr>
                        <a:t>A</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7</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5</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35880">
                <a:tc>
                  <a:txBody>
                    <a:bodyPr>
                      <a:spAutoFit/>
                    </a:bodyPr>
                    <a:p>
                      <a:pPr algn="ctr" defTabSz="914400">
                        <a:lnSpc>
                          <a:spcPct val="100000"/>
                        </a:lnSpc>
                      </a:pPr>
                      <a:r>
                        <a:rPr lang="en-US" sz="1800" b="0" strike="noStrike" spc="-1">
                          <a:solidFill>
                            <a:schemeClr val="dk1"/>
                          </a:solidFill>
                          <a:latin typeface="Calibri" panose="020F0502020204030204"/>
                        </a:rPr>
                        <a:t>B</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9</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5</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35880">
                <a:tc>
                  <a:txBody>
                    <a:bodyPr>
                      <a:spAutoFit/>
                    </a:bodyPr>
                    <a:p>
                      <a:pPr algn="ctr" defTabSz="914400">
                        <a:lnSpc>
                          <a:spcPct val="100000"/>
                        </a:lnSpc>
                      </a:pPr>
                      <a:r>
                        <a:rPr lang="en-US" sz="1800" b="0" strike="noStrike" spc="-1">
                          <a:solidFill>
                            <a:schemeClr val="dk1"/>
                          </a:solidFill>
                          <a:latin typeface="Calibri" panose="020F0502020204030204"/>
                        </a:rPr>
                        <a:t>C</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1</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6</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6</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35880">
                <a:tc>
                  <a:txBody>
                    <a:bodyPr>
                      <a:spAutoFit/>
                    </a:bodyPr>
                    <a:p>
                      <a:pPr algn="ctr" defTabSz="914400">
                        <a:lnSpc>
                          <a:spcPct val="100000"/>
                        </a:lnSpc>
                      </a:pPr>
                      <a:r>
                        <a:rPr lang="en-US" sz="1800" b="0" strike="noStrike" spc="-1">
                          <a:solidFill>
                            <a:schemeClr val="dk1"/>
                          </a:solidFill>
                          <a:latin typeface="Calibri" panose="020F0502020204030204"/>
                        </a:rPr>
                        <a:t>D</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35880">
                <a:tc>
                  <a:txBody>
                    <a:bodyPr>
                      <a:spAutoFit/>
                    </a:bodyPr>
                    <a:p>
                      <a:pPr algn="ctr" defTabSz="914400">
                        <a:lnSpc>
                          <a:spcPct val="100000"/>
                        </a:lnSpc>
                      </a:pPr>
                      <a:r>
                        <a:rPr lang="en-US" sz="1800" b="0" strike="noStrike" spc="-1">
                          <a:solidFill>
                            <a:schemeClr val="dk1"/>
                          </a:solidFill>
                          <a:latin typeface="Calibri" panose="020F0502020204030204"/>
                        </a:rPr>
                        <a:t>E</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2</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r>
            </a:tbl>
          </a:graphicData>
        </a:graphic>
      </p:graphicFrame>
      <p:grpSp>
        <p:nvGrpSpPr>
          <p:cNvPr id="74" name="Group 7"/>
          <p:cNvGrpSpPr/>
          <p:nvPr/>
        </p:nvGrpSpPr>
        <p:grpSpPr>
          <a:xfrm>
            <a:off x="6739920" y="3918960"/>
            <a:ext cx="706320" cy="159480"/>
            <a:chOff x="6739920" y="3918960"/>
            <a:chExt cx="706320" cy="159480"/>
          </a:xfrm>
        </p:grpSpPr>
        <p:sp>
          <p:nvSpPr>
            <p:cNvPr id="75" name="Arrow: Right 5"/>
            <p:cNvSpPr/>
            <p:nvPr/>
          </p:nvSpPr>
          <p:spPr>
            <a:xfrm>
              <a:off x="7353720" y="3920760"/>
              <a:ext cx="92520" cy="157680"/>
            </a:xfrm>
            <a:prstGeom prst="right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34200" rIns="90000" bIns="34200" anchor="ctr">
              <a:noAutofit/>
            </a:bodyPr>
            <a:p>
              <a:pPr algn="ctr" defTabSz="914400">
                <a:lnSpc>
                  <a:spcPct val="100000"/>
                </a:lnSpc>
              </a:pPr>
              <a:endParaRPr lang="en-US" sz="1800" b="0" strike="noStrike" spc="-1">
                <a:solidFill>
                  <a:schemeClr val="lt1"/>
                </a:solidFill>
                <a:latin typeface="Calibri" panose="020F0502020204030204"/>
              </a:endParaRPr>
            </a:p>
          </p:txBody>
        </p:sp>
        <p:sp>
          <p:nvSpPr>
            <p:cNvPr id="76" name="Arrow: Down 6"/>
            <p:cNvSpPr/>
            <p:nvPr/>
          </p:nvSpPr>
          <p:spPr>
            <a:xfrm>
              <a:off x="6739920" y="3918960"/>
              <a:ext cx="64800" cy="148320"/>
            </a:xfrm>
            <a:prstGeom prst="down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endParaRPr lang="en-US" sz="1800" b="0" strike="noStrike" spc="-1">
                <a:solidFill>
                  <a:schemeClr val="lt1"/>
                </a:solidFill>
                <a:latin typeface="Calibri" panose="020F0502020204030204"/>
              </a:endParaRPr>
            </a:p>
          </p:txBody>
        </p:sp>
      </p:grpSp>
      <p:graphicFrame>
        <p:nvGraphicFramePr>
          <p:cNvPr id="77" name="Table 5"/>
          <p:cNvGraphicFramePr/>
          <p:nvPr/>
        </p:nvGraphicFramePr>
        <p:xfrm>
          <a:off x="696960" y="1830600"/>
          <a:ext cx="4988160" cy="2666520"/>
        </p:xfrm>
        <a:graphic>
          <a:graphicData uri="http://schemas.openxmlformats.org/drawingml/2006/table">
            <a:tbl>
              <a:tblPr/>
              <a:tblGrid>
                <a:gridCol w="993960"/>
                <a:gridCol w="668520"/>
                <a:gridCol w="831240"/>
                <a:gridCol w="831240"/>
                <a:gridCol w="831240"/>
                <a:gridCol w="831240"/>
              </a:tblGrid>
              <a:tr h="691200">
                <a:tc>
                  <a:txBody>
                    <a:bodyPr>
                      <a:spAutoFit/>
                    </a:bodyPr>
                    <a:p>
                      <a:pPr algn="ctr" defTabSz="914400">
                        <a:lnSpc>
                          <a:spcPct val="100000"/>
                        </a:lnSpc>
                      </a:pPr>
                      <a:r>
                        <a:rPr lang="en-US" sz="1800" b="0" strike="noStrike" spc="-1">
                          <a:solidFill>
                            <a:schemeClr val="dk1"/>
                          </a:solidFill>
                          <a:latin typeface="Calibri" panose="020F0502020204030204"/>
                        </a:rPr>
                        <a:t>Persons/Jobs</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1</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2</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5</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94920">
                <a:tc>
                  <a:txBody>
                    <a:bodyPr>
                      <a:spAutoFit/>
                    </a:bodyPr>
                    <a:p>
                      <a:pPr algn="ctr" defTabSz="914400">
                        <a:lnSpc>
                          <a:spcPct val="100000"/>
                        </a:lnSpc>
                      </a:pPr>
                      <a:r>
                        <a:rPr lang="en-US" sz="1800" b="0" strike="noStrike" spc="-1">
                          <a:solidFill>
                            <a:schemeClr val="dk1"/>
                          </a:solidFill>
                          <a:latin typeface="Calibri" panose="020F0502020204030204"/>
                        </a:rPr>
                        <a:t>A</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7</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1</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5</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94920">
                <a:tc>
                  <a:txBody>
                    <a:bodyPr>
                      <a:spAutoFit/>
                    </a:bodyPr>
                    <a:p>
                      <a:pPr algn="ctr" defTabSz="914400">
                        <a:lnSpc>
                          <a:spcPct val="100000"/>
                        </a:lnSpc>
                      </a:pPr>
                      <a:r>
                        <a:rPr lang="en-US" sz="1800" b="0" strike="noStrike" spc="-1">
                          <a:solidFill>
                            <a:schemeClr val="dk1"/>
                          </a:solidFill>
                          <a:latin typeface="Calibri" panose="020F0502020204030204"/>
                        </a:rPr>
                        <a:t>B</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9</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5</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5</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94920">
                <a:tc>
                  <a:txBody>
                    <a:bodyPr>
                      <a:spAutoFit/>
                    </a:bodyPr>
                    <a:p>
                      <a:pPr algn="ctr" defTabSz="914400">
                        <a:lnSpc>
                          <a:spcPct val="100000"/>
                        </a:lnSpc>
                      </a:pPr>
                      <a:r>
                        <a:rPr lang="en-US" sz="1800" b="0" strike="noStrike" spc="-1">
                          <a:solidFill>
                            <a:schemeClr val="dk1"/>
                          </a:solidFill>
                          <a:latin typeface="Calibri" panose="020F0502020204030204"/>
                        </a:rPr>
                        <a:t>C</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1</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6</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7</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94920">
                <a:tc>
                  <a:txBody>
                    <a:bodyPr>
                      <a:spAutoFit/>
                    </a:bodyPr>
                    <a:p>
                      <a:pPr algn="ctr" defTabSz="914400">
                        <a:lnSpc>
                          <a:spcPct val="100000"/>
                        </a:lnSpc>
                      </a:pPr>
                      <a:r>
                        <a:rPr lang="en-US" sz="1800" b="0" strike="noStrike" spc="-1">
                          <a:solidFill>
                            <a:schemeClr val="dk1"/>
                          </a:solidFill>
                          <a:latin typeface="Calibri" panose="020F0502020204030204"/>
                        </a:rPr>
                        <a:t>D</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1</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94920">
                <a:tc>
                  <a:txBody>
                    <a:bodyPr>
                      <a:spAutoFit/>
                    </a:bodyPr>
                    <a:p>
                      <a:pPr algn="ctr" defTabSz="914400">
                        <a:lnSpc>
                          <a:spcPct val="100000"/>
                        </a:lnSpc>
                      </a:pPr>
                      <a:r>
                        <a:rPr lang="en-US" sz="1800" b="0" strike="noStrike" spc="-1">
                          <a:solidFill>
                            <a:schemeClr val="dk1"/>
                          </a:solidFill>
                          <a:latin typeface="Calibri" panose="020F0502020204030204"/>
                        </a:rPr>
                        <a:t>E</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r>
            </a:tbl>
          </a:graphicData>
        </a:graphic>
      </p:graphicFrame>
      <p:grpSp>
        <p:nvGrpSpPr>
          <p:cNvPr id="78" name="Group 9"/>
          <p:cNvGrpSpPr/>
          <p:nvPr/>
        </p:nvGrpSpPr>
        <p:grpSpPr>
          <a:xfrm>
            <a:off x="857880" y="2218320"/>
            <a:ext cx="706320" cy="159480"/>
            <a:chOff x="857880" y="2218320"/>
            <a:chExt cx="706320" cy="159480"/>
          </a:xfrm>
        </p:grpSpPr>
        <p:sp>
          <p:nvSpPr>
            <p:cNvPr id="79" name="Arrow: Right 10"/>
            <p:cNvSpPr/>
            <p:nvPr/>
          </p:nvSpPr>
          <p:spPr>
            <a:xfrm>
              <a:off x="1471680" y="2220120"/>
              <a:ext cx="92520" cy="157680"/>
            </a:xfrm>
            <a:prstGeom prst="right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34200" rIns="90000" bIns="34200" anchor="ctr">
              <a:noAutofit/>
            </a:bodyPr>
            <a:p>
              <a:pPr algn="ctr" defTabSz="914400">
                <a:lnSpc>
                  <a:spcPct val="100000"/>
                </a:lnSpc>
              </a:pPr>
              <a:endParaRPr lang="en-US" sz="1800" b="0" strike="noStrike" spc="-1">
                <a:solidFill>
                  <a:schemeClr val="lt1"/>
                </a:solidFill>
                <a:latin typeface="Calibri" panose="020F0502020204030204"/>
              </a:endParaRPr>
            </a:p>
          </p:txBody>
        </p:sp>
        <p:sp>
          <p:nvSpPr>
            <p:cNvPr id="80" name="Arrow: Down 11"/>
            <p:cNvSpPr/>
            <p:nvPr/>
          </p:nvSpPr>
          <p:spPr>
            <a:xfrm>
              <a:off x="857880" y="2218320"/>
              <a:ext cx="64800" cy="148320"/>
            </a:xfrm>
            <a:prstGeom prst="down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endParaRPr lang="en-US" sz="1800" b="0" strike="noStrike" spc="-1">
                <a:solidFill>
                  <a:schemeClr val="lt1"/>
                </a:solidFill>
                <a:latin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fade">
                                      <p:cBhvr additive="repl">
                                        <p:cTn id="15" dur="500"/>
                                        <p:tgtEl>
                                          <p:spTgt spid="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Box 1"/>
          <p:cNvSpPr/>
          <p:nvPr/>
        </p:nvSpPr>
        <p:spPr>
          <a:xfrm>
            <a:off x="551880" y="468360"/>
            <a:ext cx="8578800" cy="36540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defTabSz="914400">
              <a:lnSpc>
                <a:spcPct val="100000"/>
              </a:lnSpc>
            </a:pPr>
            <a:r>
              <a:rPr lang="en-US" sz="1800" b="0" strike="noStrike" spc="-1">
                <a:solidFill>
                  <a:schemeClr val="dk1"/>
                </a:solidFill>
                <a:latin typeface="Calibri" panose="020F0502020204030204"/>
              </a:rPr>
              <a:t>Then you can </a:t>
            </a:r>
            <a:r>
              <a:rPr lang="en-US" sz="1800" b="1" i="1" strike="noStrike" spc="-1">
                <a:solidFill>
                  <a:srgbClr val="FF0000"/>
                </a:solidFill>
                <a:latin typeface="Calibri" panose="020F0502020204030204"/>
              </a:rPr>
              <a:t>start assigning</a:t>
            </a:r>
            <a:r>
              <a:rPr lang="en-US" sz="1800" b="0" strike="noStrike" spc="-1">
                <a:solidFill>
                  <a:schemeClr val="dk1"/>
                </a:solidFill>
                <a:latin typeface="Calibri" panose="020F0502020204030204"/>
              </a:rPr>
              <a:t> the jobs as depicted in table</a:t>
            </a:r>
            <a:endParaRPr lang="en-US" sz="1800" b="0" strike="noStrike" spc="-1">
              <a:solidFill>
                <a:srgbClr val="000000"/>
              </a:solidFill>
              <a:latin typeface="Arial" panose="020B0604020202020204"/>
            </a:endParaRPr>
          </a:p>
        </p:txBody>
      </p:sp>
      <p:pic>
        <p:nvPicPr>
          <p:cNvPr id="82" name="Picture 4" descr="A screenshot of a cell phone&#10;&#10;Description generated with very high confidence"/>
          <p:cNvPicPr/>
          <p:nvPr/>
        </p:nvPicPr>
        <p:blipFill>
          <a:blip r:embed="rId1"/>
          <a:stretch>
            <a:fillRect/>
          </a:stretch>
        </p:blipFill>
        <p:spPr>
          <a:xfrm>
            <a:off x="6694560" y="2210040"/>
            <a:ext cx="5233320" cy="2270160"/>
          </a:xfrm>
          <a:prstGeom prst="rect">
            <a:avLst/>
          </a:prstGeom>
          <a:ln w="0">
            <a:noFill/>
          </a:ln>
        </p:spPr>
      </p:pic>
      <p:sp>
        <p:nvSpPr>
          <p:cNvPr id="83" name="TextBox 4"/>
          <p:cNvSpPr/>
          <p:nvPr/>
        </p:nvSpPr>
        <p:spPr>
          <a:xfrm>
            <a:off x="6694560" y="5077440"/>
            <a:ext cx="4675680" cy="91404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defTabSz="914400">
              <a:lnSpc>
                <a:spcPct val="100000"/>
              </a:lnSpc>
            </a:pPr>
            <a:r>
              <a:rPr lang="en-US" sz="1800" b="0" strike="noStrike" spc="-1">
                <a:solidFill>
                  <a:schemeClr val="dk1"/>
                </a:solidFill>
                <a:latin typeface="Calibri" panose="020F0502020204030204"/>
              </a:rPr>
              <a:t>Therefore, the optimum assignment schedule is A to 5, B to 1, C to 4, D to 3, and E to 2.</a:t>
            </a:r>
            <a:endParaRPr lang="en-US" sz="1800" b="0" strike="noStrike" spc="-1">
              <a:solidFill>
                <a:srgbClr val="000000"/>
              </a:solidFill>
              <a:latin typeface="Arial" panose="020B0604020202020204"/>
            </a:endParaRPr>
          </a:p>
        </p:txBody>
      </p:sp>
      <p:graphicFrame>
        <p:nvGraphicFramePr>
          <p:cNvPr id="84" name="Table 5"/>
          <p:cNvGraphicFramePr/>
          <p:nvPr/>
        </p:nvGraphicFramePr>
        <p:xfrm>
          <a:off x="464760" y="1208160"/>
          <a:ext cx="5134680" cy="2471040"/>
        </p:xfrm>
        <a:graphic>
          <a:graphicData uri="http://schemas.openxmlformats.org/drawingml/2006/table">
            <a:tbl>
              <a:tblPr/>
              <a:tblGrid>
                <a:gridCol w="1003320"/>
                <a:gridCol w="707760"/>
                <a:gridCol w="855720"/>
                <a:gridCol w="855720"/>
                <a:gridCol w="855720"/>
                <a:gridCol w="855720"/>
              </a:tblGrid>
              <a:tr h="335880">
                <a:tc>
                  <a:txBody>
                    <a:bodyPr>
                      <a:spAutoFit/>
                    </a:bodyPr>
                    <a:p>
                      <a:pPr algn="ctr" defTabSz="914400">
                        <a:lnSpc>
                          <a:spcPct val="100000"/>
                        </a:lnSpc>
                      </a:pPr>
                      <a:r>
                        <a:rPr lang="en-US" sz="1800" b="0" strike="noStrike" spc="-1">
                          <a:solidFill>
                            <a:schemeClr val="dk1"/>
                          </a:solidFill>
                          <a:latin typeface="Calibri" panose="020F0502020204030204"/>
                        </a:rPr>
                        <a:t>Persons/Jobs</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1</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2</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5</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35880">
                <a:tc>
                  <a:txBody>
                    <a:bodyPr>
                      <a:spAutoFit/>
                    </a:bodyPr>
                    <a:p>
                      <a:pPr algn="ctr" defTabSz="914400">
                        <a:lnSpc>
                          <a:spcPct val="100000"/>
                        </a:lnSpc>
                      </a:pPr>
                      <a:r>
                        <a:rPr lang="en-US" sz="1800" b="0" strike="noStrike" spc="-1">
                          <a:solidFill>
                            <a:schemeClr val="dk1"/>
                          </a:solidFill>
                          <a:latin typeface="Calibri" panose="020F0502020204030204"/>
                        </a:rPr>
                        <a:t>A</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7</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5</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35880">
                <a:tc>
                  <a:txBody>
                    <a:bodyPr>
                      <a:spAutoFit/>
                    </a:bodyPr>
                    <a:p>
                      <a:pPr algn="ctr" defTabSz="914400">
                        <a:lnSpc>
                          <a:spcPct val="100000"/>
                        </a:lnSpc>
                      </a:pPr>
                      <a:r>
                        <a:rPr lang="en-US" sz="1800" b="0" strike="noStrike" spc="-1">
                          <a:solidFill>
                            <a:schemeClr val="dk1"/>
                          </a:solidFill>
                          <a:latin typeface="Calibri" panose="020F0502020204030204"/>
                        </a:rPr>
                        <a:t>B</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9</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5</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35880">
                <a:tc>
                  <a:txBody>
                    <a:bodyPr>
                      <a:spAutoFit/>
                    </a:bodyPr>
                    <a:p>
                      <a:pPr algn="ctr" defTabSz="914400">
                        <a:lnSpc>
                          <a:spcPct val="100000"/>
                        </a:lnSpc>
                      </a:pPr>
                      <a:r>
                        <a:rPr lang="en-US" sz="1800" b="0" strike="noStrike" spc="-1">
                          <a:solidFill>
                            <a:schemeClr val="dk1"/>
                          </a:solidFill>
                          <a:latin typeface="Calibri" panose="020F0502020204030204"/>
                        </a:rPr>
                        <a:t>C</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1</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6</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6</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35880">
                <a:tc>
                  <a:txBody>
                    <a:bodyPr>
                      <a:spAutoFit/>
                    </a:bodyPr>
                    <a:p>
                      <a:pPr algn="ctr" defTabSz="914400">
                        <a:lnSpc>
                          <a:spcPct val="100000"/>
                        </a:lnSpc>
                      </a:pPr>
                      <a:r>
                        <a:rPr lang="en-US" sz="1800" b="0" strike="noStrike" spc="-1">
                          <a:solidFill>
                            <a:schemeClr val="dk1"/>
                          </a:solidFill>
                          <a:latin typeface="Calibri" panose="020F0502020204030204"/>
                        </a:rPr>
                        <a:t>D</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3</a:t>
                      </a:r>
                      <a:endParaRPr lang="en-US" sz="1800" b="0" strike="noStrike" spc="-1">
                        <a:solidFill>
                          <a:srgbClr val="000000"/>
                        </a:solidFill>
                        <a:latin typeface="Arial" panose="020B0604020202020204"/>
                      </a:endParaRPr>
                    </a:p>
                  </a:txBody>
                  <a:tcPr anchor="t">
                    <a:lnL>
                      <a:noFill/>
                    </a:lnL>
                    <a:lnR>
                      <a:noFill/>
                    </a:lnR>
                    <a:lnT>
                      <a:noFill/>
                    </a:lnT>
                    <a:lnB>
                      <a:noFill/>
                    </a:lnB>
                    <a:noFill/>
                  </a:tcPr>
                </a:tc>
              </a:tr>
              <a:tr h="335880">
                <a:tc>
                  <a:txBody>
                    <a:bodyPr>
                      <a:spAutoFit/>
                    </a:bodyPr>
                    <a:p>
                      <a:pPr algn="ctr" defTabSz="914400">
                        <a:lnSpc>
                          <a:spcPct val="100000"/>
                        </a:lnSpc>
                      </a:pPr>
                      <a:r>
                        <a:rPr lang="en-US" sz="1800" b="0" strike="noStrike" spc="-1">
                          <a:solidFill>
                            <a:schemeClr val="dk1"/>
                          </a:solidFill>
                          <a:latin typeface="Calibri" panose="020F0502020204030204"/>
                        </a:rPr>
                        <a:t>E</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2</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4</a:t>
                      </a:r>
                      <a:endParaRPr lang="en-US" sz="1800" b="0" strike="noStrike" spc="-1">
                        <a:solidFill>
                          <a:srgbClr val="000000"/>
                        </a:solidFill>
                        <a:latin typeface="Arial" panose="020B0604020202020204"/>
                      </a:endParaRPr>
                    </a:p>
                  </a:txBody>
                  <a:tcPr anchor="t">
                    <a:lnL>
                      <a:noFill/>
                    </a:lnL>
                    <a:lnR>
                      <a:noFill/>
                    </a:lnR>
                    <a:lnT>
                      <a:noFill/>
                    </a:lnT>
                    <a:lnB>
                      <a:noFill/>
                    </a:lnB>
                    <a:noFill/>
                  </a:tcPr>
                </a:tc>
                <a:tc>
                  <a:txBody>
                    <a:bodyPr>
                      <a:spAutoFit/>
                    </a:bodyPr>
                    <a:p>
                      <a:pPr algn="ctr" defTabSz="914400">
                        <a:lnSpc>
                          <a:spcPct val="100000"/>
                        </a:lnSpc>
                      </a:pPr>
                      <a:r>
                        <a:rPr lang="en-US" sz="1800" b="0" strike="noStrike" spc="-1">
                          <a:solidFill>
                            <a:schemeClr val="dk1"/>
                          </a:solidFill>
                          <a:latin typeface="Calibri" panose="020F0502020204030204"/>
                        </a:rPr>
                        <a:t>0</a:t>
                      </a:r>
                      <a:endParaRPr lang="en-US" sz="1800" b="0" strike="noStrike" spc="-1">
                        <a:solidFill>
                          <a:srgbClr val="000000"/>
                        </a:solidFill>
                        <a:latin typeface="Arial" panose="020B0604020202020204"/>
                      </a:endParaRPr>
                    </a:p>
                  </a:txBody>
                  <a:tcPr anchor="t">
                    <a:lnL>
                      <a:noFill/>
                    </a:lnL>
                    <a:lnR>
                      <a:noFill/>
                    </a:lnR>
                    <a:lnT>
                      <a:noFill/>
                    </a:lnT>
                    <a:lnB>
                      <a:noFill/>
                    </a:lnB>
                    <a:noFill/>
                  </a:tcPr>
                </a:tc>
              </a:tr>
            </a:tbl>
          </a:graphicData>
        </a:graphic>
      </p:graphicFrame>
      <p:grpSp>
        <p:nvGrpSpPr>
          <p:cNvPr id="85" name="Group 10"/>
          <p:cNvGrpSpPr/>
          <p:nvPr/>
        </p:nvGrpSpPr>
        <p:grpSpPr>
          <a:xfrm>
            <a:off x="615960" y="1595880"/>
            <a:ext cx="706680" cy="159480"/>
            <a:chOff x="615960" y="1595880"/>
            <a:chExt cx="706680" cy="159480"/>
          </a:xfrm>
        </p:grpSpPr>
        <p:sp>
          <p:nvSpPr>
            <p:cNvPr id="86" name="Arrow: Right 8"/>
            <p:cNvSpPr/>
            <p:nvPr/>
          </p:nvSpPr>
          <p:spPr>
            <a:xfrm>
              <a:off x="1230120" y="1597680"/>
              <a:ext cx="92520" cy="157680"/>
            </a:xfrm>
            <a:prstGeom prst="right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34200" rIns="90000" bIns="34200" anchor="ctr">
              <a:noAutofit/>
            </a:bodyPr>
            <a:p>
              <a:pPr algn="ctr" defTabSz="914400">
                <a:lnSpc>
                  <a:spcPct val="100000"/>
                </a:lnSpc>
              </a:pPr>
              <a:endParaRPr lang="en-US" sz="1800" b="0" strike="noStrike" spc="-1">
                <a:solidFill>
                  <a:schemeClr val="lt1"/>
                </a:solidFill>
                <a:latin typeface="Calibri" panose="020F0502020204030204"/>
              </a:endParaRPr>
            </a:p>
          </p:txBody>
        </p:sp>
        <p:sp>
          <p:nvSpPr>
            <p:cNvPr id="87" name="Arrow: Down 9"/>
            <p:cNvSpPr/>
            <p:nvPr/>
          </p:nvSpPr>
          <p:spPr>
            <a:xfrm>
              <a:off x="615960" y="1595880"/>
              <a:ext cx="64800" cy="148320"/>
            </a:xfrm>
            <a:prstGeom prst="downArrow">
              <a:avLst>
                <a:gd name="adj1" fmla="val 50000"/>
                <a:gd name="adj2" fmla="val 50000"/>
              </a:avLst>
            </a:prstGeom>
            <a:solidFill>
              <a:srgbClr val="4472C4"/>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endParaRPr lang="en-US" sz="1800" b="0" strike="noStrike" spc="-1">
                <a:solidFill>
                  <a:schemeClr val="lt1"/>
                </a:solidFill>
                <a:latin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additive="repl">
                                        <p:cTn id="7" dur="5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3"/>
                                        </p:tgtEl>
                                        <p:attrNameLst>
                                          <p:attrName>style.visibility</p:attrName>
                                        </p:attrNameLst>
                                      </p:cBhvr>
                                      <p:to>
                                        <p:strVal val="visible"/>
                                      </p:to>
                                    </p:set>
                                    <p:anim calcmode="lin" valueType="num">
                                      <p:cBhvr additive="repl">
                                        <p:cTn id="12" dur="500" fill="hold"/>
                                        <p:tgtEl>
                                          <p:spTgt spid="83"/>
                                        </p:tgtEl>
                                        <p:attrNameLst>
                                          <p:attrName>ppt_x</p:attrName>
                                        </p:attrNameLst>
                                      </p:cBhvr>
                                      <p:tavLst>
                                        <p:tav tm="0">
                                          <p:val>
                                            <p:strVal val="#ppt_x"/>
                                          </p:val>
                                        </p:tav>
                                        <p:tav tm="100000">
                                          <p:val>
                                            <p:strVal val="#ppt_x"/>
                                          </p:val>
                                        </p:tav>
                                      </p:tavLst>
                                    </p:anim>
                                    <p:anim calcmode="lin" valueType="num">
                                      <p:cBhvr additive="repl">
                                        <p:cTn id="13"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1"/>
          <p:cNvSpPr/>
          <p:nvPr/>
        </p:nvSpPr>
        <p:spPr>
          <a:xfrm>
            <a:off x="858600" y="403200"/>
            <a:ext cx="8494920" cy="283428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defTabSz="914400">
              <a:lnSpc>
                <a:spcPct val="100000"/>
              </a:lnSpc>
            </a:pPr>
            <a:r>
              <a:rPr lang="en-US" sz="1800" b="0" strike="noStrike" spc="-1">
                <a:solidFill>
                  <a:schemeClr val="dk1"/>
                </a:solidFill>
                <a:latin typeface="Calibri" panose="020F0502020204030204"/>
              </a:rPr>
              <a:t>Objectives:</a:t>
            </a: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ea typeface="Calibri" panose="020F0502020204030204"/>
              </a:rPr>
              <a:t>After studying this unit, you should be able to:</a:t>
            </a: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ea typeface="Calibri" panose="020F0502020204030204"/>
              </a:rPr>
              <a:t> </a:t>
            </a:r>
            <a:r>
              <a:rPr lang="en-US" sz="1800" b="0" strike="noStrike" spc="-1">
                <a:solidFill>
                  <a:schemeClr val="dk1"/>
                </a:solidFill>
                <a:latin typeface="Calibri" panose="020F0502020204030204"/>
                <a:ea typeface="Calibri" panose="020F0502020204030204"/>
              </a:rPr>
              <a:t>describe the historical background of OR</a:t>
            </a: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ea typeface="Calibri" panose="020F0502020204030204"/>
              </a:rPr>
              <a:t> </a:t>
            </a:r>
            <a:r>
              <a:rPr lang="en-US" sz="1800" b="0" strike="noStrike" spc="-1">
                <a:solidFill>
                  <a:schemeClr val="dk1"/>
                </a:solidFill>
                <a:latin typeface="Calibri" panose="020F0502020204030204"/>
                <a:ea typeface="Calibri" panose="020F0502020204030204"/>
              </a:rPr>
              <a:t>list the significant features of OR</a:t>
            </a: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ea typeface="Calibri" panose="020F0502020204030204"/>
              </a:rPr>
              <a:t> </a:t>
            </a:r>
            <a:r>
              <a:rPr lang="en-US" sz="1800" b="0" strike="noStrike" spc="-1">
                <a:solidFill>
                  <a:schemeClr val="dk1"/>
                </a:solidFill>
                <a:latin typeface="Calibri" panose="020F0502020204030204"/>
                <a:ea typeface="Calibri" panose="020F0502020204030204"/>
              </a:rPr>
              <a:t>describe the methodology of OR</a:t>
            </a: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ea typeface="Calibri" panose="020F0502020204030204"/>
              </a:rPr>
              <a:t> </a:t>
            </a:r>
            <a:r>
              <a:rPr lang="en-US" sz="1800" b="0" strike="noStrike" spc="-1">
                <a:solidFill>
                  <a:schemeClr val="dk1"/>
                </a:solidFill>
                <a:latin typeface="Calibri" panose="020F0502020204030204"/>
                <a:ea typeface="Calibri" panose="020F0502020204030204"/>
              </a:rPr>
              <a:t>define the structure of a mathematical model in OR</a:t>
            </a: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ea typeface="Calibri" panose="020F0502020204030204"/>
              </a:rPr>
              <a:t> </a:t>
            </a:r>
            <a:r>
              <a:rPr lang="en-US" sz="1800" b="0" strike="noStrike" spc="-1">
                <a:solidFill>
                  <a:schemeClr val="dk1"/>
                </a:solidFill>
                <a:latin typeface="Calibri" panose="020F0502020204030204"/>
                <a:ea typeface="Calibri" panose="020F0502020204030204"/>
              </a:rPr>
              <a:t>describe the significance of the function of OR</a:t>
            </a:r>
            <a:endParaRPr lang="en-US" sz="180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2"/>
          <p:cNvSpPr/>
          <p:nvPr/>
        </p:nvSpPr>
        <p:spPr>
          <a:xfrm>
            <a:off x="551880" y="431280"/>
            <a:ext cx="10604520" cy="533376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defTabSz="914400">
              <a:lnSpc>
                <a:spcPct val="100000"/>
              </a:lnSpc>
            </a:pPr>
            <a:r>
              <a:rPr lang="en-US" sz="3200" b="1" strike="noStrike" spc="-1">
                <a:solidFill>
                  <a:schemeClr val="dk1"/>
                </a:solidFill>
                <a:latin typeface="Calibri" panose="020F0502020204030204"/>
              </a:rPr>
              <a:t>Historical Background</a:t>
            </a:r>
            <a:endParaRPr lang="en-US" sz="32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algn="just" defTabSz="914400">
              <a:lnSpc>
                <a:spcPct val="100000"/>
              </a:lnSpc>
            </a:pPr>
            <a:r>
              <a:rPr lang="en-US" sz="2400" b="0" strike="noStrike" spc="-1">
                <a:solidFill>
                  <a:schemeClr val="dk1"/>
                </a:solidFill>
                <a:latin typeface="Calibri" panose="020F0502020204030204"/>
                <a:ea typeface="Calibri" panose="020F0502020204030204"/>
              </a:rPr>
              <a:t>During the World War II, scientists from United Kingdom studied the strategic and tactical problems associated with air and land defence of the country. The aim of this study was to determine the effective utilization of limited military resources to win the battle. The technique was named operations research. </a:t>
            </a:r>
            <a:endParaRPr lang="en-US" sz="2400" b="0" strike="noStrike" spc="-1">
              <a:solidFill>
                <a:srgbClr val="000000"/>
              </a:solidFill>
              <a:latin typeface="Arial" panose="020B0604020202020204"/>
            </a:endParaRPr>
          </a:p>
          <a:p>
            <a:pPr algn="just" defTabSz="914400">
              <a:lnSpc>
                <a:spcPct val="100000"/>
              </a:lnSpc>
            </a:pPr>
            <a:endParaRPr lang="en-US" sz="2400" b="0" strike="noStrike" spc="-1">
              <a:solidFill>
                <a:srgbClr val="000000"/>
              </a:solidFill>
              <a:latin typeface="Arial" panose="020B0604020202020204"/>
            </a:endParaRPr>
          </a:p>
          <a:p>
            <a:pPr algn="just" defTabSz="914400">
              <a:lnSpc>
                <a:spcPct val="100000"/>
              </a:lnSpc>
            </a:pPr>
            <a:r>
              <a:rPr lang="en-US" sz="2400" b="0" strike="noStrike" spc="-1">
                <a:solidFill>
                  <a:schemeClr val="dk1"/>
                </a:solidFill>
                <a:latin typeface="Calibri" panose="020F0502020204030204"/>
                <a:ea typeface="Calibri" panose="020F0502020204030204"/>
              </a:rPr>
              <a:t>After World War II, operations research techniques were developed and deployed in the decision-making process in complicated situations in various fields, such as industrial, academic, and government organizations.</a:t>
            </a:r>
            <a:endParaRPr lang="en-US" sz="24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 name="Picture 2" descr="A picture containing table, bird&#10;&#10;Description generated with very high confidence"/>
          <p:cNvPicPr/>
          <p:nvPr/>
        </p:nvPicPr>
        <p:blipFill>
          <a:blip r:embed="rId1"/>
          <a:stretch>
            <a:fillRect/>
          </a:stretch>
        </p:blipFill>
        <p:spPr>
          <a:xfrm>
            <a:off x="570600" y="303480"/>
            <a:ext cx="10558080" cy="3128400"/>
          </a:xfrm>
          <a:prstGeom prst="rect">
            <a:avLst/>
          </a:prstGeom>
          <a:ln w="0">
            <a:noFill/>
          </a:ln>
        </p:spPr>
      </p:pic>
      <p:pic>
        <p:nvPicPr>
          <p:cNvPr id="91" name="Picture 3" descr="A picture containing table&#10;&#10;Description generated with very high confidence"/>
          <p:cNvPicPr/>
          <p:nvPr/>
        </p:nvPicPr>
        <p:blipFill>
          <a:blip r:embed="rId2"/>
          <a:stretch>
            <a:fillRect/>
          </a:stretch>
        </p:blipFill>
        <p:spPr>
          <a:xfrm>
            <a:off x="570600" y="3365640"/>
            <a:ext cx="10706760" cy="173376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 name="Picture 2" descr="A screenshot of a cell phone&#10;&#10;Description generated with very high confidence"/>
          <p:cNvPicPr/>
          <p:nvPr/>
        </p:nvPicPr>
        <p:blipFill>
          <a:blip r:embed="rId1"/>
          <a:stretch>
            <a:fillRect/>
          </a:stretch>
        </p:blipFill>
        <p:spPr>
          <a:xfrm>
            <a:off x="533520" y="628920"/>
            <a:ext cx="11226960" cy="402948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1"/>
          <p:cNvSpPr/>
          <p:nvPr/>
        </p:nvSpPr>
        <p:spPr>
          <a:xfrm>
            <a:off x="542520" y="319680"/>
            <a:ext cx="11097000" cy="310860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defTabSz="914400">
              <a:lnSpc>
                <a:spcPct val="100000"/>
              </a:lnSpc>
            </a:pPr>
            <a:r>
              <a:rPr lang="en-US" sz="1800" b="0" strike="noStrike" spc="-1">
                <a:solidFill>
                  <a:schemeClr val="dk1"/>
                </a:solidFill>
                <a:latin typeface="Calibri" panose="020F0502020204030204"/>
              </a:rPr>
              <a:t>Scope of Operations Research</a:t>
            </a: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ea typeface="Calibri" panose="020F0502020204030204"/>
              </a:rPr>
              <a:t>Any problem, either simple or complicated, can use OR techniques to find the best possible solution.</a:t>
            </a: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marL="285750" indent="-285750" defTabSz="914400">
              <a:lnSpc>
                <a:spcPct val="100000"/>
              </a:lnSpc>
              <a:buClr>
                <a:srgbClr val="000000"/>
              </a:buClr>
              <a:buFont typeface="Arial" panose="020B0604020202020204"/>
              <a:buChar char="•"/>
            </a:pPr>
            <a:r>
              <a:rPr lang="en-US" sz="1800" b="0" strike="noStrike" spc="-1">
                <a:solidFill>
                  <a:schemeClr val="dk1"/>
                </a:solidFill>
                <a:latin typeface="Calibri" panose="020F0502020204030204"/>
                <a:ea typeface="Calibri" panose="020F0502020204030204"/>
              </a:rPr>
              <a:t>In defence operations</a:t>
            </a:r>
            <a:endParaRPr lang="en-US" sz="1800" b="0" strike="noStrike" spc="-1">
              <a:solidFill>
                <a:srgbClr val="000000"/>
              </a:solidFill>
              <a:latin typeface="Arial" panose="020B0604020202020204"/>
            </a:endParaRPr>
          </a:p>
          <a:p>
            <a:pPr marL="285750" indent="-285750" defTabSz="914400">
              <a:lnSpc>
                <a:spcPct val="100000"/>
              </a:lnSpc>
              <a:buClr>
                <a:srgbClr val="000000"/>
              </a:buClr>
              <a:buFont typeface="Arial" panose="020B0604020202020204"/>
              <a:buChar char="•"/>
            </a:pPr>
            <a:r>
              <a:rPr lang="en-US" sz="1800" b="0" strike="noStrike" spc="-1">
                <a:solidFill>
                  <a:schemeClr val="dk1"/>
                </a:solidFill>
                <a:latin typeface="Calibri" panose="020F0502020204030204"/>
                <a:ea typeface="Calibri" panose="020F0502020204030204"/>
              </a:rPr>
              <a:t>In industry</a:t>
            </a:r>
            <a:endParaRPr lang="en-US" sz="1800" b="0" strike="noStrike" spc="-1">
              <a:solidFill>
                <a:srgbClr val="000000"/>
              </a:solidFill>
              <a:latin typeface="Arial" panose="020B0604020202020204"/>
            </a:endParaRPr>
          </a:p>
          <a:p>
            <a:pPr marL="285750" indent="-285750" defTabSz="914400">
              <a:lnSpc>
                <a:spcPct val="100000"/>
              </a:lnSpc>
              <a:buClr>
                <a:srgbClr val="000000"/>
              </a:buClr>
              <a:buFont typeface="Arial" panose="020B0604020202020204"/>
              <a:buChar char="•"/>
            </a:pPr>
            <a:r>
              <a:rPr lang="en-US" sz="1800" b="0" strike="noStrike" spc="-1">
                <a:solidFill>
                  <a:schemeClr val="dk1"/>
                </a:solidFill>
                <a:latin typeface="Calibri" panose="020F0502020204030204"/>
                <a:ea typeface="Calibri" panose="020F0502020204030204"/>
              </a:rPr>
              <a:t>Planning</a:t>
            </a:r>
            <a:endParaRPr lang="en-US" sz="1800" b="0" strike="noStrike" spc="-1">
              <a:solidFill>
                <a:srgbClr val="000000"/>
              </a:solidFill>
              <a:latin typeface="Arial" panose="020B0604020202020204"/>
            </a:endParaRPr>
          </a:p>
          <a:p>
            <a:pPr marL="285750" indent="-285750" defTabSz="914400">
              <a:lnSpc>
                <a:spcPct val="100000"/>
              </a:lnSpc>
              <a:buClr>
                <a:srgbClr val="000000"/>
              </a:buClr>
              <a:buFont typeface="Arial" panose="020B0604020202020204"/>
              <a:buChar char="•"/>
            </a:pPr>
            <a:r>
              <a:rPr lang="en-US" sz="1800" b="0" strike="noStrike" spc="-1">
                <a:solidFill>
                  <a:schemeClr val="dk1"/>
                </a:solidFill>
                <a:latin typeface="Calibri" panose="020F0502020204030204"/>
                <a:ea typeface="Calibri" panose="020F0502020204030204"/>
              </a:rPr>
              <a:t>Agriculture</a:t>
            </a:r>
            <a:endParaRPr lang="en-US" sz="1800" b="0" strike="noStrike" spc="-1">
              <a:solidFill>
                <a:srgbClr val="000000"/>
              </a:solidFill>
              <a:latin typeface="Arial" panose="020B0604020202020204"/>
            </a:endParaRPr>
          </a:p>
          <a:p>
            <a:pPr marL="285750" indent="-285750" defTabSz="914400">
              <a:lnSpc>
                <a:spcPct val="100000"/>
              </a:lnSpc>
              <a:buClr>
                <a:srgbClr val="000000"/>
              </a:buClr>
              <a:buFont typeface="Arial" panose="020B0604020202020204"/>
              <a:buChar char="•"/>
            </a:pPr>
            <a:r>
              <a:rPr lang="en-US" sz="1800" b="0" strike="noStrike" spc="-1">
                <a:solidFill>
                  <a:schemeClr val="dk1"/>
                </a:solidFill>
                <a:latin typeface="Calibri" panose="020F0502020204030204"/>
                <a:ea typeface="Calibri" panose="020F0502020204030204"/>
              </a:rPr>
              <a:t>In hospitals</a:t>
            </a:r>
            <a:endParaRPr lang="en-US" sz="1800" b="0" strike="noStrike" spc="-1">
              <a:solidFill>
                <a:srgbClr val="000000"/>
              </a:solidFill>
              <a:latin typeface="Arial" panose="020B0604020202020204"/>
            </a:endParaRPr>
          </a:p>
          <a:p>
            <a:pPr marL="285750" indent="-285750" defTabSz="914400">
              <a:lnSpc>
                <a:spcPct val="100000"/>
              </a:lnSpc>
              <a:buClr>
                <a:srgbClr val="000000"/>
              </a:buClr>
              <a:buFont typeface="Arial" panose="020B0604020202020204"/>
              <a:buChar char="•"/>
            </a:pPr>
            <a:r>
              <a:rPr lang="en-US" sz="1800" b="0" strike="noStrike" spc="-1">
                <a:solidFill>
                  <a:schemeClr val="dk1"/>
                </a:solidFill>
                <a:latin typeface="Calibri" panose="020F0502020204030204"/>
                <a:ea typeface="Calibri" panose="020F0502020204030204"/>
              </a:rPr>
              <a:t>In transport</a:t>
            </a:r>
            <a:endParaRPr lang="en-US" sz="1800" b="0" strike="noStrike" spc="-1">
              <a:solidFill>
                <a:srgbClr val="000000"/>
              </a:solidFill>
              <a:latin typeface="Arial" panose="020B0604020202020204"/>
            </a:endParaRPr>
          </a:p>
          <a:p>
            <a:pPr marL="285750" indent="-285750" defTabSz="914400">
              <a:lnSpc>
                <a:spcPct val="100000"/>
              </a:lnSpc>
              <a:buClr>
                <a:srgbClr val="000000"/>
              </a:buClr>
              <a:buFont typeface="Arial" panose="020B0604020202020204"/>
              <a:buChar char="•"/>
            </a:pPr>
            <a:r>
              <a:rPr lang="en-US" sz="1800" b="0" strike="noStrike" spc="-1">
                <a:solidFill>
                  <a:schemeClr val="dk1"/>
                </a:solidFill>
                <a:latin typeface="Calibri" panose="020F0502020204030204"/>
                <a:ea typeface="Calibri" panose="020F0502020204030204"/>
              </a:rPr>
              <a:t>Research and development</a:t>
            </a:r>
            <a:endParaRPr lang="en-US" sz="180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Box 1"/>
          <p:cNvSpPr/>
          <p:nvPr/>
        </p:nvSpPr>
        <p:spPr>
          <a:xfrm>
            <a:off x="440640" y="440640"/>
            <a:ext cx="10307160" cy="621900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defTabSz="914400">
              <a:lnSpc>
                <a:spcPct val="100000"/>
              </a:lnSpc>
            </a:pPr>
            <a:r>
              <a:rPr lang="en-US" sz="1800" b="0" strike="noStrike" spc="-1">
                <a:solidFill>
                  <a:schemeClr val="dk1"/>
                </a:solidFill>
                <a:latin typeface="Calibri" panose="020F0502020204030204"/>
              </a:rPr>
              <a:t>Features of Operation Research</a:t>
            </a: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ea typeface="Calibri" panose="020F0502020204030204"/>
              </a:rPr>
              <a:t>Some key features of OR are as follows:</a:t>
            </a: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0" strike="noStrike" spc="-1">
                <a:solidFill>
                  <a:schemeClr val="dk1"/>
                </a:solidFill>
                <a:latin typeface="Calibri" panose="020F0502020204030204"/>
                <a:ea typeface="Calibri" panose="020F0502020204030204"/>
              </a:rPr>
              <a:t>OR is system-oriented. OR scrutinizes the problem from an organization's perspective. The results can be optimal for one part of the system, while the same can be unfavorable for another part of the system.</a:t>
            </a: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0" strike="noStrike" spc="-1">
                <a:solidFill>
                  <a:schemeClr val="dk1"/>
                </a:solidFill>
                <a:latin typeface="Calibri" panose="020F0502020204030204"/>
                <a:ea typeface="Calibri" panose="020F0502020204030204"/>
              </a:rPr>
              <a:t>OR imbibes an inter–disciplinary team approach. Since no single individual can have a thorough knowledge of all the fast developing scientific know-how, personalities from different scientific and managerial cadre form a team to solve the problem.</a:t>
            </a: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0" strike="noStrike" spc="-1">
                <a:solidFill>
                  <a:schemeClr val="dk1"/>
                </a:solidFill>
                <a:latin typeface="Calibri" panose="020F0502020204030204"/>
                <a:ea typeface="Calibri" panose="020F0502020204030204"/>
              </a:rPr>
              <a:t>OR uses scientific methods to solve problems.</a:t>
            </a: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0" strike="noStrike" spc="-1">
                <a:solidFill>
                  <a:schemeClr val="dk1"/>
                </a:solidFill>
                <a:latin typeface="Calibri" panose="020F0502020204030204"/>
                <a:ea typeface="Calibri" panose="020F0502020204030204"/>
              </a:rPr>
              <a:t>OR increases effectiveness of the management’s decision-making ability.</a:t>
            </a: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0" strike="noStrike" spc="-1">
                <a:solidFill>
                  <a:schemeClr val="dk1"/>
                </a:solidFill>
                <a:latin typeface="Calibri" panose="020F0502020204030204"/>
                <a:ea typeface="Calibri" panose="020F0502020204030204"/>
              </a:rPr>
              <a:t>OR uses computers to solve large and complex problems.</a:t>
            </a: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0" strike="noStrike" spc="-1">
                <a:solidFill>
                  <a:schemeClr val="dk1"/>
                </a:solidFill>
                <a:latin typeface="Calibri" panose="020F0502020204030204"/>
                <a:ea typeface="Calibri" panose="020F0502020204030204"/>
              </a:rPr>
              <a:t>OR offers a quantitative solution.</a:t>
            </a:r>
            <a:endParaRPr lang="en-US" sz="2000" b="0" strike="noStrike" spc="-1">
              <a:solidFill>
                <a:srgbClr val="000000"/>
              </a:solidFill>
              <a:latin typeface="Arial" panose="020B0604020202020204"/>
            </a:endParaRPr>
          </a:p>
          <a:p>
            <a:pPr algn="just" defTabSz="914400">
              <a:lnSpc>
                <a:spcPct val="100000"/>
              </a:lnSpc>
            </a:pPr>
            <a:endParaRPr lang="en-US" sz="20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Picture 2" descr="A screenshot of a cell phone&#10;&#10;Description generated with very high confidence"/>
          <p:cNvPicPr/>
          <p:nvPr/>
        </p:nvPicPr>
        <p:blipFill>
          <a:blip r:embed="rId1"/>
          <a:srcRect r="-155" b="10107"/>
          <a:stretch>
            <a:fillRect/>
          </a:stretch>
        </p:blipFill>
        <p:spPr>
          <a:xfrm>
            <a:off x="3274920" y="342360"/>
            <a:ext cx="5995440" cy="5281920"/>
          </a:xfrm>
          <a:prstGeom prst="rect">
            <a:avLst/>
          </a:prstGeom>
          <a:ln w="0">
            <a:noFill/>
          </a:ln>
        </p:spPr>
      </p:pic>
      <p:pic>
        <p:nvPicPr>
          <p:cNvPr id="96" name="Picture 3"/>
          <p:cNvPicPr/>
          <p:nvPr/>
        </p:nvPicPr>
        <p:blipFill>
          <a:blip r:embed="rId2"/>
          <a:stretch>
            <a:fillRect/>
          </a:stretch>
        </p:blipFill>
        <p:spPr>
          <a:xfrm>
            <a:off x="3748680" y="5801040"/>
            <a:ext cx="4685040" cy="53388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1"/>
          <p:cNvSpPr/>
          <p:nvPr/>
        </p:nvSpPr>
        <p:spPr>
          <a:xfrm>
            <a:off x="626400" y="431280"/>
            <a:ext cx="10771560" cy="5243760"/>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defTabSz="914400">
              <a:lnSpc>
                <a:spcPct val="100000"/>
              </a:lnSpc>
            </a:pPr>
            <a:r>
              <a:rPr lang="en-US" sz="2400" b="1" strike="noStrike" spc="-1">
                <a:solidFill>
                  <a:schemeClr val="dk1"/>
                </a:solidFill>
                <a:latin typeface="Calibri" panose="020F0502020204030204"/>
              </a:rPr>
              <a:t>Limitations of Operations Research</a:t>
            </a:r>
            <a:endParaRPr lang="en-US" sz="24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The limitations are more related to the problems of model building, time, and money factors. </a:t>
            </a: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The limitations are:</a:t>
            </a:r>
            <a:endParaRPr lang="en-US" sz="2000" b="0" strike="noStrike" spc="-1">
              <a:solidFill>
                <a:srgbClr val="000000"/>
              </a:solidFill>
              <a:latin typeface="Arial" panose="020B0604020202020204"/>
            </a:endParaRPr>
          </a:p>
          <a:p>
            <a:pPr algn="just" defTabSz="914400">
              <a:lnSpc>
                <a:spcPct val="100000"/>
              </a:lnSpc>
            </a:pP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1" strike="noStrike" spc="-1">
                <a:solidFill>
                  <a:schemeClr val="dk1"/>
                </a:solidFill>
                <a:latin typeface="Calibri" panose="020F0502020204030204"/>
                <a:ea typeface="Calibri" panose="020F0502020204030204"/>
              </a:rPr>
              <a:t>Magnitude of computation</a:t>
            </a:r>
            <a:r>
              <a:rPr lang="en-US" sz="2000" b="0" strike="noStrike" spc="-1">
                <a:solidFill>
                  <a:schemeClr val="dk1"/>
                </a:solidFill>
                <a:latin typeface="Calibri" panose="020F0502020204030204"/>
                <a:ea typeface="Calibri" panose="020F0502020204030204"/>
              </a:rPr>
              <a:t> – Modern problems involve a large number of variables. The magnitude of computation makes it difficult to find the interrelationship.</a:t>
            </a: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1" strike="noStrike" spc="-1">
                <a:solidFill>
                  <a:schemeClr val="dk1"/>
                </a:solidFill>
                <a:latin typeface="Calibri" panose="020F0502020204030204"/>
                <a:ea typeface="Calibri" panose="020F0502020204030204"/>
              </a:rPr>
              <a:t>Intangible factors</a:t>
            </a:r>
            <a:r>
              <a:rPr lang="en-US" sz="2000" b="0" strike="noStrike" spc="-1">
                <a:solidFill>
                  <a:schemeClr val="dk1"/>
                </a:solidFill>
                <a:latin typeface="Calibri" panose="020F0502020204030204"/>
                <a:ea typeface="Calibri" panose="020F0502020204030204"/>
              </a:rPr>
              <a:t> – Non–quantitative factors and human emotional factors cannot be taken into account.</a:t>
            </a: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1" strike="noStrike" spc="-1">
                <a:solidFill>
                  <a:schemeClr val="dk1"/>
                </a:solidFill>
                <a:latin typeface="Calibri" panose="020F0502020204030204"/>
                <a:ea typeface="Calibri" panose="020F0502020204030204"/>
              </a:rPr>
              <a:t>Communication gap</a:t>
            </a:r>
            <a:r>
              <a:rPr lang="en-US" sz="2000" b="0" strike="noStrike" spc="-1">
                <a:solidFill>
                  <a:schemeClr val="dk1"/>
                </a:solidFill>
                <a:latin typeface="Calibri" panose="020F0502020204030204"/>
                <a:ea typeface="Calibri" panose="020F0502020204030204"/>
              </a:rPr>
              <a:t> – There is a wide gap between the expectations of managers and the aim of research professionals.</a:t>
            </a: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1" strike="noStrike" spc="-1">
                <a:solidFill>
                  <a:schemeClr val="dk1"/>
                </a:solidFill>
                <a:latin typeface="Calibri" panose="020F0502020204030204"/>
                <a:ea typeface="Calibri" panose="020F0502020204030204"/>
              </a:rPr>
              <a:t>Time and money factors</a:t>
            </a:r>
            <a:r>
              <a:rPr lang="en-US" sz="2000" b="0" strike="noStrike" spc="-1">
                <a:solidFill>
                  <a:schemeClr val="dk1"/>
                </a:solidFill>
                <a:latin typeface="Calibri" panose="020F0502020204030204"/>
                <a:ea typeface="Calibri" panose="020F0502020204030204"/>
              </a:rPr>
              <a:t> – When you subject the basic data to frequent changes then incorporating them into OR models becomes a costly affair.</a:t>
            </a:r>
            <a:endParaRPr lang="en-US" sz="2000" b="0" strike="noStrike" spc="-1">
              <a:solidFill>
                <a:srgbClr val="000000"/>
              </a:solidFill>
              <a:latin typeface="Arial" panose="020B0604020202020204"/>
            </a:endParaRPr>
          </a:p>
          <a:p>
            <a:pPr algn="just" defTabSz="914400">
              <a:lnSpc>
                <a:spcPct val="100000"/>
              </a:lnSpc>
            </a:pPr>
            <a:r>
              <a:rPr lang="en-US" sz="2000" b="0" strike="noStrike" spc="-1">
                <a:solidFill>
                  <a:schemeClr val="dk1"/>
                </a:solidFill>
                <a:latin typeface="Calibri" panose="020F0502020204030204"/>
                <a:ea typeface="Calibri" panose="020F0502020204030204"/>
              </a:rPr>
              <a:t> </a:t>
            </a:r>
            <a:r>
              <a:rPr lang="en-US" sz="2000" b="1" strike="noStrike" spc="-1">
                <a:solidFill>
                  <a:schemeClr val="dk1"/>
                </a:solidFill>
                <a:latin typeface="Calibri" panose="020F0502020204030204"/>
                <a:ea typeface="Calibri" panose="020F0502020204030204"/>
              </a:rPr>
              <a:t>Human factor</a:t>
            </a:r>
            <a:r>
              <a:rPr lang="en-US" sz="2000" b="0" strike="noStrike" spc="-1">
                <a:solidFill>
                  <a:schemeClr val="dk1"/>
                </a:solidFill>
                <a:latin typeface="Calibri" panose="020F0502020204030204"/>
                <a:ea typeface="Calibri" panose="020F0502020204030204"/>
              </a:rPr>
              <a:t> – Implementation of decisions involves human relations and behaviour.</a:t>
            </a:r>
            <a:endParaRPr lang="en-US" sz="20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Box 1"/>
          <p:cNvSpPr/>
          <p:nvPr/>
        </p:nvSpPr>
        <p:spPr>
          <a:xfrm>
            <a:off x="970200" y="802800"/>
            <a:ext cx="9089640" cy="1753235"/>
          </a:xfrm>
          <a:prstGeom prst="rect">
            <a:avLst/>
          </a:prstGeom>
          <a:noFill/>
          <a:ln w="0">
            <a:noFill/>
          </a:ln>
        </p:spPr>
        <p:style>
          <a:lnRef idx="0">
            <a:srgbClr val="FFFFFF"/>
          </a:lnRef>
          <a:fillRef idx="0">
            <a:srgbClr val="FFFFFF"/>
          </a:fillRef>
          <a:effectRef idx="0">
            <a:srgbClr val="FFFFFF"/>
          </a:effectRef>
          <a:fontRef idx="minor"/>
        </p:style>
        <p:txBody>
          <a:bodyPr horzOverflow="overflow" numCol="1" spcCol="0" anchor="t">
            <a:spAutoFit/>
          </a:bodyPr>
          <a:p>
            <a:pPr defTabSz="914400">
              <a:lnSpc>
                <a:spcPct val="100000"/>
              </a:lnSpc>
            </a:pPr>
            <a:r>
              <a:rPr lang="en-US" sz="1800" b="0" strike="noStrike" spc="-1">
                <a:solidFill>
                  <a:schemeClr val="dk1"/>
                </a:solidFill>
                <a:latin typeface="Calibri" panose="020F0502020204030204"/>
              </a:rPr>
              <a:t>* Sample Questions</a:t>
            </a:r>
            <a:endParaRPr lang="en-US" sz="1800" b="0" strike="noStrike" spc="-1">
              <a:solidFill>
                <a:srgbClr val="000000"/>
              </a:solidFill>
              <a:latin typeface="Arial" panose="020B0604020202020204"/>
            </a:endParaRPr>
          </a:p>
          <a:p>
            <a:pPr defTabSz="914400">
              <a:lnSpc>
                <a:spcPct val="100000"/>
              </a:lnSpc>
            </a:pP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rPr>
              <a:t>1. Define OR.</a:t>
            </a: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rPr>
              <a:t>2. Recall features of OR.</a:t>
            </a: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rPr>
              <a:t>3. Recall scope of OR.</a:t>
            </a:r>
            <a:endParaRPr lang="en-US" sz="1800" b="0" strike="noStrike" spc="-1">
              <a:solidFill>
                <a:srgbClr val="000000"/>
              </a:solidFill>
              <a:latin typeface="Arial" panose="020B0604020202020204"/>
            </a:endParaRPr>
          </a:p>
          <a:p>
            <a:pPr defTabSz="914400">
              <a:lnSpc>
                <a:spcPct val="100000"/>
              </a:lnSpc>
            </a:pPr>
            <a:r>
              <a:rPr lang="en-US" sz="1800" b="0" strike="noStrike" spc="-1">
                <a:solidFill>
                  <a:schemeClr val="dk1"/>
                </a:solidFill>
                <a:latin typeface="Calibri" panose="020F0502020204030204"/>
              </a:rPr>
              <a:t>4. Recall limitations of OR.</a:t>
            </a:r>
            <a:endParaRPr lang="en-US" sz="180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9" name="Rectangle 16"/>
          <p:cNvSpPr/>
          <p:nvPr/>
        </p:nvSpPr>
        <p:spPr>
          <a:xfrm>
            <a:off x="0" y="0"/>
            <a:ext cx="12191760" cy="685764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endParaRPr lang="en-US" sz="1800" b="0" strike="noStrike" spc="-1">
              <a:solidFill>
                <a:schemeClr val="lt1"/>
              </a:solidFill>
              <a:latin typeface="Calibri" panose="020F0502020204030204"/>
            </a:endParaRPr>
          </a:p>
        </p:txBody>
      </p:sp>
      <p:sp>
        <p:nvSpPr>
          <p:cNvPr id="100" name="Rectangle 18"/>
          <p:cNvSpPr/>
          <p:nvPr/>
        </p:nvSpPr>
        <p:spPr>
          <a:xfrm>
            <a:off x="477000" y="480240"/>
            <a:ext cx="11237760" cy="5897520"/>
          </a:xfrm>
          <a:prstGeom prst="rect">
            <a:avLst/>
          </a:prstGeom>
          <a:solidFill>
            <a:srgbClr val="FFFFFF"/>
          </a:solidFill>
          <a:ln w="9525">
            <a:noFill/>
          </a:ln>
          <a:effectLst>
            <a:outerShdw blurRad="63360" dist="17640" dir="5400000" algn="t" rotWithShape="0">
              <a:srgbClr val="000000">
                <a:alpha val="4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endParaRPr lang="en-US" sz="1800" b="0" strike="noStrike" spc="-1">
              <a:solidFill>
                <a:schemeClr val="lt1"/>
              </a:solidFill>
              <a:latin typeface="Calibri" panose="020F0502020204030204"/>
            </a:endParaRPr>
          </a:p>
        </p:txBody>
      </p:sp>
      <p:pic>
        <p:nvPicPr>
          <p:cNvPr id="101" name="Picture 2" descr="A picture containing bird&#10;&#10;Description generated with very high confidence"/>
          <p:cNvPicPr/>
          <p:nvPr/>
        </p:nvPicPr>
        <p:blipFill>
          <a:blip r:embed="rId1"/>
          <a:stretch>
            <a:fillRect/>
          </a:stretch>
        </p:blipFill>
        <p:spPr>
          <a:xfrm>
            <a:off x="643320" y="2634840"/>
            <a:ext cx="5294520" cy="1587960"/>
          </a:xfrm>
          <a:prstGeom prst="rect">
            <a:avLst/>
          </a:prstGeom>
          <a:ln w="0">
            <a:noFill/>
          </a:ln>
        </p:spPr>
      </p:pic>
      <p:cxnSp>
        <p:nvCxnSpPr>
          <p:cNvPr id="102" name="Straight Connector 20"/>
          <p:cNvCxnSpPr/>
          <p:nvPr/>
        </p:nvCxnSpPr>
        <p:spPr>
          <a:xfrm>
            <a:off x="6079680" y="1143000"/>
            <a:ext cx="360" cy="4572360"/>
          </a:xfrm>
          <a:prstGeom prst="straightConnector1">
            <a:avLst/>
          </a:prstGeom>
          <a:ln>
            <a:solidFill>
              <a:srgbClr val="4E4E4E"/>
            </a:solidFill>
          </a:ln>
        </p:spPr>
      </p:cxnSp>
      <p:pic>
        <p:nvPicPr>
          <p:cNvPr id="103" name="Picture 3" descr="A screenshot of a cell phone&#10;&#10;Description generated with very high confidence"/>
          <p:cNvPicPr/>
          <p:nvPr/>
        </p:nvPicPr>
        <p:blipFill>
          <a:blip r:embed="rId2"/>
          <a:stretch>
            <a:fillRect/>
          </a:stretch>
        </p:blipFill>
        <p:spPr>
          <a:xfrm>
            <a:off x="7076520" y="643320"/>
            <a:ext cx="3648600" cy="5570640"/>
          </a:xfrm>
          <a:prstGeom prst="rect">
            <a:avLst/>
          </a:prstGeom>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4536</Words>
  <Application>WPS Presentation</Application>
  <PresentationFormat/>
  <Paragraphs>303</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11</vt:i4>
      </vt:variant>
      <vt:variant>
        <vt:lpstr>幻灯片标题</vt:lpstr>
      </vt:variant>
      <vt:variant>
        <vt:i4>16</vt:i4>
      </vt:variant>
    </vt:vector>
  </HeadingPairs>
  <TitlesOfParts>
    <vt:vector size="37" baseType="lpstr">
      <vt:lpstr>Arial</vt:lpstr>
      <vt:lpstr>SimSun</vt:lpstr>
      <vt:lpstr>Wingdings</vt:lpstr>
      <vt:lpstr>Calibri Light</vt:lpstr>
      <vt:lpstr>Calibri</vt:lpstr>
      <vt:lpstr>Times New Roman</vt:lpstr>
      <vt:lpstr>Symbol</vt:lpstr>
      <vt:lpstr>Arial</vt:lpstr>
      <vt:lpstr>Microsoft YaHei</vt:lpstr>
      <vt:lpstr>Arial Unicode MS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Introduction to Operations Research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ankit</cp:lastModifiedBy>
  <cp:revision>391</cp:revision>
  <dcterms:created xsi:type="dcterms:W3CDTF">2020-06-19T16:53:00Z</dcterms:created>
  <dcterms:modified xsi:type="dcterms:W3CDTF">2026-07-24T06:03:40Z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0x0101008BE71CFA69A98247845C383A00253C40</vt:lpwstr>
  </property>
  <property fmtid="{D5CDD505-2E9C-101B-9397-08002B2CF9AE}" pid="3" name="PresentationFormat">
    <vt:lpwstr>Widescreen</vt:lpwstr>
  </property>
  <property fmtid="{D5CDD505-2E9C-101B-9397-08002B2CF9AE}" pid="4" name="Slides">
    <vt:i4>17</vt:i4>
  </property>
  <property fmtid="{D5CDD505-2E9C-101B-9397-08002B2CF9AE}" pid="5" name="ICV">
    <vt:lpwstr>D5043255B6BF44EF93ADCB2342925E38_12</vt:lpwstr>
  </property>
  <property fmtid="{D5CDD505-2E9C-101B-9397-08002B2CF9AE}" pid="6" name="KSOProductBuildVer">
    <vt:lpwstr>2057-12.2.0.23206</vt:lpwstr>
  </property>
</Properties>
</file>