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Lst>
  <p:sldIdLst>
    <p:sldId id="288" r:id="rId2"/>
    <p:sldId id="257" r:id="rId3"/>
    <p:sldId id="332" r:id="rId4"/>
    <p:sldId id="289" r:id="rId5"/>
    <p:sldId id="286" r:id="rId6"/>
    <p:sldId id="263" r:id="rId7"/>
    <p:sldId id="287" r:id="rId8"/>
    <p:sldId id="261" r:id="rId9"/>
    <p:sldId id="264" r:id="rId10"/>
    <p:sldId id="266" r:id="rId11"/>
    <p:sldId id="265" r:id="rId12"/>
    <p:sldId id="333" r:id="rId13"/>
    <p:sldId id="276" r:id="rId14"/>
    <p:sldId id="268" r:id="rId15"/>
    <p:sldId id="269" r:id="rId16"/>
    <p:sldId id="270" r:id="rId17"/>
    <p:sldId id="290" r:id="rId18"/>
    <p:sldId id="331" r:id="rId19"/>
    <p:sldId id="334" r:id="rId20"/>
    <p:sldId id="335" r:id="rId21"/>
    <p:sldId id="336" r:id="rId22"/>
    <p:sldId id="281" r:id="rId23"/>
    <p:sldId id="283" r:id="rId24"/>
    <p:sldId id="284" r:id="rId25"/>
    <p:sldId id="271" r:id="rId26"/>
    <p:sldId id="272" r:id="rId27"/>
    <p:sldId id="273" r:id="rId28"/>
    <p:sldId id="274" r:id="rId29"/>
    <p:sldId id="275" r:id="rId30"/>
    <p:sldId id="319" r:id="rId31"/>
    <p:sldId id="320"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39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1D8797-DD35-09A0-6D25-7D873C8DD493}" v="4" dt="2020-09-13T14:48:38.9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29" autoAdjust="0"/>
    <p:restoredTop sz="94353" autoAdjust="0"/>
  </p:normalViewPr>
  <p:slideViewPr>
    <p:cSldViewPr snapToGrid="0">
      <p:cViewPr varScale="1">
        <p:scale>
          <a:sx n="65" d="100"/>
          <a:sy n="65" d="100"/>
        </p:scale>
        <p:origin x="9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esh Zemse" userId="f5579818-f47c-4551-9630-9efa4dd51d64" providerId="ADAL" clId="{540DD99E-8EFB-43B0-8356-11D39B9DB913}"/>
    <pc:docChg chg="undo custSel addSld delSld modSld sldOrd">
      <pc:chgData name="Umesh Zemse" userId="f5579818-f47c-4551-9630-9efa4dd51d64" providerId="ADAL" clId="{540DD99E-8EFB-43B0-8356-11D39B9DB913}" dt="2020-08-01T03:49:05.390" v="1962" actId="6549"/>
      <pc:docMkLst>
        <pc:docMk/>
      </pc:docMkLst>
      <pc:sldChg chg="modSp">
        <pc:chgData name="Umesh Zemse" userId="f5579818-f47c-4551-9630-9efa4dd51d64" providerId="ADAL" clId="{540DD99E-8EFB-43B0-8356-11D39B9DB913}" dt="2020-07-17T08:52:52.176" v="403" actId="207"/>
        <pc:sldMkLst>
          <pc:docMk/>
          <pc:sldMk cId="1706110069" sldId="257"/>
        </pc:sldMkLst>
        <pc:spChg chg="mod">
          <ac:chgData name="Umesh Zemse" userId="f5579818-f47c-4551-9630-9efa4dd51d64" providerId="ADAL" clId="{540DD99E-8EFB-43B0-8356-11D39B9DB913}" dt="2020-07-17T08:52:52.176" v="403" actId="207"/>
          <ac:spMkLst>
            <pc:docMk/>
            <pc:sldMk cId="1706110069" sldId="257"/>
            <ac:spMk id="2" creationId="{00000000-0000-0000-0000-000000000000}"/>
          </ac:spMkLst>
        </pc:spChg>
      </pc:sldChg>
      <pc:sldChg chg="modSp">
        <pc:chgData name="Umesh Zemse" userId="f5579818-f47c-4551-9630-9efa4dd51d64" providerId="ADAL" clId="{540DD99E-8EFB-43B0-8356-11D39B9DB913}" dt="2020-07-17T08:49:44.319" v="363" actId="207"/>
        <pc:sldMkLst>
          <pc:docMk/>
          <pc:sldMk cId="4041131727" sldId="261"/>
        </pc:sldMkLst>
        <pc:spChg chg="mod">
          <ac:chgData name="Umesh Zemse" userId="f5579818-f47c-4551-9630-9efa4dd51d64" providerId="ADAL" clId="{540DD99E-8EFB-43B0-8356-11D39B9DB913}" dt="2020-07-17T08:49:44.319" v="363" actId="207"/>
          <ac:spMkLst>
            <pc:docMk/>
            <pc:sldMk cId="4041131727" sldId="261"/>
            <ac:spMk id="2" creationId="{00000000-0000-0000-0000-000000000000}"/>
          </ac:spMkLst>
        </pc:spChg>
      </pc:sldChg>
      <pc:sldChg chg="modSp">
        <pc:chgData name="Umesh Zemse" userId="f5579818-f47c-4551-9630-9efa4dd51d64" providerId="ADAL" clId="{540DD99E-8EFB-43B0-8356-11D39B9DB913}" dt="2020-07-17T08:49:32.752" v="361" actId="207"/>
        <pc:sldMkLst>
          <pc:docMk/>
          <pc:sldMk cId="1048034555" sldId="263"/>
        </pc:sldMkLst>
        <pc:spChg chg="mod">
          <ac:chgData name="Umesh Zemse" userId="f5579818-f47c-4551-9630-9efa4dd51d64" providerId="ADAL" clId="{540DD99E-8EFB-43B0-8356-11D39B9DB913}" dt="2020-07-17T08:49:32.752" v="361" actId="207"/>
          <ac:spMkLst>
            <pc:docMk/>
            <pc:sldMk cId="1048034555" sldId="263"/>
            <ac:spMk id="2" creationId="{00000000-0000-0000-0000-000000000000}"/>
          </ac:spMkLst>
        </pc:spChg>
      </pc:sldChg>
      <pc:sldChg chg="modSp">
        <pc:chgData name="Umesh Zemse" userId="f5579818-f47c-4551-9630-9efa4dd51d64" providerId="ADAL" clId="{540DD99E-8EFB-43B0-8356-11D39B9DB913}" dt="2020-07-17T08:49:49.647" v="364" actId="207"/>
        <pc:sldMkLst>
          <pc:docMk/>
          <pc:sldMk cId="2204829780" sldId="264"/>
        </pc:sldMkLst>
        <pc:spChg chg="mod">
          <ac:chgData name="Umesh Zemse" userId="f5579818-f47c-4551-9630-9efa4dd51d64" providerId="ADAL" clId="{540DD99E-8EFB-43B0-8356-11D39B9DB913}" dt="2020-07-17T08:49:49.647" v="364" actId="207"/>
          <ac:spMkLst>
            <pc:docMk/>
            <pc:sldMk cId="2204829780" sldId="264"/>
            <ac:spMk id="2" creationId="{00000000-0000-0000-0000-000000000000}"/>
          </ac:spMkLst>
        </pc:spChg>
      </pc:sldChg>
      <pc:sldChg chg="modSp">
        <pc:chgData name="Umesh Zemse" userId="f5579818-f47c-4551-9630-9efa4dd51d64" providerId="ADAL" clId="{540DD99E-8EFB-43B0-8356-11D39B9DB913}" dt="2020-07-17T08:49:54.631" v="365" actId="207"/>
        <pc:sldMkLst>
          <pc:docMk/>
          <pc:sldMk cId="1085061148" sldId="265"/>
        </pc:sldMkLst>
        <pc:spChg chg="mod">
          <ac:chgData name="Umesh Zemse" userId="f5579818-f47c-4551-9630-9efa4dd51d64" providerId="ADAL" clId="{540DD99E-8EFB-43B0-8356-11D39B9DB913}" dt="2020-07-17T08:49:54.631" v="365" actId="207"/>
          <ac:spMkLst>
            <pc:docMk/>
            <pc:sldMk cId="1085061148" sldId="265"/>
            <ac:spMk id="2" creationId="{00000000-0000-0000-0000-000000000000}"/>
          </ac:spMkLst>
        </pc:spChg>
      </pc:sldChg>
      <pc:sldChg chg="modSp">
        <pc:chgData name="Umesh Zemse" userId="f5579818-f47c-4551-9630-9efa4dd51d64" providerId="ADAL" clId="{540DD99E-8EFB-43B0-8356-11D39B9DB913}" dt="2020-07-17T08:50:15.559" v="369" actId="207"/>
        <pc:sldMkLst>
          <pc:docMk/>
          <pc:sldMk cId="3685114833" sldId="269"/>
        </pc:sldMkLst>
        <pc:spChg chg="mod">
          <ac:chgData name="Umesh Zemse" userId="f5579818-f47c-4551-9630-9efa4dd51d64" providerId="ADAL" clId="{540DD99E-8EFB-43B0-8356-11D39B9DB913}" dt="2020-07-17T08:50:15.559" v="369" actId="207"/>
          <ac:spMkLst>
            <pc:docMk/>
            <pc:sldMk cId="3685114833" sldId="269"/>
            <ac:spMk id="2" creationId="{00000000-0000-0000-0000-000000000000}"/>
          </ac:spMkLst>
        </pc:spChg>
      </pc:sldChg>
      <pc:sldChg chg="modSp">
        <pc:chgData name="Umesh Zemse" userId="f5579818-f47c-4551-9630-9efa4dd51d64" providerId="ADAL" clId="{540DD99E-8EFB-43B0-8356-11D39B9DB913}" dt="2020-07-17T08:50:20.911" v="370" actId="207"/>
        <pc:sldMkLst>
          <pc:docMk/>
          <pc:sldMk cId="2457371534" sldId="270"/>
        </pc:sldMkLst>
        <pc:spChg chg="mod">
          <ac:chgData name="Umesh Zemse" userId="f5579818-f47c-4551-9630-9efa4dd51d64" providerId="ADAL" clId="{540DD99E-8EFB-43B0-8356-11D39B9DB913}" dt="2020-07-17T08:50:20.911" v="370" actId="207"/>
          <ac:spMkLst>
            <pc:docMk/>
            <pc:sldMk cId="2457371534" sldId="270"/>
            <ac:spMk id="2" creationId="{00000000-0000-0000-0000-000000000000}"/>
          </ac:spMkLst>
        </pc:spChg>
      </pc:sldChg>
      <pc:sldChg chg="modSp">
        <pc:chgData name="Umesh Zemse" userId="f5579818-f47c-4551-9630-9efa4dd51d64" providerId="ADAL" clId="{540DD99E-8EFB-43B0-8356-11D39B9DB913}" dt="2020-07-17T08:51:14.337" v="385" actId="207"/>
        <pc:sldMkLst>
          <pc:docMk/>
          <pc:sldMk cId="1264052739" sldId="272"/>
        </pc:sldMkLst>
        <pc:spChg chg="mod">
          <ac:chgData name="Umesh Zemse" userId="f5579818-f47c-4551-9630-9efa4dd51d64" providerId="ADAL" clId="{540DD99E-8EFB-43B0-8356-11D39B9DB913}" dt="2020-07-17T08:51:14.337" v="385" actId="207"/>
          <ac:spMkLst>
            <pc:docMk/>
            <pc:sldMk cId="1264052739" sldId="272"/>
            <ac:spMk id="2" creationId="{00000000-0000-0000-0000-000000000000}"/>
          </ac:spMkLst>
        </pc:spChg>
      </pc:sldChg>
      <pc:sldChg chg="modSp">
        <pc:chgData name="Umesh Zemse" userId="f5579818-f47c-4551-9630-9efa4dd51d64" providerId="ADAL" clId="{540DD99E-8EFB-43B0-8356-11D39B9DB913}" dt="2020-07-17T08:51:18.614" v="386" actId="207"/>
        <pc:sldMkLst>
          <pc:docMk/>
          <pc:sldMk cId="965004602" sldId="273"/>
        </pc:sldMkLst>
        <pc:spChg chg="mod">
          <ac:chgData name="Umesh Zemse" userId="f5579818-f47c-4551-9630-9efa4dd51d64" providerId="ADAL" clId="{540DD99E-8EFB-43B0-8356-11D39B9DB913}" dt="2020-07-17T08:51:18.614" v="386" actId="207"/>
          <ac:spMkLst>
            <pc:docMk/>
            <pc:sldMk cId="965004602" sldId="273"/>
            <ac:spMk id="2" creationId="{00000000-0000-0000-0000-000000000000}"/>
          </ac:spMkLst>
        </pc:spChg>
      </pc:sldChg>
      <pc:sldChg chg="modSp">
        <pc:chgData name="Umesh Zemse" userId="f5579818-f47c-4551-9630-9efa4dd51d64" providerId="ADAL" clId="{540DD99E-8EFB-43B0-8356-11D39B9DB913}" dt="2020-07-17T08:51:23.088" v="387" actId="207"/>
        <pc:sldMkLst>
          <pc:docMk/>
          <pc:sldMk cId="294780215" sldId="274"/>
        </pc:sldMkLst>
        <pc:spChg chg="mod">
          <ac:chgData name="Umesh Zemse" userId="f5579818-f47c-4551-9630-9efa4dd51d64" providerId="ADAL" clId="{540DD99E-8EFB-43B0-8356-11D39B9DB913}" dt="2020-07-17T08:51:23.088" v="387" actId="207"/>
          <ac:spMkLst>
            <pc:docMk/>
            <pc:sldMk cId="294780215" sldId="274"/>
            <ac:spMk id="2" creationId="{00000000-0000-0000-0000-000000000000}"/>
          </ac:spMkLst>
        </pc:spChg>
        <pc:spChg chg="mod">
          <ac:chgData name="Umesh Zemse" userId="f5579818-f47c-4551-9630-9efa4dd51d64" providerId="ADAL" clId="{540DD99E-8EFB-43B0-8356-11D39B9DB913}" dt="2020-07-15T08:08:56.737" v="0" actId="313"/>
          <ac:spMkLst>
            <pc:docMk/>
            <pc:sldMk cId="294780215" sldId="274"/>
            <ac:spMk id="3" creationId="{00000000-0000-0000-0000-000000000000}"/>
          </ac:spMkLst>
        </pc:spChg>
      </pc:sldChg>
      <pc:sldChg chg="modSp">
        <pc:chgData name="Umesh Zemse" userId="f5579818-f47c-4551-9630-9efa4dd51d64" providerId="ADAL" clId="{540DD99E-8EFB-43B0-8356-11D39B9DB913}" dt="2020-07-17T08:51:26.352" v="388" actId="207"/>
        <pc:sldMkLst>
          <pc:docMk/>
          <pc:sldMk cId="2719222110" sldId="275"/>
        </pc:sldMkLst>
        <pc:spChg chg="mod">
          <ac:chgData name="Umesh Zemse" userId="f5579818-f47c-4551-9630-9efa4dd51d64" providerId="ADAL" clId="{540DD99E-8EFB-43B0-8356-11D39B9DB913}" dt="2020-07-17T08:51:26.352" v="388" actId="207"/>
          <ac:spMkLst>
            <pc:docMk/>
            <pc:sldMk cId="2719222110" sldId="275"/>
            <ac:spMk id="2" creationId="{00000000-0000-0000-0000-000000000000}"/>
          </ac:spMkLst>
        </pc:spChg>
      </pc:sldChg>
      <pc:sldChg chg="modSp">
        <pc:chgData name="Umesh Zemse" userId="f5579818-f47c-4551-9630-9efa4dd51d64" providerId="ADAL" clId="{540DD99E-8EFB-43B0-8356-11D39B9DB913}" dt="2020-07-17T08:50:08.255" v="368" actId="207"/>
        <pc:sldMkLst>
          <pc:docMk/>
          <pc:sldMk cId="4199814125" sldId="276"/>
        </pc:sldMkLst>
        <pc:spChg chg="mod">
          <ac:chgData name="Umesh Zemse" userId="f5579818-f47c-4551-9630-9efa4dd51d64" providerId="ADAL" clId="{540DD99E-8EFB-43B0-8356-11D39B9DB913}" dt="2020-07-17T08:50:08.255" v="368" actId="207"/>
          <ac:spMkLst>
            <pc:docMk/>
            <pc:sldMk cId="4199814125" sldId="276"/>
            <ac:spMk id="2" creationId="{00000000-0000-0000-0000-000000000000}"/>
          </ac:spMkLst>
        </pc:spChg>
      </pc:sldChg>
      <pc:sldChg chg="modSp">
        <pc:chgData name="Umesh Zemse" userId="f5579818-f47c-4551-9630-9efa4dd51d64" providerId="ADAL" clId="{540DD99E-8EFB-43B0-8356-11D39B9DB913}" dt="2020-07-17T08:51:00.590" v="382" actId="207"/>
        <pc:sldMkLst>
          <pc:docMk/>
          <pc:sldMk cId="4117938134" sldId="281"/>
        </pc:sldMkLst>
        <pc:spChg chg="mod">
          <ac:chgData name="Umesh Zemse" userId="f5579818-f47c-4551-9630-9efa4dd51d64" providerId="ADAL" clId="{540DD99E-8EFB-43B0-8356-11D39B9DB913}" dt="2020-07-17T08:51:00.590" v="382" actId="207"/>
          <ac:spMkLst>
            <pc:docMk/>
            <pc:sldMk cId="4117938134" sldId="281"/>
            <ac:spMk id="2" creationId="{00000000-0000-0000-0000-000000000000}"/>
          </ac:spMkLst>
        </pc:spChg>
        <pc:spChg chg="mod">
          <ac:chgData name="Umesh Zemse" userId="f5579818-f47c-4551-9630-9efa4dd51d64" providerId="ADAL" clId="{540DD99E-8EFB-43B0-8356-11D39B9DB913}" dt="2020-07-17T08:41:46.585" v="268" actId="207"/>
          <ac:spMkLst>
            <pc:docMk/>
            <pc:sldMk cId="4117938134" sldId="281"/>
            <ac:spMk id="3" creationId="{00000000-0000-0000-0000-000000000000}"/>
          </ac:spMkLst>
        </pc:spChg>
      </pc:sldChg>
      <pc:sldChg chg="modSp">
        <pc:chgData name="Umesh Zemse" userId="f5579818-f47c-4551-9630-9efa4dd51d64" providerId="ADAL" clId="{540DD99E-8EFB-43B0-8356-11D39B9DB913}" dt="2020-07-17T08:51:05.576" v="383" actId="207"/>
        <pc:sldMkLst>
          <pc:docMk/>
          <pc:sldMk cId="2923607006" sldId="283"/>
        </pc:sldMkLst>
        <pc:spChg chg="mod">
          <ac:chgData name="Umesh Zemse" userId="f5579818-f47c-4551-9630-9efa4dd51d64" providerId="ADAL" clId="{540DD99E-8EFB-43B0-8356-11D39B9DB913}" dt="2020-07-17T08:51:05.576" v="383" actId="207"/>
          <ac:spMkLst>
            <pc:docMk/>
            <pc:sldMk cId="2923607006" sldId="283"/>
            <ac:spMk id="2" creationId="{00000000-0000-0000-0000-000000000000}"/>
          </ac:spMkLst>
        </pc:spChg>
      </pc:sldChg>
      <pc:sldChg chg="modSp ord">
        <pc:chgData name="Umesh Zemse" userId="f5579818-f47c-4551-9630-9efa4dd51d64" providerId="ADAL" clId="{540DD99E-8EFB-43B0-8356-11D39B9DB913}" dt="2020-07-17T08:51:10.334" v="384" actId="207"/>
        <pc:sldMkLst>
          <pc:docMk/>
          <pc:sldMk cId="443194622" sldId="284"/>
        </pc:sldMkLst>
        <pc:spChg chg="mod">
          <ac:chgData name="Umesh Zemse" userId="f5579818-f47c-4551-9630-9efa4dd51d64" providerId="ADAL" clId="{540DD99E-8EFB-43B0-8356-11D39B9DB913}" dt="2020-07-17T08:51:10.334" v="384" actId="207"/>
          <ac:spMkLst>
            <pc:docMk/>
            <pc:sldMk cId="443194622" sldId="284"/>
            <ac:spMk id="2" creationId="{00000000-0000-0000-0000-000000000000}"/>
          </ac:spMkLst>
        </pc:spChg>
      </pc:sldChg>
      <pc:sldChg chg="modSp">
        <pc:chgData name="Umesh Zemse" userId="f5579818-f47c-4551-9630-9efa4dd51d64" providerId="ADAL" clId="{540DD99E-8EFB-43B0-8356-11D39B9DB913}" dt="2020-07-17T08:49:25.446" v="360" actId="1035"/>
        <pc:sldMkLst>
          <pc:docMk/>
          <pc:sldMk cId="572051236" sldId="286"/>
        </pc:sldMkLst>
        <pc:spChg chg="mod">
          <ac:chgData name="Umesh Zemse" userId="f5579818-f47c-4551-9630-9efa4dd51d64" providerId="ADAL" clId="{540DD99E-8EFB-43B0-8356-11D39B9DB913}" dt="2020-07-17T08:49:25.446" v="360" actId="1035"/>
          <ac:spMkLst>
            <pc:docMk/>
            <pc:sldMk cId="572051236" sldId="286"/>
            <ac:spMk id="2" creationId="{00000000-0000-0000-0000-000000000000}"/>
          </ac:spMkLst>
        </pc:spChg>
      </pc:sldChg>
      <pc:sldChg chg="modSp">
        <pc:chgData name="Umesh Zemse" userId="f5579818-f47c-4551-9630-9efa4dd51d64" providerId="ADAL" clId="{540DD99E-8EFB-43B0-8356-11D39B9DB913}" dt="2020-07-17T08:49:40.895" v="362" actId="207"/>
        <pc:sldMkLst>
          <pc:docMk/>
          <pc:sldMk cId="2222414721" sldId="287"/>
        </pc:sldMkLst>
        <pc:spChg chg="mod">
          <ac:chgData name="Umesh Zemse" userId="f5579818-f47c-4551-9630-9efa4dd51d64" providerId="ADAL" clId="{540DD99E-8EFB-43B0-8356-11D39B9DB913}" dt="2020-07-17T08:49:40.895" v="362" actId="207"/>
          <ac:spMkLst>
            <pc:docMk/>
            <pc:sldMk cId="2222414721" sldId="287"/>
            <ac:spMk id="2" creationId="{00000000-0000-0000-0000-000000000000}"/>
          </ac:spMkLst>
        </pc:spChg>
      </pc:sldChg>
      <pc:sldChg chg="addSp modSp">
        <pc:chgData name="Umesh Zemse" userId="f5579818-f47c-4551-9630-9efa4dd51d64" providerId="ADAL" clId="{540DD99E-8EFB-43B0-8356-11D39B9DB913}" dt="2020-07-17T09:03:22.006" v="826" actId="208"/>
        <pc:sldMkLst>
          <pc:docMk/>
          <pc:sldMk cId="3543549445" sldId="288"/>
        </pc:sldMkLst>
        <pc:spChg chg="mod">
          <ac:chgData name="Umesh Zemse" userId="f5579818-f47c-4551-9630-9efa4dd51d64" providerId="ADAL" clId="{540DD99E-8EFB-43B0-8356-11D39B9DB913}" dt="2020-07-17T08:56:55.677" v="762" actId="207"/>
          <ac:spMkLst>
            <pc:docMk/>
            <pc:sldMk cId="3543549445" sldId="288"/>
            <ac:spMk id="2" creationId="{988ACDD5-2E15-4E7B-8CCB-608646852EF2}"/>
          </ac:spMkLst>
        </pc:spChg>
        <pc:spChg chg="mod">
          <ac:chgData name="Umesh Zemse" userId="f5579818-f47c-4551-9630-9efa4dd51d64" providerId="ADAL" clId="{540DD99E-8EFB-43B0-8356-11D39B9DB913}" dt="2020-07-17T09:03:08.550" v="824" actId="1076"/>
          <ac:spMkLst>
            <pc:docMk/>
            <pc:sldMk cId="3543549445" sldId="288"/>
            <ac:spMk id="5" creationId="{29FAE21E-85A2-4F90-BBB0-98601B641B04}"/>
          </ac:spMkLst>
        </pc:spChg>
        <pc:spChg chg="mod">
          <ac:chgData name="Umesh Zemse" userId="f5579818-f47c-4551-9630-9efa4dd51d64" providerId="ADAL" clId="{540DD99E-8EFB-43B0-8356-11D39B9DB913}" dt="2020-07-17T08:57:28.959" v="787" actId="20577"/>
          <ac:spMkLst>
            <pc:docMk/>
            <pc:sldMk cId="3543549445" sldId="288"/>
            <ac:spMk id="7" creationId="{FB2F2FC8-18F9-417A-B3D1-BB84C448E2D8}"/>
          </ac:spMkLst>
        </pc:spChg>
        <pc:spChg chg="add mod">
          <ac:chgData name="Umesh Zemse" userId="f5579818-f47c-4551-9630-9efa4dd51d64" providerId="ADAL" clId="{540DD99E-8EFB-43B0-8356-11D39B9DB913}" dt="2020-07-17T09:02:51.366" v="823" actId="1076"/>
          <ac:spMkLst>
            <pc:docMk/>
            <pc:sldMk cId="3543549445" sldId="288"/>
            <ac:spMk id="9" creationId="{4961E82A-D9FF-410F-BA1A-05C67FA250F9}"/>
          </ac:spMkLst>
        </pc:spChg>
        <pc:cxnChg chg="mod">
          <ac:chgData name="Umesh Zemse" userId="f5579818-f47c-4551-9630-9efa4dd51d64" providerId="ADAL" clId="{540DD99E-8EFB-43B0-8356-11D39B9DB913}" dt="2020-07-17T09:03:22.006" v="826" actId="208"/>
          <ac:cxnSpMkLst>
            <pc:docMk/>
            <pc:sldMk cId="3543549445" sldId="288"/>
            <ac:cxnSpMk id="6" creationId="{5152CF5F-7EDC-4EA3-9A6A-EB5100C4EC50}"/>
          </ac:cxnSpMkLst>
        </pc:cxnChg>
        <pc:cxnChg chg="mod">
          <ac:chgData name="Umesh Zemse" userId="f5579818-f47c-4551-9630-9efa4dd51d64" providerId="ADAL" clId="{540DD99E-8EFB-43B0-8356-11D39B9DB913}" dt="2020-07-17T09:03:17.899" v="825" actId="208"/>
          <ac:cxnSpMkLst>
            <pc:docMk/>
            <pc:sldMk cId="3543549445" sldId="288"/>
            <ac:cxnSpMk id="8" creationId="{1188850B-FF9A-4F29-99E0-E1E8CA1133F7}"/>
          </ac:cxnSpMkLst>
        </pc:cxnChg>
      </pc:sldChg>
      <pc:sldChg chg="modSp">
        <pc:chgData name="Umesh Zemse" userId="f5579818-f47c-4551-9630-9efa4dd51d64" providerId="ADAL" clId="{540DD99E-8EFB-43B0-8356-11D39B9DB913}" dt="2020-07-17T08:49:20.111" v="353" actId="207"/>
        <pc:sldMkLst>
          <pc:docMk/>
          <pc:sldMk cId="1107844993" sldId="289"/>
        </pc:sldMkLst>
        <pc:spChg chg="mod">
          <ac:chgData name="Umesh Zemse" userId="f5579818-f47c-4551-9630-9efa4dd51d64" providerId="ADAL" clId="{540DD99E-8EFB-43B0-8356-11D39B9DB913}" dt="2020-07-17T08:49:20.111" v="353" actId="207"/>
          <ac:spMkLst>
            <pc:docMk/>
            <pc:sldMk cId="1107844993" sldId="289"/>
            <ac:spMk id="2" creationId="{99630E45-396B-4D60-A693-B5C59F30CCE3}"/>
          </ac:spMkLst>
        </pc:spChg>
      </pc:sldChg>
      <pc:sldChg chg="modSp">
        <pc:chgData name="Umesh Zemse" userId="f5579818-f47c-4551-9630-9efa4dd51d64" providerId="ADAL" clId="{540DD99E-8EFB-43B0-8356-11D39B9DB913}" dt="2020-07-17T08:51:29.991" v="389" actId="207"/>
        <pc:sldMkLst>
          <pc:docMk/>
          <pc:sldMk cId="2991008582" sldId="320"/>
        </pc:sldMkLst>
        <pc:spChg chg="mod">
          <ac:chgData name="Umesh Zemse" userId="f5579818-f47c-4551-9630-9efa4dd51d64" providerId="ADAL" clId="{540DD99E-8EFB-43B0-8356-11D39B9DB913}" dt="2020-07-17T08:51:29.991" v="389" actId="207"/>
          <ac:spMkLst>
            <pc:docMk/>
            <pc:sldMk cId="2991008582" sldId="320"/>
            <ac:spMk id="2" creationId="{00000000-0000-0000-0000-000000000000}"/>
          </ac:spMkLst>
        </pc:spChg>
      </pc:sldChg>
      <pc:sldChg chg="addSp delSp modSp new add">
        <pc:chgData name="Umesh Zemse" userId="f5579818-f47c-4551-9630-9efa4dd51d64" providerId="ADAL" clId="{540DD99E-8EFB-43B0-8356-11D39B9DB913}" dt="2020-07-17T08:50:40.951" v="378" actId="14100"/>
        <pc:sldMkLst>
          <pc:docMk/>
          <pc:sldMk cId="1236383338" sldId="331"/>
        </pc:sldMkLst>
        <pc:spChg chg="del">
          <ac:chgData name="Umesh Zemse" userId="f5579818-f47c-4551-9630-9efa4dd51d64" providerId="ADAL" clId="{540DD99E-8EFB-43B0-8356-11D39B9DB913}" dt="2020-07-17T08:39:01.584" v="109" actId="478"/>
          <ac:spMkLst>
            <pc:docMk/>
            <pc:sldMk cId="1236383338" sldId="331"/>
            <ac:spMk id="2" creationId="{A8603581-A899-4BAA-8729-406FEA618F88}"/>
          </ac:spMkLst>
        </pc:spChg>
        <pc:spChg chg="add mod">
          <ac:chgData name="Umesh Zemse" userId="f5579818-f47c-4551-9630-9efa4dd51d64" providerId="ADAL" clId="{540DD99E-8EFB-43B0-8356-11D39B9DB913}" dt="2020-07-17T08:50:35.102" v="376" actId="20577"/>
          <ac:spMkLst>
            <pc:docMk/>
            <pc:sldMk cId="1236383338" sldId="331"/>
            <ac:spMk id="4" creationId="{57D27F84-B708-4D5B-8B07-6F0F33526E96}"/>
          </ac:spMkLst>
        </pc:spChg>
        <pc:graphicFrameChg chg="add mod">
          <ac:chgData name="Umesh Zemse" userId="f5579818-f47c-4551-9630-9efa4dd51d64" providerId="ADAL" clId="{540DD99E-8EFB-43B0-8356-11D39B9DB913}" dt="2020-07-17T08:50:40.951" v="378" actId="14100"/>
          <ac:graphicFrameMkLst>
            <pc:docMk/>
            <pc:sldMk cId="1236383338" sldId="331"/>
            <ac:graphicFrameMk id="3" creationId="{B7B10966-CD5C-4FCC-BBFB-C97F63BA5CA2}"/>
          </ac:graphicFrameMkLst>
        </pc:graphicFrameChg>
      </pc:sldChg>
      <pc:sldChg chg="modSp new add">
        <pc:chgData name="Umesh Zemse" userId="f5579818-f47c-4551-9630-9efa4dd51d64" providerId="ADAL" clId="{540DD99E-8EFB-43B0-8356-11D39B9DB913}" dt="2020-07-17T08:55:33.854" v="703" actId="114"/>
        <pc:sldMkLst>
          <pc:docMk/>
          <pc:sldMk cId="2133849679" sldId="332"/>
        </pc:sldMkLst>
        <pc:spChg chg="mod">
          <ac:chgData name="Umesh Zemse" userId="f5579818-f47c-4551-9630-9efa4dd51d64" providerId="ADAL" clId="{540DD99E-8EFB-43B0-8356-11D39B9DB913}" dt="2020-07-17T08:49:12.784" v="352" actId="207"/>
          <ac:spMkLst>
            <pc:docMk/>
            <pc:sldMk cId="2133849679" sldId="332"/>
            <ac:spMk id="2" creationId="{B6B74EDD-F065-459D-95C8-CDD616DACAD7}"/>
          </ac:spMkLst>
        </pc:spChg>
        <pc:spChg chg="mod">
          <ac:chgData name="Umesh Zemse" userId="f5579818-f47c-4551-9630-9efa4dd51d64" providerId="ADAL" clId="{540DD99E-8EFB-43B0-8356-11D39B9DB913}" dt="2020-07-17T08:55:33.854" v="703" actId="114"/>
          <ac:spMkLst>
            <pc:docMk/>
            <pc:sldMk cId="2133849679" sldId="332"/>
            <ac:spMk id="3" creationId="{E74F9EF0-C379-4211-803F-9511FAF93781}"/>
          </ac:spMkLst>
        </pc:spChg>
      </pc:sldChg>
    </pc:docChg>
  </pc:docChgLst>
  <pc:docChgLst>
    <pc:chgData name="anand pardeshi" userId="S::anand.pardeshi@fcrit.ac.in::4de9f4fb-1776-4d2c-ac4d-7159c8faa6e6" providerId="AD" clId="Web-{CF1D8797-DD35-09A0-6D25-7D873C8DD493}"/>
    <pc:docChg chg="modSld">
      <pc:chgData name="anand pardeshi" userId="S::anand.pardeshi@fcrit.ac.in::4de9f4fb-1776-4d2c-ac4d-7159c8faa6e6" providerId="AD" clId="Web-{CF1D8797-DD35-09A0-6D25-7D873C8DD493}" dt="2020-09-13T14:48:38.974" v="3"/>
      <pc:docMkLst>
        <pc:docMk/>
      </pc:docMkLst>
      <pc:sldChg chg="addSp delSp">
        <pc:chgData name="anand pardeshi" userId="S::anand.pardeshi@fcrit.ac.in::4de9f4fb-1776-4d2c-ac4d-7159c8faa6e6" providerId="AD" clId="Web-{CF1D8797-DD35-09A0-6D25-7D873C8DD493}" dt="2020-09-13T14:48:38.974" v="3"/>
        <pc:sldMkLst>
          <pc:docMk/>
          <pc:sldMk cId="2133849679" sldId="332"/>
        </pc:sldMkLst>
        <pc:spChg chg="add del">
          <ac:chgData name="anand pardeshi" userId="S::anand.pardeshi@fcrit.ac.in::4de9f4fb-1776-4d2c-ac4d-7159c8faa6e6" providerId="AD" clId="Web-{CF1D8797-DD35-09A0-6D25-7D873C8DD493}" dt="2020-09-13T14:48:38.974" v="3"/>
          <ac:spMkLst>
            <pc:docMk/>
            <pc:sldMk cId="2133849679" sldId="332"/>
            <ac:spMk id="4" creationId="{5F216DE8-AFC0-4792-AD88-8FBA1F14408E}"/>
          </ac:spMkLst>
        </pc:spChg>
        <pc:spChg chg="add del">
          <ac:chgData name="anand pardeshi" userId="S::anand.pardeshi@fcrit.ac.in::4de9f4fb-1776-4d2c-ac4d-7159c8faa6e6" providerId="AD" clId="Web-{CF1D8797-DD35-09A0-6D25-7D873C8DD493}" dt="2020-09-13T14:48:36.989" v="2"/>
          <ac:spMkLst>
            <pc:docMk/>
            <pc:sldMk cId="2133849679" sldId="332"/>
            <ac:spMk id="5" creationId="{661F312C-BBFD-45F9-98D7-697BFF2DD74A}"/>
          </ac:spMkLst>
        </pc:spChg>
      </pc:sldChg>
    </pc:docChg>
  </pc:docChgLst>
  <pc:docChgLst>
    <pc:chgData name="Umesh Zemse" userId="f5579818-f47c-4551-9630-9efa4dd51d64" providerId="ADAL" clId="{7BD1F271-D7CE-4DE1-902B-F340CAF19A23}"/>
    <pc:docChg chg="undo custSel addSld delSld modSld">
      <pc:chgData name="Umesh Zemse" userId="f5579818-f47c-4551-9630-9efa4dd51d64" providerId="ADAL" clId="{7BD1F271-D7CE-4DE1-902B-F340CAF19A23}" dt="2020-09-13T03:32:13.481" v="1488" actId="47"/>
      <pc:docMkLst>
        <pc:docMk/>
      </pc:docMkLst>
      <pc:sldChg chg="addSp modSp">
        <pc:chgData name="Umesh Zemse" userId="f5579818-f47c-4551-9630-9efa4dd51d64" providerId="ADAL" clId="{7BD1F271-D7CE-4DE1-902B-F340CAF19A23}" dt="2020-09-09T10:33:59.576" v="263" actId="1076"/>
        <pc:sldMkLst>
          <pc:docMk/>
          <pc:sldMk cId="1706110069" sldId="257"/>
        </pc:sldMkLst>
        <pc:spChg chg="mod">
          <ac:chgData name="Umesh Zemse" userId="f5579818-f47c-4551-9630-9efa4dd51d64" providerId="ADAL" clId="{7BD1F271-D7CE-4DE1-902B-F340CAF19A23}" dt="2020-09-09T10:33:59.576" v="263" actId="1076"/>
          <ac:spMkLst>
            <pc:docMk/>
            <pc:sldMk cId="1706110069" sldId="257"/>
            <ac:spMk id="2" creationId="{00000000-0000-0000-0000-000000000000}"/>
          </ac:spMkLst>
        </pc:spChg>
        <pc:grpChg chg="add">
          <ac:chgData name="Umesh Zemse" userId="f5579818-f47c-4551-9630-9efa4dd51d64" providerId="ADAL" clId="{7BD1F271-D7CE-4DE1-902B-F340CAF19A23}" dt="2020-09-09T10:33:42.940" v="260"/>
          <ac:grpSpMkLst>
            <pc:docMk/>
            <pc:sldMk cId="1706110069" sldId="257"/>
            <ac:grpSpMk id="3" creationId="{5FCF9E3D-09D8-4076-94F4-283531D4D86F}"/>
          </ac:grpSpMkLst>
        </pc:grpChg>
      </pc:sldChg>
      <pc:sldChg chg="modSp">
        <pc:chgData name="Umesh Zemse" userId="f5579818-f47c-4551-9630-9efa4dd51d64" providerId="ADAL" clId="{7BD1F271-D7CE-4DE1-902B-F340CAF19A23}" dt="2020-09-09T10:28:41.316" v="156" actId="27636"/>
        <pc:sldMkLst>
          <pc:docMk/>
          <pc:sldMk cId="4041131727" sldId="261"/>
        </pc:sldMkLst>
        <pc:spChg chg="mod">
          <ac:chgData name="Umesh Zemse" userId="f5579818-f47c-4551-9630-9efa4dd51d64" providerId="ADAL" clId="{7BD1F271-D7CE-4DE1-902B-F340CAF19A23}" dt="2020-09-09T10:28:41.316" v="156" actId="27636"/>
          <ac:spMkLst>
            <pc:docMk/>
            <pc:sldMk cId="4041131727" sldId="261"/>
            <ac:spMk id="2" creationId="{00000000-0000-0000-0000-000000000000}"/>
          </ac:spMkLst>
        </pc:spChg>
      </pc:sldChg>
      <pc:sldChg chg="modSp">
        <pc:chgData name="Umesh Zemse" userId="f5579818-f47c-4551-9630-9efa4dd51d64" providerId="ADAL" clId="{7BD1F271-D7CE-4DE1-902B-F340CAF19A23}" dt="2020-09-09T10:28:03.054" v="147" actId="20577"/>
        <pc:sldMkLst>
          <pc:docMk/>
          <pc:sldMk cId="1048034555" sldId="263"/>
        </pc:sldMkLst>
        <pc:spChg chg="mod">
          <ac:chgData name="Umesh Zemse" userId="f5579818-f47c-4551-9630-9efa4dd51d64" providerId="ADAL" clId="{7BD1F271-D7CE-4DE1-902B-F340CAF19A23}" dt="2020-09-09T10:28:03.054" v="147" actId="20577"/>
          <ac:spMkLst>
            <pc:docMk/>
            <pc:sldMk cId="1048034555" sldId="263"/>
            <ac:spMk id="2" creationId="{00000000-0000-0000-0000-000000000000}"/>
          </ac:spMkLst>
        </pc:spChg>
      </pc:sldChg>
      <pc:sldChg chg="modSp">
        <pc:chgData name="Umesh Zemse" userId="f5579818-f47c-4551-9630-9efa4dd51d64" providerId="ADAL" clId="{7BD1F271-D7CE-4DE1-902B-F340CAF19A23}" dt="2020-09-09T10:29:01.240" v="161" actId="1076"/>
        <pc:sldMkLst>
          <pc:docMk/>
          <pc:sldMk cId="2204829780" sldId="264"/>
        </pc:sldMkLst>
        <pc:spChg chg="mod">
          <ac:chgData name="Umesh Zemse" userId="f5579818-f47c-4551-9630-9efa4dd51d64" providerId="ADAL" clId="{7BD1F271-D7CE-4DE1-902B-F340CAF19A23}" dt="2020-09-09T10:29:01.240" v="161" actId="1076"/>
          <ac:spMkLst>
            <pc:docMk/>
            <pc:sldMk cId="2204829780" sldId="264"/>
            <ac:spMk id="2" creationId="{00000000-0000-0000-0000-000000000000}"/>
          </ac:spMkLst>
        </pc:spChg>
      </pc:sldChg>
      <pc:sldChg chg="modSp">
        <pc:chgData name="Umesh Zemse" userId="f5579818-f47c-4551-9630-9efa4dd51d64" providerId="ADAL" clId="{7BD1F271-D7CE-4DE1-902B-F340CAF19A23}" dt="2020-09-09T10:29:21.400" v="164" actId="1076"/>
        <pc:sldMkLst>
          <pc:docMk/>
          <pc:sldMk cId="1085061148" sldId="265"/>
        </pc:sldMkLst>
        <pc:spChg chg="mod">
          <ac:chgData name="Umesh Zemse" userId="f5579818-f47c-4551-9630-9efa4dd51d64" providerId="ADAL" clId="{7BD1F271-D7CE-4DE1-902B-F340CAF19A23}" dt="2020-09-09T10:29:21.400" v="164" actId="1076"/>
          <ac:spMkLst>
            <pc:docMk/>
            <pc:sldMk cId="1085061148" sldId="265"/>
            <ac:spMk id="2" creationId="{00000000-0000-0000-0000-000000000000}"/>
          </ac:spMkLst>
        </pc:spChg>
      </pc:sldChg>
      <pc:sldChg chg="addSp modSp">
        <pc:chgData name="Umesh Zemse" userId="f5579818-f47c-4551-9630-9efa4dd51d64" providerId="ADAL" clId="{7BD1F271-D7CE-4DE1-902B-F340CAF19A23}" dt="2020-09-09T10:33:52.191" v="262"/>
        <pc:sldMkLst>
          <pc:docMk/>
          <pc:sldMk cId="2185979547" sldId="266"/>
        </pc:sldMkLst>
        <pc:spChg chg="mod">
          <ac:chgData name="Umesh Zemse" userId="f5579818-f47c-4551-9630-9efa4dd51d64" providerId="ADAL" clId="{7BD1F271-D7CE-4DE1-902B-F340CAF19A23}" dt="2020-09-09T10:33:51.104" v="261" actId="1076"/>
          <ac:spMkLst>
            <pc:docMk/>
            <pc:sldMk cId="2185979547" sldId="266"/>
            <ac:spMk id="2" creationId="{00000000-0000-0000-0000-000000000000}"/>
          </ac:spMkLst>
        </pc:spChg>
        <pc:grpChg chg="add">
          <ac:chgData name="Umesh Zemse" userId="f5579818-f47c-4551-9630-9efa4dd51d64" providerId="ADAL" clId="{7BD1F271-D7CE-4DE1-902B-F340CAF19A23}" dt="2020-09-09T10:33:52.191" v="262"/>
          <ac:grpSpMkLst>
            <pc:docMk/>
            <pc:sldMk cId="2185979547" sldId="266"/>
            <ac:grpSpMk id="3" creationId="{2EB0F5BE-3C9F-4EA7-B0A4-155F731EF650}"/>
          </ac:grpSpMkLst>
        </pc:grpChg>
      </pc:sldChg>
      <pc:sldChg chg="addSp modSp">
        <pc:chgData name="Umesh Zemse" userId="f5579818-f47c-4551-9630-9efa4dd51d64" providerId="ADAL" clId="{7BD1F271-D7CE-4DE1-902B-F340CAF19A23}" dt="2020-09-09T10:33:33.571" v="258"/>
        <pc:sldMkLst>
          <pc:docMk/>
          <pc:sldMk cId="144280225" sldId="268"/>
        </pc:sldMkLst>
        <pc:spChg chg="mod">
          <ac:chgData name="Umesh Zemse" userId="f5579818-f47c-4551-9630-9efa4dd51d64" providerId="ADAL" clId="{7BD1F271-D7CE-4DE1-902B-F340CAF19A23}" dt="2020-09-09T10:30:52.499" v="180" actId="207"/>
          <ac:spMkLst>
            <pc:docMk/>
            <pc:sldMk cId="144280225" sldId="268"/>
            <ac:spMk id="2" creationId="{00000000-0000-0000-0000-000000000000}"/>
          </ac:spMkLst>
        </pc:spChg>
        <pc:grpChg chg="add">
          <ac:chgData name="Umesh Zemse" userId="f5579818-f47c-4551-9630-9efa4dd51d64" providerId="ADAL" clId="{7BD1F271-D7CE-4DE1-902B-F340CAF19A23}" dt="2020-09-09T10:33:33.571" v="258"/>
          <ac:grpSpMkLst>
            <pc:docMk/>
            <pc:sldMk cId="144280225" sldId="268"/>
            <ac:grpSpMk id="3" creationId="{B830CBC7-E1D2-4EB1-9EBD-11773FF6331C}"/>
          </ac:grpSpMkLst>
        </pc:grpChg>
      </pc:sldChg>
      <pc:sldChg chg="modSp">
        <pc:chgData name="Umesh Zemse" userId="f5579818-f47c-4551-9630-9efa4dd51d64" providerId="ADAL" clId="{7BD1F271-D7CE-4DE1-902B-F340CAF19A23}" dt="2020-09-09T10:32:11.395" v="211" actId="6549"/>
        <pc:sldMkLst>
          <pc:docMk/>
          <pc:sldMk cId="3685114833" sldId="269"/>
        </pc:sldMkLst>
        <pc:spChg chg="mod">
          <ac:chgData name="Umesh Zemse" userId="f5579818-f47c-4551-9630-9efa4dd51d64" providerId="ADAL" clId="{7BD1F271-D7CE-4DE1-902B-F340CAF19A23}" dt="2020-09-09T10:31:19.151" v="186" actId="1076"/>
          <ac:spMkLst>
            <pc:docMk/>
            <pc:sldMk cId="3685114833" sldId="269"/>
            <ac:spMk id="2" creationId="{00000000-0000-0000-0000-000000000000}"/>
          </ac:spMkLst>
        </pc:spChg>
        <pc:spChg chg="mod">
          <ac:chgData name="Umesh Zemse" userId="f5579818-f47c-4551-9630-9efa4dd51d64" providerId="ADAL" clId="{7BD1F271-D7CE-4DE1-902B-F340CAF19A23}" dt="2020-09-09T10:32:11.395" v="211" actId="6549"/>
          <ac:spMkLst>
            <pc:docMk/>
            <pc:sldMk cId="3685114833" sldId="269"/>
            <ac:spMk id="3" creationId="{00000000-0000-0000-0000-000000000000}"/>
          </ac:spMkLst>
        </pc:spChg>
      </pc:sldChg>
      <pc:sldChg chg="modSp">
        <pc:chgData name="Umesh Zemse" userId="f5579818-f47c-4551-9630-9efa4dd51d64" providerId="ADAL" clId="{7BD1F271-D7CE-4DE1-902B-F340CAF19A23}" dt="2020-09-09T10:32:21.712" v="229" actId="6549"/>
        <pc:sldMkLst>
          <pc:docMk/>
          <pc:sldMk cId="2457371534" sldId="270"/>
        </pc:sldMkLst>
        <pc:spChg chg="mod">
          <ac:chgData name="Umesh Zemse" userId="f5579818-f47c-4551-9630-9efa4dd51d64" providerId="ADAL" clId="{7BD1F271-D7CE-4DE1-902B-F340CAF19A23}" dt="2020-09-09T10:31:54.816" v="190" actId="14100"/>
          <ac:spMkLst>
            <pc:docMk/>
            <pc:sldMk cId="2457371534" sldId="270"/>
            <ac:spMk id="2" creationId="{00000000-0000-0000-0000-000000000000}"/>
          </ac:spMkLst>
        </pc:spChg>
        <pc:spChg chg="mod">
          <ac:chgData name="Umesh Zemse" userId="f5579818-f47c-4551-9630-9efa4dd51d64" providerId="ADAL" clId="{7BD1F271-D7CE-4DE1-902B-F340CAF19A23}" dt="2020-09-09T10:32:21.712" v="229" actId="6549"/>
          <ac:spMkLst>
            <pc:docMk/>
            <pc:sldMk cId="2457371534" sldId="270"/>
            <ac:spMk id="3" creationId="{00000000-0000-0000-0000-000000000000}"/>
          </ac:spMkLst>
        </pc:spChg>
      </pc:sldChg>
      <pc:sldChg chg="addSp modSp">
        <pc:chgData name="Umesh Zemse" userId="f5579818-f47c-4551-9630-9efa4dd51d64" providerId="ADAL" clId="{7BD1F271-D7CE-4DE1-902B-F340CAF19A23}" dt="2020-09-09T10:38:51.260" v="330" actId="207"/>
        <pc:sldMkLst>
          <pc:docMk/>
          <pc:sldMk cId="718837617" sldId="271"/>
        </pc:sldMkLst>
        <pc:spChg chg="mod">
          <ac:chgData name="Umesh Zemse" userId="f5579818-f47c-4551-9630-9efa4dd51d64" providerId="ADAL" clId="{7BD1F271-D7CE-4DE1-902B-F340CAF19A23}" dt="2020-09-09T10:38:51.260" v="330" actId="207"/>
          <ac:spMkLst>
            <pc:docMk/>
            <pc:sldMk cId="718837617" sldId="271"/>
            <ac:spMk id="2" creationId="{00000000-0000-0000-0000-000000000000}"/>
          </ac:spMkLst>
        </pc:spChg>
        <pc:grpChg chg="add">
          <ac:chgData name="Umesh Zemse" userId="f5579818-f47c-4551-9630-9efa4dd51d64" providerId="ADAL" clId="{7BD1F271-D7CE-4DE1-902B-F340CAF19A23}" dt="2020-09-09T10:38:39.419" v="327"/>
          <ac:grpSpMkLst>
            <pc:docMk/>
            <pc:sldMk cId="718837617" sldId="271"/>
            <ac:grpSpMk id="3" creationId="{B14A1F7D-5A6C-46AD-990B-A7E1117E4525}"/>
          </ac:grpSpMkLst>
        </pc:grpChg>
      </pc:sldChg>
      <pc:sldChg chg="modSp">
        <pc:chgData name="Umesh Zemse" userId="f5579818-f47c-4551-9630-9efa4dd51d64" providerId="ADAL" clId="{7BD1F271-D7CE-4DE1-902B-F340CAF19A23}" dt="2020-09-09T10:39:54.519" v="344" actId="1076"/>
        <pc:sldMkLst>
          <pc:docMk/>
          <pc:sldMk cId="1264052739" sldId="272"/>
        </pc:sldMkLst>
        <pc:spChg chg="mod">
          <ac:chgData name="Umesh Zemse" userId="f5579818-f47c-4551-9630-9efa4dd51d64" providerId="ADAL" clId="{7BD1F271-D7CE-4DE1-902B-F340CAF19A23}" dt="2020-09-09T10:39:51.431" v="343" actId="1076"/>
          <ac:spMkLst>
            <pc:docMk/>
            <pc:sldMk cId="1264052739" sldId="272"/>
            <ac:spMk id="2" creationId="{00000000-0000-0000-0000-000000000000}"/>
          </ac:spMkLst>
        </pc:spChg>
        <pc:spChg chg="mod">
          <ac:chgData name="Umesh Zemse" userId="f5579818-f47c-4551-9630-9efa4dd51d64" providerId="ADAL" clId="{7BD1F271-D7CE-4DE1-902B-F340CAF19A23}" dt="2020-09-09T10:39:54.519" v="344" actId="1076"/>
          <ac:spMkLst>
            <pc:docMk/>
            <pc:sldMk cId="1264052739" sldId="272"/>
            <ac:spMk id="3" creationId="{00000000-0000-0000-0000-000000000000}"/>
          </ac:spMkLst>
        </pc:spChg>
      </pc:sldChg>
      <pc:sldChg chg="modSp">
        <pc:chgData name="Umesh Zemse" userId="f5579818-f47c-4551-9630-9efa4dd51d64" providerId="ADAL" clId="{7BD1F271-D7CE-4DE1-902B-F340CAF19A23}" dt="2020-09-09T10:40:17.607" v="353" actId="1076"/>
        <pc:sldMkLst>
          <pc:docMk/>
          <pc:sldMk cId="965004602" sldId="273"/>
        </pc:sldMkLst>
        <pc:spChg chg="mod">
          <ac:chgData name="Umesh Zemse" userId="f5579818-f47c-4551-9630-9efa4dd51d64" providerId="ADAL" clId="{7BD1F271-D7CE-4DE1-902B-F340CAF19A23}" dt="2020-09-09T10:40:17.607" v="353" actId="1076"/>
          <ac:spMkLst>
            <pc:docMk/>
            <pc:sldMk cId="965004602" sldId="273"/>
            <ac:spMk id="2" creationId="{00000000-0000-0000-0000-000000000000}"/>
          </ac:spMkLst>
        </pc:spChg>
      </pc:sldChg>
      <pc:sldChg chg="modSp">
        <pc:chgData name="Umesh Zemse" userId="f5579818-f47c-4551-9630-9efa4dd51d64" providerId="ADAL" clId="{7BD1F271-D7CE-4DE1-902B-F340CAF19A23}" dt="2020-09-09T10:40:13.447" v="352" actId="1076"/>
        <pc:sldMkLst>
          <pc:docMk/>
          <pc:sldMk cId="294780215" sldId="274"/>
        </pc:sldMkLst>
        <pc:spChg chg="mod">
          <ac:chgData name="Umesh Zemse" userId="f5579818-f47c-4551-9630-9efa4dd51d64" providerId="ADAL" clId="{7BD1F271-D7CE-4DE1-902B-F340CAF19A23}" dt="2020-09-09T10:40:13.447" v="352" actId="1076"/>
          <ac:spMkLst>
            <pc:docMk/>
            <pc:sldMk cId="294780215" sldId="274"/>
            <ac:spMk id="2" creationId="{00000000-0000-0000-0000-000000000000}"/>
          </ac:spMkLst>
        </pc:spChg>
      </pc:sldChg>
      <pc:sldChg chg="modSp">
        <pc:chgData name="Umesh Zemse" userId="f5579818-f47c-4551-9630-9efa4dd51d64" providerId="ADAL" clId="{7BD1F271-D7CE-4DE1-902B-F340CAF19A23}" dt="2020-09-09T10:40:25.607" v="355" actId="1076"/>
        <pc:sldMkLst>
          <pc:docMk/>
          <pc:sldMk cId="2719222110" sldId="275"/>
        </pc:sldMkLst>
        <pc:spChg chg="mod">
          <ac:chgData name="Umesh Zemse" userId="f5579818-f47c-4551-9630-9efa4dd51d64" providerId="ADAL" clId="{7BD1F271-D7CE-4DE1-902B-F340CAF19A23}" dt="2020-09-09T10:40:25.607" v="355" actId="1076"/>
          <ac:spMkLst>
            <pc:docMk/>
            <pc:sldMk cId="2719222110" sldId="275"/>
            <ac:spMk id="2" creationId="{00000000-0000-0000-0000-000000000000}"/>
          </ac:spMkLst>
        </pc:spChg>
      </pc:sldChg>
      <pc:sldChg chg="modSp">
        <pc:chgData name="Umesh Zemse" userId="f5579818-f47c-4551-9630-9efa4dd51d64" providerId="ADAL" clId="{7BD1F271-D7CE-4DE1-902B-F340CAF19A23}" dt="2020-09-09T10:38:00.432" v="319" actId="1076"/>
        <pc:sldMkLst>
          <pc:docMk/>
          <pc:sldMk cId="4117938134" sldId="281"/>
        </pc:sldMkLst>
        <pc:spChg chg="mod">
          <ac:chgData name="Umesh Zemse" userId="f5579818-f47c-4551-9630-9efa4dd51d64" providerId="ADAL" clId="{7BD1F271-D7CE-4DE1-902B-F340CAF19A23}" dt="2020-09-09T10:37:57.127" v="318" actId="1076"/>
          <ac:spMkLst>
            <pc:docMk/>
            <pc:sldMk cId="4117938134" sldId="281"/>
            <ac:spMk id="2" creationId="{00000000-0000-0000-0000-000000000000}"/>
          </ac:spMkLst>
        </pc:spChg>
        <pc:spChg chg="mod">
          <ac:chgData name="Umesh Zemse" userId="f5579818-f47c-4551-9630-9efa4dd51d64" providerId="ADAL" clId="{7BD1F271-D7CE-4DE1-902B-F340CAF19A23}" dt="2020-09-09T10:38:00.432" v="319" actId="1076"/>
          <ac:spMkLst>
            <pc:docMk/>
            <pc:sldMk cId="4117938134" sldId="281"/>
            <ac:spMk id="3" creationId="{00000000-0000-0000-0000-000000000000}"/>
          </ac:spMkLst>
        </pc:spChg>
      </pc:sldChg>
      <pc:sldChg chg="modSp">
        <pc:chgData name="Umesh Zemse" userId="f5579818-f47c-4551-9630-9efa4dd51d64" providerId="ADAL" clId="{7BD1F271-D7CE-4DE1-902B-F340CAF19A23}" dt="2020-09-09T10:38:10.999" v="321" actId="1076"/>
        <pc:sldMkLst>
          <pc:docMk/>
          <pc:sldMk cId="2923607006" sldId="283"/>
        </pc:sldMkLst>
        <pc:spChg chg="mod">
          <ac:chgData name="Umesh Zemse" userId="f5579818-f47c-4551-9630-9efa4dd51d64" providerId="ADAL" clId="{7BD1F271-D7CE-4DE1-902B-F340CAF19A23}" dt="2020-09-09T10:38:10.999" v="321" actId="1076"/>
          <ac:spMkLst>
            <pc:docMk/>
            <pc:sldMk cId="2923607006" sldId="283"/>
            <ac:spMk id="2" creationId="{00000000-0000-0000-0000-000000000000}"/>
          </ac:spMkLst>
        </pc:spChg>
        <pc:spChg chg="mod">
          <ac:chgData name="Umesh Zemse" userId="f5579818-f47c-4551-9630-9efa4dd51d64" providerId="ADAL" clId="{7BD1F271-D7CE-4DE1-902B-F340CAF19A23}" dt="2020-09-09T10:38:05.424" v="320" actId="1076"/>
          <ac:spMkLst>
            <pc:docMk/>
            <pc:sldMk cId="2923607006" sldId="283"/>
            <ac:spMk id="3" creationId="{00000000-0000-0000-0000-000000000000}"/>
          </ac:spMkLst>
        </pc:spChg>
      </pc:sldChg>
      <pc:sldChg chg="modSp">
        <pc:chgData name="Umesh Zemse" userId="f5579818-f47c-4551-9630-9efa4dd51d64" providerId="ADAL" clId="{7BD1F271-D7CE-4DE1-902B-F340CAF19A23}" dt="2020-09-09T10:38:28.944" v="326" actId="1076"/>
        <pc:sldMkLst>
          <pc:docMk/>
          <pc:sldMk cId="443194622" sldId="284"/>
        </pc:sldMkLst>
        <pc:spChg chg="mod">
          <ac:chgData name="Umesh Zemse" userId="f5579818-f47c-4551-9630-9efa4dd51d64" providerId="ADAL" clId="{7BD1F271-D7CE-4DE1-902B-F340CAF19A23}" dt="2020-09-09T10:38:24.959" v="325" actId="14100"/>
          <ac:spMkLst>
            <pc:docMk/>
            <pc:sldMk cId="443194622" sldId="284"/>
            <ac:spMk id="2" creationId="{00000000-0000-0000-0000-000000000000}"/>
          </ac:spMkLst>
        </pc:spChg>
        <pc:spChg chg="mod">
          <ac:chgData name="Umesh Zemse" userId="f5579818-f47c-4551-9630-9efa4dd51d64" providerId="ADAL" clId="{7BD1F271-D7CE-4DE1-902B-F340CAF19A23}" dt="2020-09-09T10:38:28.944" v="326" actId="1076"/>
          <ac:spMkLst>
            <pc:docMk/>
            <pc:sldMk cId="443194622" sldId="284"/>
            <ac:spMk id="3" creationId="{00000000-0000-0000-0000-000000000000}"/>
          </ac:spMkLst>
        </pc:spChg>
      </pc:sldChg>
      <pc:sldChg chg="modSp">
        <pc:chgData name="Umesh Zemse" userId="f5579818-f47c-4551-9630-9efa4dd51d64" providerId="ADAL" clId="{7BD1F271-D7CE-4DE1-902B-F340CAF19A23}" dt="2020-09-09T10:27:56.279" v="145" actId="255"/>
        <pc:sldMkLst>
          <pc:docMk/>
          <pc:sldMk cId="572051236" sldId="286"/>
        </pc:sldMkLst>
        <pc:spChg chg="mod">
          <ac:chgData name="Umesh Zemse" userId="f5579818-f47c-4551-9630-9efa4dd51d64" providerId="ADAL" clId="{7BD1F271-D7CE-4DE1-902B-F340CAF19A23}" dt="2020-09-09T10:27:56.279" v="145" actId="255"/>
          <ac:spMkLst>
            <pc:docMk/>
            <pc:sldMk cId="572051236" sldId="286"/>
            <ac:spMk id="2" creationId="{00000000-0000-0000-0000-000000000000}"/>
          </ac:spMkLst>
        </pc:spChg>
      </pc:sldChg>
      <pc:sldChg chg="modSp">
        <pc:chgData name="Umesh Zemse" userId="f5579818-f47c-4551-9630-9efa4dd51d64" providerId="ADAL" clId="{7BD1F271-D7CE-4DE1-902B-F340CAF19A23}" dt="2020-09-09T10:28:21.937" v="151" actId="1076"/>
        <pc:sldMkLst>
          <pc:docMk/>
          <pc:sldMk cId="2222414721" sldId="287"/>
        </pc:sldMkLst>
        <pc:spChg chg="mod">
          <ac:chgData name="Umesh Zemse" userId="f5579818-f47c-4551-9630-9efa4dd51d64" providerId="ADAL" clId="{7BD1F271-D7CE-4DE1-902B-F340CAF19A23}" dt="2020-09-09T10:28:21.937" v="151" actId="1076"/>
          <ac:spMkLst>
            <pc:docMk/>
            <pc:sldMk cId="2222414721" sldId="287"/>
            <ac:spMk id="2" creationId="{00000000-0000-0000-0000-000000000000}"/>
          </ac:spMkLst>
        </pc:spChg>
        <pc:spChg chg="mod">
          <ac:chgData name="Umesh Zemse" userId="f5579818-f47c-4551-9630-9efa4dd51d64" providerId="ADAL" clId="{7BD1F271-D7CE-4DE1-902B-F340CAF19A23}" dt="2020-09-09T10:18:38.602" v="5" actId="27636"/>
          <ac:spMkLst>
            <pc:docMk/>
            <pc:sldMk cId="2222414721" sldId="287"/>
            <ac:spMk id="3" creationId="{00000000-0000-0000-0000-000000000000}"/>
          </ac:spMkLst>
        </pc:spChg>
      </pc:sldChg>
      <pc:sldChg chg="addSp delSp modSp">
        <pc:chgData name="Umesh Zemse" userId="f5579818-f47c-4551-9630-9efa4dd51d64" providerId="ADAL" clId="{7BD1F271-D7CE-4DE1-902B-F340CAF19A23}" dt="2020-09-09T10:23:10.689" v="92" actId="478"/>
        <pc:sldMkLst>
          <pc:docMk/>
          <pc:sldMk cId="3543549445" sldId="288"/>
        </pc:sldMkLst>
        <pc:spChg chg="add del mod ord">
          <ac:chgData name="Umesh Zemse" userId="f5579818-f47c-4551-9630-9efa4dd51d64" providerId="ADAL" clId="{7BD1F271-D7CE-4DE1-902B-F340CAF19A23}" dt="2020-09-09T10:23:10.689" v="92" actId="478"/>
          <ac:spMkLst>
            <pc:docMk/>
            <pc:sldMk cId="3543549445" sldId="288"/>
            <ac:spMk id="3" creationId="{56FA124C-101A-4581-8C2A-AF828AF57A34}"/>
          </ac:spMkLst>
        </pc:spChg>
      </pc:sldChg>
      <pc:sldChg chg="addSp delSp modSp">
        <pc:chgData name="Umesh Zemse" userId="f5579818-f47c-4551-9630-9efa4dd51d64" providerId="ADAL" clId="{7BD1F271-D7CE-4DE1-902B-F340CAF19A23}" dt="2020-09-09T10:27:32.691" v="139" actId="27636"/>
        <pc:sldMkLst>
          <pc:docMk/>
          <pc:sldMk cId="1107844993" sldId="289"/>
        </pc:sldMkLst>
        <pc:spChg chg="mod">
          <ac:chgData name="Umesh Zemse" userId="f5579818-f47c-4551-9630-9efa4dd51d64" providerId="ADAL" clId="{7BD1F271-D7CE-4DE1-902B-F340CAF19A23}" dt="2020-09-09T10:27:32.691" v="139" actId="27636"/>
          <ac:spMkLst>
            <pc:docMk/>
            <pc:sldMk cId="1107844993" sldId="289"/>
            <ac:spMk id="2" creationId="{99630E45-396B-4D60-A693-B5C59F30CCE3}"/>
          </ac:spMkLst>
        </pc:spChg>
        <pc:spChg chg="mod">
          <ac:chgData name="Umesh Zemse" userId="f5579818-f47c-4551-9630-9efa4dd51d64" providerId="ADAL" clId="{7BD1F271-D7CE-4DE1-902B-F340CAF19A23}" dt="2020-09-09T10:25:46.626" v="123" actId="554"/>
          <ac:spMkLst>
            <pc:docMk/>
            <pc:sldMk cId="1107844993" sldId="289"/>
            <ac:spMk id="3" creationId="{8F4DB0F1-8E0A-4A6D-A12B-75753CC3A1FF}"/>
          </ac:spMkLst>
        </pc:spChg>
        <pc:spChg chg="mod">
          <ac:chgData name="Umesh Zemse" userId="f5579818-f47c-4551-9630-9efa4dd51d64" providerId="ADAL" clId="{7BD1F271-D7CE-4DE1-902B-F340CAF19A23}" dt="2020-09-09T10:25:46.626" v="123" actId="554"/>
          <ac:spMkLst>
            <pc:docMk/>
            <pc:sldMk cId="1107844993" sldId="289"/>
            <ac:spMk id="4" creationId="{E997A204-E902-4F49-8ADB-2A020335D0C5}"/>
          </ac:spMkLst>
        </pc:spChg>
        <pc:spChg chg="del">
          <ac:chgData name="Umesh Zemse" userId="f5579818-f47c-4551-9630-9efa4dd51d64" providerId="ADAL" clId="{7BD1F271-D7CE-4DE1-902B-F340CAF19A23}" dt="2020-09-09T10:23:58.201" v="99" actId="478"/>
          <ac:spMkLst>
            <pc:docMk/>
            <pc:sldMk cId="1107844993" sldId="289"/>
            <ac:spMk id="5" creationId="{C8BBE203-B340-47E8-BC6D-C5DD2B0886E7}"/>
          </ac:spMkLst>
        </pc:spChg>
        <pc:spChg chg="del mod topLvl">
          <ac:chgData name="Umesh Zemse" userId="f5579818-f47c-4551-9630-9efa4dd51d64" providerId="ADAL" clId="{7BD1F271-D7CE-4DE1-902B-F340CAF19A23}" dt="2020-09-09T10:23:56.304" v="98" actId="478"/>
          <ac:spMkLst>
            <pc:docMk/>
            <pc:sldMk cId="1107844993" sldId="289"/>
            <ac:spMk id="6" creationId="{95FAD86A-C75E-4E08-9EB5-F1E69EA43CFF}"/>
          </ac:spMkLst>
        </pc:spChg>
        <pc:spChg chg="del mod topLvl">
          <ac:chgData name="Umesh Zemse" userId="f5579818-f47c-4551-9630-9efa4dd51d64" providerId="ADAL" clId="{7BD1F271-D7CE-4DE1-902B-F340CAF19A23}" dt="2020-09-09T10:23:53.711" v="96" actId="478"/>
          <ac:spMkLst>
            <pc:docMk/>
            <pc:sldMk cId="1107844993" sldId="289"/>
            <ac:spMk id="7" creationId="{3603C9B4-D4DB-4C55-84D0-0751274809CE}"/>
          </ac:spMkLst>
        </pc:spChg>
        <pc:spChg chg="del">
          <ac:chgData name="Umesh Zemse" userId="f5579818-f47c-4551-9630-9efa4dd51d64" providerId="ADAL" clId="{7BD1F271-D7CE-4DE1-902B-F340CAF19A23}" dt="2020-09-09T10:24:00.054" v="100" actId="478"/>
          <ac:spMkLst>
            <pc:docMk/>
            <pc:sldMk cId="1107844993" sldId="289"/>
            <ac:spMk id="8" creationId="{3A6F610C-4E06-40B8-94AA-879E8642BD84}"/>
          </ac:spMkLst>
        </pc:spChg>
        <pc:spChg chg="del">
          <ac:chgData name="Umesh Zemse" userId="f5579818-f47c-4551-9630-9efa4dd51d64" providerId="ADAL" clId="{7BD1F271-D7CE-4DE1-902B-F340CAF19A23}" dt="2020-09-09T10:23:55.358" v="97" actId="478"/>
          <ac:spMkLst>
            <pc:docMk/>
            <pc:sldMk cId="1107844993" sldId="289"/>
            <ac:spMk id="9" creationId="{0534DD12-40C3-49B8-91C2-26D8932C6261}"/>
          </ac:spMkLst>
        </pc:spChg>
        <pc:spChg chg="add mod ord">
          <ac:chgData name="Umesh Zemse" userId="f5579818-f47c-4551-9630-9efa4dd51d64" providerId="ADAL" clId="{7BD1F271-D7CE-4DE1-902B-F340CAF19A23}" dt="2020-09-09T10:26:02.702" v="124" actId="554"/>
          <ac:spMkLst>
            <pc:docMk/>
            <pc:sldMk cId="1107844993" sldId="289"/>
            <ac:spMk id="11" creationId="{7A1449FC-5DF0-42DF-A565-DC2D48589B9A}"/>
          </ac:spMkLst>
        </pc:spChg>
        <pc:spChg chg="add mod ord">
          <ac:chgData name="Umesh Zemse" userId="f5579818-f47c-4551-9630-9efa4dd51d64" providerId="ADAL" clId="{7BD1F271-D7CE-4DE1-902B-F340CAF19A23}" dt="2020-09-09T10:25:32.709" v="119" actId="1035"/>
          <ac:spMkLst>
            <pc:docMk/>
            <pc:sldMk cId="1107844993" sldId="289"/>
            <ac:spMk id="12" creationId="{1B4C0973-2C06-4AE8-96F2-A693E9A1157D}"/>
          </ac:spMkLst>
        </pc:spChg>
        <pc:spChg chg="add mod ord">
          <ac:chgData name="Umesh Zemse" userId="f5579818-f47c-4551-9630-9efa4dd51d64" providerId="ADAL" clId="{7BD1F271-D7CE-4DE1-902B-F340CAF19A23}" dt="2020-09-09T10:25:27.449" v="118" actId="167"/>
          <ac:spMkLst>
            <pc:docMk/>
            <pc:sldMk cId="1107844993" sldId="289"/>
            <ac:spMk id="13" creationId="{AEF21CE3-BC64-4993-84DF-A8EE624383EA}"/>
          </ac:spMkLst>
        </pc:spChg>
        <pc:spChg chg="add mod ord">
          <ac:chgData name="Umesh Zemse" userId="f5579818-f47c-4551-9630-9efa4dd51d64" providerId="ADAL" clId="{7BD1F271-D7CE-4DE1-902B-F340CAF19A23}" dt="2020-09-09T10:25:27.449" v="118" actId="167"/>
          <ac:spMkLst>
            <pc:docMk/>
            <pc:sldMk cId="1107844993" sldId="289"/>
            <ac:spMk id="14" creationId="{9B8F18BD-6E33-4A86-9199-DCCE347E16F2}"/>
          </ac:spMkLst>
        </pc:spChg>
        <pc:spChg chg="add mod ord">
          <ac:chgData name="Umesh Zemse" userId="f5579818-f47c-4551-9630-9efa4dd51d64" providerId="ADAL" clId="{7BD1F271-D7CE-4DE1-902B-F340CAF19A23}" dt="2020-09-09T10:26:02.702" v="124" actId="554"/>
          <ac:spMkLst>
            <pc:docMk/>
            <pc:sldMk cId="1107844993" sldId="289"/>
            <ac:spMk id="15" creationId="{D9BC52A2-8106-4920-AA53-8E8BE0EDF944}"/>
          </ac:spMkLst>
        </pc:spChg>
        <pc:grpChg chg="del">
          <ac:chgData name="Umesh Zemse" userId="f5579818-f47c-4551-9630-9efa4dd51d64" providerId="ADAL" clId="{7BD1F271-D7CE-4DE1-902B-F340CAF19A23}" dt="2020-09-09T10:23:49.215" v="95" actId="165"/>
          <ac:grpSpMkLst>
            <pc:docMk/>
            <pc:sldMk cId="1107844993" sldId="289"/>
            <ac:grpSpMk id="10" creationId="{BD7C01B3-427C-42D6-B6D6-5DCD6A09C0BD}"/>
          </ac:grpSpMkLst>
        </pc:grpChg>
      </pc:sldChg>
      <pc:sldChg chg="addSp modSp">
        <pc:chgData name="Umesh Zemse" userId="f5579818-f47c-4551-9630-9efa4dd51d64" providerId="ADAL" clId="{7BD1F271-D7CE-4DE1-902B-F340CAF19A23}" dt="2020-09-09T10:39:02.376" v="331" actId="1076"/>
        <pc:sldMkLst>
          <pc:docMk/>
          <pc:sldMk cId="3173170845" sldId="290"/>
        </pc:sldMkLst>
        <pc:spChg chg="mod">
          <ac:chgData name="Umesh Zemse" userId="f5579818-f47c-4551-9630-9efa4dd51d64" providerId="ADAL" clId="{7BD1F271-D7CE-4DE1-902B-F340CAF19A23}" dt="2020-09-09T10:39:02.376" v="331" actId="1076"/>
          <ac:spMkLst>
            <pc:docMk/>
            <pc:sldMk cId="3173170845" sldId="290"/>
            <ac:spMk id="2" creationId="{00000000-0000-0000-0000-000000000000}"/>
          </ac:spMkLst>
        </pc:spChg>
        <pc:spChg chg="add mod">
          <ac:chgData name="Umesh Zemse" userId="f5579818-f47c-4551-9630-9efa4dd51d64" providerId="ADAL" clId="{7BD1F271-D7CE-4DE1-902B-F340CAF19A23}" dt="2020-09-09T10:33:29.509" v="257" actId="164"/>
          <ac:spMkLst>
            <pc:docMk/>
            <pc:sldMk cId="3173170845" sldId="290"/>
            <ac:spMk id="3" creationId="{0BD4D754-7ED7-40BB-A23A-B6A2FD05DE95}"/>
          </ac:spMkLst>
        </pc:spChg>
        <pc:spChg chg="add mod ord">
          <ac:chgData name="Umesh Zemse" userId="f5579818-f47c-4551-9630-9efa4dd51d64" providerId="ADAL" clId="{7BD1F271-D7CE-4DE1-902B-F340CAF19A23}" dt="2020-09-09T10:33:29.509" v="257" actId="164"/>
          <ac:spMkLst>
            <pc:docMk/>
            <pc:sldMk cId="3173170845" sldId="290"/>
            <ac:spMk id="4" creationId="{63AB132D-8283-4A7E-998F-96E492ECBAC3}"/>
          </ac:spMkLst>
        </pc:spChg>
        <pc:grpChg chg="add mod">
          <ac:chgData name="Umesh Zemse" userId="f5579818-f47c-4551-9630-9efa4dd51d64" providerId="ADAL" clId="{7BD1F271-D7CE-4DE1-902B-F340CAF19A23}" dt="2020-09-09T10:33:29.509" v="257" actId="164"/>
          <ac:grpSpMkLst>
            <pc:docMk/>
            <pc:sldMk cId="3173170845" sldId="290"/>
            <ac:grpSpMk id="5" creationId="{08D8498D-253E-4088-8966-34E1B930AA28}"/>
          </ac:grpSpMkLst>
        </pc:grpChg>
      </pc:sldChg>
      <pc:sldChg chg="addSp modSp del">
        <pc:chgData name="Umesh Zemse" userId="f5579818-f47c-4551-9630-9efa4dd51d64" providerId="ADAL" clId="{7BD1F271-D7CE-4DE1-902B-F340CAF19A23}" dt="2020-09-13T03:32:13.481" v="1488" actId="47"/>
        <pc:sldMkLst>
          <pc:docMk/>
          <pc:sldMk cId="553882014" sldId="292"/>
        </pc:sldMkLst>
        <pc:spChg chg="mod">
          <ac:chgData name="Umesh Zemse" userId="f5579818-f47c-4551-9630-9efa4dd51d64" providerId="ADAL" clId="{7BD1F271-D7CE-4DE1-902B-F340CAF19A23}" dt="2020-09-09T10:41:05.267" v="362" actId="207"/>
          <ac:spMkLst>
            <pc:docMk/>
            <pc:sldMk cId="553882014" sldId="292"/>
            <ac:spMk id="2" creationId="{00000000-0000-0000-0000-000000000000}"/>
          </ac:spMkLst>
        </pc:spChg>
        <pc:grpChg chg="add">
          <ac:chgData name="Umesh Zemse" userId="f5579818-f47c-4551-9630-9efa4dd51d64" providerId="ADAL" clId="{7BD1F271-D7CE-4DE1-902B-F340CAF19A23}" dt="2020-09-09T10:40:57.870" v="360"/>
          <ac:grpSpMkLst>
            <pc:docMk/>
            <pc:sldMk cId="553882014" sldId="292"/>
            <ac:grpSpMk id="3" creationId="{01DFF431-DEFD-4D77-853A-20D839B65089}"/>
          </ac:grpSpMkLst>
        </pc:grpChg>
      </pc:sldChg>
      <pc:sldChg chg="modSp del">
        <pc:chgData name="Umesh Zemse" userId="f5579818-f47c-4551-9630-9efa4dd51d64" providerId="ADAL" clId="{7BD1F271-D7CE-4DE1-902B-F340CAF19A23}" dt="2020-09-13T03:32:13.481" v="1488" actId="47"/>
        <pc:sldMkLst>
          <pc:docMk/>
          <pc:sldMk cId="2771644036" sldId="293"/>
        </pc:sldMkLst>
        <pc:spChg chg="mod">
          <ac:chgData name="Umesh Zemse" userId="f5579818-f47c-4551-9630-9efa4dd51d64" providerId="ADAL" clId="{7BD1F271-D7CE-4DE1-902B-F340CAF19A23}" dt="2020-09-09T10:41:14.872" v="363" actId="1076"/>
          <ac:spMkLst>
            <pc:docMk/>
            <pc:sldMk cId="2771644036" sldId="293"/>
            <ac:spMk id="2" creationId="{00000000-0000-0000-0000-000000000000}"/>
          </ac:spMkLst>
        </pc:spChg>
      </pc:sldChg>
      <pc:sldChg chg="modSp del">
        <pc:chgData name="Umesh Zemse" userId="f5579818-f47c-4551-9630-9efa4dd51d64" providerId="ADAL" clId="{7BD1F271-D7CE-4DE1-902B-F340CAF19A23}" dt="2020-09-13T03:32:13.481" v="1488" actId="47"/>
        <pc:sldMkLst>
          <pc:docMk/>
          <pc:sldMk cId="2323935477" sldId="294"/>
        </pc:sldMkLst>
        <pc:spChg chg="mod">
          <ac:chgData name="Umesh Zemse" userId="f5579818-f47c-4551-9630-9efa4dd51d64" providerId="ADAL" clId="{7BD1F271-D7CE-4DE1-902B-F340CAF19A23}" dt="2020-09-09T10:22:16.879" v="73" actId="27636"/>
          <ac:spMkLst>
            <pc:docMk/>
            <pc:sldMk cId="2323935477" sldId="294"/>
            <ac:spMk id="2" creationId="{DB82709E-0EC0-4971-A1CA-640DDB0215EB}"/>
          </ac:spMkLst>
        </pc:spChg>
      </pc:sldChg>
      <pc:sldChg chg="modSp del">
        <pc:chgData name="Umesh Zemse" userId="f5579818-f47c-4551-9630-9efa4dd51d64" providerId="ADAL" clId="{7BD1F271-D7CE-4DE1-902B-F340CAF19A23}" dt="2020-09-13T03:32:13.481" v="1488" actId="47"/>
        <pc:sldMkLst>
          <pc:docMk/>
          <pc:sldMk cId="2969517211" sldId="295"/>
        </pc:sldMkLst>
        <pc:spChg chg="mod">
          <ac:chgData name="Umesh Zemse" userId="f5579818-f47c-4551-9630-9efa4dd51d64" providerId="ADAL" clId="{7BD1F271-D7CE-4DE1-902B-F340CAF19A23}" dt="2020-09-09T10:41:43.986" v="367" actId="404"/>
          <ac:spMkLst>
            <pc:docMk/>
            <pc:sldMk cId="2969517211" sldId="295"/>
            <ac:spMk id="2" creationId="{BAF803E9-47AC-42F4-808B-984CC278ED0B}"/>
          </ac:spMkLst>
        </pc:spChg>
      </pc:sldChg>
      <pc:sldChg chg="modSp del">
        <pc:chgData name="Umesh Zemse" userId="f5579818-f47c-4551-9630-9efa4dd51d64" providerId="ADAL" clId="{7BD1F271-D7CE-4DE1-902B-F340CAF19A23}" dt="2020-09-13T03:32:13.481" v="1488" actId="47"/>
        <pc:sldMkLst>
          <pc:docMk/>
          <pc:sldMk cId="3305528177" sldId="296"/>
        </pc:sldMkLst>
        <pc:spChg chg="mod">
          <ac:chgData name="Umesh Zemse" userId="f5579818-f47c-4551-9630-9efa4dd51d64" providerId="ADAL" clId="{7BD1F271-D7CE-4DE1-902B-F340CAF19A23}" dt="2020-09-09T10:42:12.911" v="369" actId="1076"/>
          <ac:spMkLst>
            <pc:docMk/>
            <pc:sldMk cId="3305528177" sldId="296"/>
            <ac:spMk id="2" creationId="{E0104F68-A9B6-4A9C-BD18-0301D1C829DB}"/>
          </ac:spMkLst>
        </pc:spChg>
        <pc:spChg chg="mod">
          <ac:chgData name="Umesh Zemse" userId="f5579818-f47c-4551-9630-9efa4dd51d64" providerId="ADAL" clId="{7BD1F271-D7CE-4DE1-902B-F340CAF19A23}" dt="2020-09-09T10:49:27.831" v="463" actId="20577"/>
          <ac:spMkLst>
            <pc:docMk/>
            <pc:sldMk cId="3305528177" sldId="296"/>
            <ac:spMk id="11" creationId="{F37D74E3-585D-4E7D-90FB-90B97715A1C2}"/>
          </ac:spMkLst>
        </pc:spChg>
        <pc:spChg chg="mod">
          <ac:chgData name="Umesh Zemse" userId="f5579818-f47c-4551-9630-9efa4dd51d64" providerId="ADAL" clId="{7BD1F271-D7CE-4DE1-902B-F340CAF19A23}" dt="2020-09-09T10:49:38.306" v="474" actId="20577"/>
          <ac:spMkLst>
            <pc:docMk/>
            <pc:sldMk cId="3305528177" sldId="296"/>
            <ac:spMk id="12" creationId="{757A82B3-4AF2-4211-B555-0CE256758C51}"/>
          </ac:spMkLst>
        </pc:spChg>
        <pc:spChg chg="mod">
          <ac:chgData name="Umesh Zemse" userId="f5579818-f47c-4551-9630-9efa4dd51d64" providerId="ADAL" clId="{7BD1F271-D7CE-4DE1-902B-F340CAF19A23}" dt="2020-09-09T10:49:52.305" v="487" actId="20577"/>
          <ac:spMkLst>
            <pc:docMk/>
            <pc:sldMk cId="3305528177" sldId="296"/>
            <ac:spMk id="27" creationId="{B46BB860-9FCC-471B-B1DB-CC177706B8CB}"/>
          </ac:spMkLst>
        </pc:spChg>
        <pc:spChg chg="mod">
          <ac:chgData name="Umesh Zemse" userId="f5579818-f47c-4551-9630-9efa4dd51d64" providerId="ADAL" clId="{7BD1F271-D7CE-4DE1-902B-F340CAF19A23}" dt="2020-09-09T10:50:03.167" v="500" actId="20577"/>
          <ac:spMkLst>
            <pc:docMk/>
            <pc:sldMk cId="3305528177" sldId="296"/>
            <ac:spMk id="31" creationId="{864F2EA2-D3FA-4B29-B824-58D41C0151C4}"/>
          </ac:spMkLst>
        </pc:spChg>
        <pc:spChg chg="mod">
          <ac:chgData name="Umesh Zemse" userId="f5579818-f47c-4551-9630-9efa4dd51d64" providerId="ADAL" clId="{7BD1F271-D7CE-4DE1-902B-F340CAF19A23}" dt="2020-09-09T10:50:13.164" v="511" actId="20577"/>
          <ac:spMkLst>
            <pc:docMk/>
            <pc:sldMk cId="3305528177" sldId="296"/>
            <ac:spMk id="33" creationId="{2B65CB3B-095B-4A91-A457-6D5825DEABD9}"/>
          </ac:spMkLst>
        </pc:spChg>
      </pc:sldChg>
      <pc:sldChg chg="modSp del">
        <pc:chgData name="Umesh Zemse" userId="f5579818-f47c-4551-9630-9efa4dd51d64" providerId="ADAL" clId="{7BD1F271-D7CE-4DE1-902B-F340CAF19A23}" dt="2020-09-13T03:32:13.481" v="1488" actId="47"/>
        <pc:sldMkLst>
          <pc:docMk/>
          <pc:sldMk cId="1948447143" sldId="297"/>
        </pc:sldMkLst>
        <pc:spChg chg="mod">
          <ac:chgData name="Umesh Zemse" userId="f5579818-f47c-4551-9630-9efa4dd51d64" providerId="ADAL" clId="{7BD1F271-D7CE-4DE1-902B-F340CAF19A23}" dt="2020-09-09T10:42:37.895" v="373" actId="1076"/>
          <ac:spMkLst>
            <pc:docMk/>
            <pc:sldMk cId="1948447143" sldId="297"/>
            <ac:spMk id="2" creationId="{11E3A721-98EA-4FA0-9C28-A1CD39FEBC42}"/>
          </ac:spMkLst>
        </pc:spChg>
        <pc:spChg chg="mod ord">
          <ac:chgData name="Umesh Zemse" userId="f5579818-f47c-4551-9630-9efa4dd51d64" providerId="ADAL" clId="{7BD1F271-D7CE-4DE1-902B-F340CAF19A23}" dt="2020-09-09T10:52:18.228" v="587" actId="20577"/>
          <ac:spMkLst>
            <pc:docMk/>
            <pc:sldMk cId="1948447143" sldId="297"/>
            <ac:spMk id="7" creationId="{1EC99875-9AF0-4886-A485-6408E5688E53}"/>
          </ac:spMkLst>
        </pc:spChg>
        <pc:spChg chg="mod">
          <ac:chgData name="Umesh Zemse" userId="f5579818-f47c-4551-9630-9efa4dd51d64" providerId="ADAL" clId="{7BD1F271-D7CE-4DE1-902B-F340CAF19A23}" dt="2020-09-09T10:52:31.782" v="601" actId="20577"/>
          <ac:spMkLst>
            <pc:docMk/>
            <pc:sldMk cId="1948447143" sldId="297"/>
            <ac:spMk id="14" creationId="{30B4120C-8249-4285-AB77-F6E157DCD137}"/>
          </ac:spMkLst>
        </pc:spChg>
        <pc:spChg chg="mod">
          <ac:chgData name="Umesh Zemse" userId="f5579818-f47c-4551-9630-9efa4dd51d64" providerId="ADAL" clId="{7BD1F271-D7CE-4DE1-902B-F340CAF19A23}" dt="2020-09-09T10:52:45.020" v="608" actId="20577"/>
          <ac:spMkLst>
            <pc:docMk/>
            <pc:sldMk cId="1948447143" sldId="297"/>
            <ac:spMk id="16" creationId="{0FB3CE8C-3079-4DC3-8E89-30279AD8187D}"/>
          </ac:spMkLst>
        </pc:spChg>
        <pc:spChg chg="mod">
          <ac:chgData name="Umesh Zemse" userId="f5579818-f47c-4551-9630-9efa4dd51d64" providerId="ADAL" clId="{7BD1F271-D7CE-4DE1-902B-F340CAF19A23}" dt="2020-09-09T10:52:52.934" v="617" actId="20577"/>
          <ac:spMkLst>
            <pc:docMk/>
            <pc:sldMk cId="1948447143" sldId="297"/>
            <ac:spMk id="18" creationId="{F33CD066-D592-4CFC-8DEA-44455FE4A64F}"/>
          </ac:spMkLst>
        </pc:spChg>
      </pc:sldChg>
      <pc:sldChg chg="modSp del">
        <pc:chgData name="Umesh Zemse" userId="f5579818-f47c-4551-9630-9efa4dd51d64" providerId="ADAL" clId="{7BD1F271-D7CE-4DE1-902B-F340CAF19A23}" dt="2020-09-13T03:32:13.481" v="1488" actId="47"/>
        <pc:sldMkLst>
          <pc:docMk/>
          <pc:sldMk cId="2075490455" sldId="298"/>
        </pc:sldMkLst>
        <pc:spChg chg="mod">
          <ac:chgData name="Umesh Zemse" userId="f5579818-f47c-4551-9630-9efa4dd51d64" providerId="ADAL" clId="{7BD1F271-D7CE-4DE1-902B-F340CAF19A23}" dt="2020-09-09T10:42:53.752" v="376" actId="1076"/>
          <ac:spMkLst>
            <pc:docMk/>
            <pc:sldMk cId="2075490455" sldId="298"/>
            <ac:spMk id="2" creationId="{08B7163A-92FA-4BF2-BC13-7AA24BB08966}"/>
          </ac:spMkLst>
        </pc:spChg>
        <pc:spChg chg="mod">
          <ac:chgData name="Umesh Zemse" userId="f5579818-f47c-4551-9630-9efa4dd51d64" providerId="ADAL" clId="{7BD1F271-D7CE-4DE1-902B-F340CAF19A23}" dt="2020-09-09T10:56:25.585" v="779" actId="1038"/>
          <ac:spMkLst>
            <pc:docMk/>
            <pc:sldMk cId="2075490455" sldId="298"/>
            <ac:spMk id="73" creationId="{D9061128-30D3-498C-AB48-44F2A70B5EF3}"/>
          </ac:spMkLst>
        </pc:spChg>
        <pc:spChg chg="mod">
          <ac:chgData name="Umesh Zemse" userId="f5579818-f47c-4551-9630-9efa4dd51d64" providerId="ADAL" clId="{7BD1F271-D7CE-4DE1-902B-F340CAF19A23}" dt="2020-09-09T10:55:34.054" v="739" actId="20577"/>
          <ac:spMkLst>
            <pc:docMk/>
            <pc:sldMk cId="2075490455" sldId="298"/>
            <ac:spMk id="75" creationId="{AB80592B-4177-4AE8-8C15-92FA3BFADA78}"/>
          </ac:spMkLst>
        </pc:spChg>
        <pc:spChg chg="mod">
          <ac:chgData name="Umesh Zemse" userId="f5579818-f47c-4551-9630-9efa4dd51d64" providerId="ADAL" clId="{7BD1F271-D7CE-4DE1-902B-F340CAF19A23}" dt="2020-09-09T10:55:31.066" v="733" actId="20577"/>
          <ac:spMkLst>
            <pc:docMk/>
            <pc:sldMk cId="2075490455" sldId="298"/>
            <ac:spMk id="76" creationId="{35DF31D0-ADA4-4CAD-A08A-2DE4A5EDF7C7}"/>
          </ac:spMkLst>
        </pc:spChg>
        <pc:spChg chg="mod">
          <ac:chgData name="Umesh Zemse" userId="f5579818-f47c-4551-9630-9efa4dd51d64" providerId="ADAL" clId="{7BD1F271-D7CE-4DE1-902B-F340CAF19A23}" dt="2020-09-09T10:55:39.132" v="748" actId="20577"/>
          <ac:spMkLst>
            <pc:docMk/>
            <pc:sldMk cId="2075490455" sldId="298"/>
            <ac:spMk id="85" creationId="{49D8E490-5CC6-448C-A007-4BBF5F947765}"/>
          </ac:spMkLst>
        </pc:spChg>
        <pc:spChg chg="mod">
          <ac:chgData name="Umesh Zemse" userId="f5579818-f47c-4551-9630-9efa4dd51d64" providerId="ADAL" clId="{7BD1F271-D7CE-4DE1-902B-F340CAF19A23}" dt="2020-09-09T10:55:46.297" v="757" actId="20577"/>
          <ac:spMkLst>
            <pc:docMk/>
            <pc:sldMk cId="2075490455" sldId="298"/>
            <ac:spMk id="86" creationId="{E42CC9C9-7FBD-49CB-9DAD-25490FE6A608}"/>
          </ac:spMkLst>
        </pc:spChg>
        <pc:spChg chg="mod">
          <ac:chgData name="Umesh Zemse" userId="f5579818-f47c-4551-9630-9efa4dd51d64" providerId="ADAL" clId="{7BD1F271-D7CE-4DE1-902B-F340CAF19A23}" dt="2020-09-09T10:55:52.117" v="767" actId="20577"/>
          <ac:spMkLst>
            <pc:docMk/>
            <pc:sldMk cId="2075490455" sldId="298"/>
            <ac:spMk id="87" creationId="{6D45CF89-BF5C-4902-80C2-54DA0EABFCC4}"/>
          </ac:spMkLst>
        </pc:spChg>
        <pc:spChg chg="mod">
          <ac:chgData name="Umesh Zemse" userId="f5579818-f47c-4551-9630-9efa4dd51d64" providerId="ADAL" clId="{7BD1F271-D7CE-4DE1-902B-F340CAF19A23}" dt="2020-09-09T10:55:55.993" v="774" actId="20577"/>
          <ac:spMkLst>
            <pc:docMk/>
            <pc:sldMk cId="2075490455" sldId="298"/>
            <ac:spMk id="88" creationId="{E910AF9B-63B3-475D-833B-40071CD1DC34}"/>
          </ac:spMkLst>
        </pc:spChg>
        <pc:graphicFrameChg chg="ord">
          <ac:chgData name="Umesh Zemse" userId="f5579818-f47c-4551-9630-9efa4dd51d64" providerId="ADAL" clId="{7BD1F271-D7CE-4DE1-902B-F340CAF19A23}" dt="2020-09-09T10:56:10.527" v="775" actId="167"/>
          <ac:graphicFrameMkLst>
            <pc:docMk/>
            <pc:sldMk cId="2075490455" sldId="298"/>
            <ac:graphicFrameMk id="74" creationId="{251B0105-864B-4306-BD58-24A59F6B6245}"/>
          </ac:graphicFrameMkLst>
        </pc:graphicFrameChg>
      </pc:sldChg>
      <pc:sldChg chg="addSp modSp del">
        <pc:chgData name="Umesh Zemse" userId="f5579818-f47c-4551-9630-9efa4dd51d64" providerId="ADAL" clId="{7BD1F271-D7CE-4DE1-902B-F340CAF19A23}" dt="2020-09-13T03:32:13.481" v="1488" actId="47"/>
        <pc:sldMkLst>
          <pc:docMk/>
          <pc:sldMk cId="523706966" sldId="299"/>
        </pc:sldMkLst>
        <pc:spChg chg="mod">
          <ac:chgData name="Umesh Zemse" userId="f5579818-f47c-4551-9630-9efa4dd51d64" providerId="ADAL" clId="{7BD1F271-D7CE-4DE1-902B-F340CAF19A23}" dt="2020-09-09T10:43:14.569" v="379" actId="207"/>
          <ac:spMkLst>
            <pc:docMk/>
            <pc:sldMk cId="523706966" sldId="299"/>
            <ac:spMk id="4" creationId="{4C316F01-5026-402C-A495-1ECF38A2E385}"/>
          </ac:spMkLst>
        </pc:spChg>
        <pc:grpChg chg="add">
          <ac:chgData name="Umesh Zemse" userId="f5579818-f47c-4551-9630-9efa4dd51d64" providerId="ADAL" clId="{7BD1F271-D7CE-4DE1-902B-F340CAF19A23}" dt="2020-09-09T10:43:02.901" v="377"/>
          <ac:grpSpMkLst>
            <pc:docMk/>
            <pc:sldMk cId="523706966" sldId="299"/>
            <ac:grpSpMk id="3" creationId="{D537DF8C-9872-4162-9227-E0441216D655}"/>
          </ac:grpSpMkLst>
        </pc:grpChg>
      </pc:sldChg>
      <pc:sldChg chg="addSp delSp modSp del">
        <pc:chgData name="Umesh Zemse" userId="f5579818-f47c-4551-9630-9efa4dd51d64" providerId="ADAL" clId="{7BD1F271-D7CE-4DE1-902B-F340CAF19A23}" dt="2020-09-13T03:32:13.481" v="1488" actId="47"/>
        <pc:sldMkLst>
          <pc:docMk/>
          <pc:sldMk cId="382840632" sldId="300"/>
        </pc:sldMkLst>
        <pc:spChg chg="del mod">
          <ac:chgData name="Umesh Zemse" userId="f5579818-f47c-4551-9630-9efa4dd51d64" providerId="ADAL" clId="{7BD1F271-D7CE-4DE1-902B-F340CAF19A23}" dt="2020-09-09T10:43:45.230" v="383" actId="478"/>
          <ac:spMkLst>
            <pc:docMk/>
            <pc:sldMk cId="382840632" sldId="300"/>
            <ac:spMk id="2" creationId="{27512A58-622E-47B9-BF72-67F91064FAEB}"/>
          </ac:spMkLst>
        </pc:spChg>
        <pc:spChg chg="mod">
          <ac:chgData name="Umesh Zemse" userId="f5579818-f47c-4551-9630-9efa4dd51d64" providerId="ADAL" clId="{7BD1F271-D7CE-4DE1-902B-F340CAF19A23}" dt="2020-09-09T10:44:16.433" v="389" actId="207"/>
          <ac:spMkLst>
            <pc:docMk/>
            <pc:sldMk cId="382840632" sldId="300"/>
            <ac:spMk id="6" creationId="{23235D2C-F7D3-419F-BEE9-C455EC6484B0}"/>
          </ac:spMkLst>
        </pc:spChg>
        <pc:spChg chg="add del mod">
          <ac:chgData name="Umesh Zemse" userId="f5579818-f47c-4551-9630-9efa4dd51d64" providerId="ADAL" clId="{7BD1F271-D7CE-4DE1-902B-F340CAF19A23}" dt="2020-09-09T10:43:49.389" v="384" actId="478"/>
          <ac:spMkLst>
            <pc:docMk/>
            <pc:sldMk cId="382840632" sldId="300"/>
            <ac:spMk id="7" creationId="{1A4274D8-FF06-4855-BE85-5AD318911DBF}"/>
          </ac:spMkLst>
        </pc:spChg>
        <pc:spChg chg="add mod">
          <ac:chgData name="Umesh Zemse" userId="f5579818-f47c-4551-9630-9efa4dd51d64" providerId="ADAL" clId="{7BD1F271-D7CE-4DE1-902B-F340CAF19A23}" dt="2020-09-09T10:44:13.762" v="388" actId="207"/>
          <ac:spMkLst>
            <pc:docMk/>
            <pc:sldMk cId="382840632" sldId="300"/>
            <ac:spMk id="13" creationId="{87FFA6AF-B4B5-4071-A18D-548F217FFCE9}"/>
          </ac:spMkLst>
        </pc:spChg>
      </pc:sldChg>
      <pc:sldChg chg="modSp del">
        <pc:chgData name="Umesh Zemse" userId="f5579818-f47c-4551-9630-9efa4dd51d64" providerId="ADAL" clId="{7BD1F271-D7CE-4DE1-902B-F340CAF19A23}" dt="2020-09-13T03:32:13.481" v="1488" actId="47"/>
        <pc:sldMkLst>
          <pc:docMk/>
          <pc:sldMk cId="1791304860" sldId="307"/>
        </pc:sldMkLst>
        <pc:spChg chg="mod">
          <ac:chgData name="Umesh Zemse" userId="f5579818-f47c-4551-9630-9efa4dd51d64" providerId="ADAL" clId="{7BD1F271-D7CE-4DE1-902B-F340CAF19A23}" dt="2020-09-09T10:42:17.143" v="370" actId="1076"/>
          <ac:spMkLst>
            <pc:docMk/>
            <pc:sldMk cId="1791304860" sldId="307"/>
            <ac:spMk id="2" creationId="{E0104F68-A9B6-4A9C-BD18-0301D1C829DB}"/>
          </ac:spMkLst>
        </pc:spChg>
      </pc:sldChg>
      <pc:sldChg chg="modSp del">
        <pc:chgData name="Umesh Zemse" userId="f5579818-f47c-4551-9630-9efa4dd51d64" providerId="ADAL" clId="{7BD1F271-D7CE-4DE1-902B-F340CAF19A23}" dt="2020-09-13T03:32:13.481" v="1488" actId="47"/>
        <pc:sldMkLst>
          <pc:docMk/>
          <pc:sldMk cId="3545767512" sldId="308"/>
        </pc:sldMkLst>
        <pc:spChg chg="mod">
          <ac:chgData name="Umesh Zemse" userId="f5579818-f47c-4551-9630-9efa4dd51d64" providerId="ADAL" clId="{7BD1F271-D7CE-4DE1-902B-F340CAF19A23}" dt="2020-09-09T10:42:24.455" v="371" actId="1076"/>
          <ac:spMkLst>
            <pc:docMk/>
            <pc:sldMk cId="3545767512" sldId="308"/>
            <ac:spMk id="2" creationId="{E0104F68-A9B6-4A9C-BD18-0301D1C829DB}"/>
          </ac:spMkLst>
        </pc:spChg>
      </pc:sldChg>
      <pc:sldChg chg="modSp del">
        <pc:chgData name="Umesh Zemse" userId="f5579818-f47c-4551-9630-9efa4dd51d64" providerId="ADAL" clId="{7BD1F271-D7CE-4DE1-902B-F340CAF19A23}" dt="2020-09-13T03:32:13.481" v="1488" actId="47"/>
        <pc:sldMkLst>
          <pc:docMk/>
          <pc:sldMk cId="543032260" sldId="309"/>
        </pc:sldMkLst>
        <pc:spChg chg="mod">
          <ac:chgData name="Umesh Zemse" userId="f5579818-f47c-4551-9630-9efa4dd51d64" providerId="ADAL" clId="{7BD1F271-D7CE-4DE1-902B-F340CAF19A23}" dt="2020-09-09T10:42:30.583" v="372" actId="1076"/>
          <ac:spMkLst>
            <pc:docMk/>
            <pc:sldMk cId="543032260" sldId="309"/>
            <ac:spMk id="2" creationId="{E0104F68-A9B6-4A9C-BD18-0301D1C829DB}"/>
          </ac:spMkLst>
        </pc:spChg>
        <pc:spChg chg="mod">
          <ac:chgData name="Umesh Zemse" userId="f5579818-f47c-4551-9630-9efa4dd51d64" providerId="ADAL" clId="{7BD1F271-D7CE-4DE1-902B-F340CAF19A23}" dt="2020-09-09T10:50:45.936" v="526" actId="20577"/>
          <ac:spMkLst>
            <pc:docMk/>
            <pc:sldMk cId="543032260" sldId="309"/>
            <ac:spMk id="9" creationId="{410D83FC-7940-402F-B5B0-F709D30A86A8}"/>
          </ac:spMkLst>
        </pc:spChg>
        <pc:spChg chg="mod">
          <ac:chgData name="Umesh Zemse" userId="f5579818-f47c-4551-9630-9efa4dd51d64" providerId="ADAL" clId="{7BD1F271-D7CE-4DE1-902B-F340CAF19A23}" dt="2020-09-09T10:50:39.341" v="518" actId="20577"/>
          <ac:spMkLst>
            <pc:docMk/>
            <pc:sldMk cId="543032260" sldId="309"/>
            <ac:spMk id="11" creationId="{F37D74E3-585D-4E7D-90FB-90B97715A1C2}"/>
          </ac:spMkLst>
        </pc:spChg>
        <pc:spChg chg="mod">
          <ac:chgData name="Umesh Zemse" userId="f5579818-f47c-4551-9630-9efa4dd51d64" providerId="ADAL" clId="{7BD1F271-D7CE-4DE1-902B-F340CAF19A23}" dt="2020-09-09T10:50:57.874" v="538" actId="20577"/>
          <ac:spMkLst>
            <pc:docMk/>
            <pc:sldMk cId="543032260" sldId="309"/>
            <ac:spMk id="12" creationId="{757A82B3-4AF2-4211-B555-0CE256758C51}"/>
          </ac:spMkLst>
        </pc:spChg>
        <pc:spChg chg="mod">
          <ac:chgData name="Umesh Zemse" userId="f5579818-f47c-4551-9630-9efa4dd51d64" providerId="ADAL" clId="{7BD1F271-D7CE-4DE1-902B-F340CAF19A23}" dt="2020-09-09T10:51:10.528" v="551" actId="20577"/>
          <ac:spMkLst>
            <pc:docMk/>
            <pc:sldMk cId="543032260" sldId="309"/>
            <ac:spMk id="27" creationId="{B46BB860-9FCC-471B-B1DB-CC177706B8CB}"/>
          </ac:spMkLst>
        </pc:spChg>
        <pc:spChg chg="mod">
          <ac:chgData name="Umesh Zemse" userId="f5579818-f47c-4551-9630-9efa4dd51d64" providerId="ADAL" clId="{7BD1F271-D7CE-4DE1-902B-F340CAF19A23}" dt="2020-09-09T10:51:22.906" v="565" actId="20577"/>
          <ac:spMkLst>
            <pc:docMk/>
            <pc:sldMk cId="543032260" sldId="309"/>
            <ac:spMk id="31" creationId="{864F2EA2-D3FA-4B29-B824-58D41C0151C4}"/>
          </ac:spMkLst>
        </pc:spChg>
        <pc:spChg chg="mod">
          <ac:chgData name="Umesh Zemse" userId="f5579818-f47c-4551-9630-9efa4dd51d64" providerId="ADAL" clId="{7BD1F271-D7CE-4DE1-902B-F340CAF19A23}" dt="2020-09-09T10:51:30.015" v="575" actId="20577"/>
          <ac:spMkLst>
            <pc:docMk/>
            <pc:sldMk cId="543032260" sldId="309"/>
            <ac:spMk id="33" creationId="{2B65CB3B-095B-4A91-A457-6D5825DEABD9}"/>
          </ac:spMkLst>
        </pc:spChg>
      </pc:sldChg>
      <pc:sldChg chg="modSp del">
        <pc:chgData name="Umesh Zemse" userId="f5579818-f47c-4551-9630-9efa4dd51d64" providerId="ADAL" clId="{7BD1F271-D7CE-4DE1-902B-F340CAF19A23}" dt="2020-09-13T03:32:13.481" v="1488" actId="47"/>
        <pc:sldMkLst>
          <pc:docMk/>
          <pc:sldMk cId="2360601023" sldId="310"/>
        </pc:sldMkLst>
        <pc:spChg chg="mod">
          <ac:chgData name="Umesh Zemse" userId="f5579818-f47c-4551-9630-9efa4dd51d64" providerId="ADAL" clId="{7BD1F271-D7CE-4DE1-902B-F340CAF19A23}" dt="2020-09-09T10:42:42.271" v="374" actId="1076"/>
          <ac:spMkLst>
            <pc:docMk/>
            <pc:sldMk cId="2360601023" sldId="310"/>
            <ac:spMk id="2" creationId="{E0104F68-A9B6-4A9C-BD18-0301D1C829DB}"/>
          </ac:spMkLst>
        </pc:spChg>
        <pc:spChg chg="mod">
          <ac:chgData name="Umesh Zemse" userId="f5579818-f47c-4551-9630-9efa4dd51d64" providerId="ADAL" clId="{7BD1F271-D7CE-4DE1-902B-F340CAF19A23}" dt="2020-09-09T10:53:19.076" v="637" actId="20577"/>
          <ac:spMkLst>
            <pc:docMk/>
            <pc:sldMk cId="2360601023" sldId="310"/>
            <ac:spMk id="9" creationId="{410D83FC-7940-402F-B5B0-F709D30A86A8}"/>
          </ac:spMkLst>
        </pc:spChg>
        <pc:spChg chg="mod">
          <ac:chgData name="Umesh Zemse" userId="f5579818-f47c-4551-9630-9efa4dd51d64" providerId="ADAL" clId="{7BD1F271-D7CE-4DE1-902B-F340CAF19A23}" dt="2020-09-09T10:53:10.354" v="630" actId="20577"/>
          <ac:spMkLst>
            <pc:docMk/>
            <pc:sldMk cId="2360601023" sldId="310"/>
            <ac:spMk id="11" creationId="{F37D74E3-585D-4E7D-90FB-90B97715A1C2}"/>
          </ac:spMkLst>
        </pc:spChg>
        <pc:spChg chg="mod">
          <ac:chgData name="Umesh Zemse" userId="f5579818-f47c-4551-9630-9efa4dd51d64" providerId="ADAL" clId="{7BD1F271-D7CE-4DE1-902B-F340CAF19A23}" dt="2020-09-09T10:53:25.809" v="642" actId="20577"/>
          <ac:spMkLst>
            <pc:docMk/>
            <pc:sldMk cId="2360601023" sldId="310"/>
            <ac:spMk id="39" creationId="{E50F7005-A0A5-4774-8127-5856594B3A10}"/>
          </ac:spMkLst>
        </pc:spChg>
        <pc:spChg chg="mod">
          <ac:chgData name="Umesh Zemse" userId="f5579818-f47c-4551-9630-9efa4dd51d64" providerId="ADAL" clId="{7BD1F271-D7CE-4DE1-902B-F340CAF19A23}" dt="2020-09-09T10:53:32.968" v="653" actId="20577"/>
          <ac:spMkLst>
            <pc:docMk/>
            <pc:sldMk cId="2360601023" sldId="310"/>
            <ac:spMk id="40" creationId="{1DD1F160-86D3-4E84-A973-EE048ED5C330}"/>
          </ac:spMkLst>
        </pc:spChg>
        <pc:spChg chg="mod">
          <ac:chgData name="Umesh Zemse" userId="f5579818-f47c-4551-9630-9efa4dd51d64" providerId="ADAL" clId="{7BD1F271-D7CE-4DE1-902B-F340CAF19A23}" dt="2020-09-09T10:53:37.652" v="662" actId="20577"/>
          <ac:spMkLst>
            <pc:docMk/>
            <pc:sldMk cId="2360601023" sldId="310"/>
            <ac:spMk id="42" creationId="{D77F08B0-E8F7-460F-B24E-9D87ED166589}"/>
          </ac:spMkLst>
        </pc:spChg>
        <pc:spChg chg="mod">
          <ac:chgData name="Umesh Zemse" userId="f5579818-f47c-4551-9630-9efa4dd51d64" providerId="ADAL" clId="{7BD1F271-D7CE-4DE1-902B-F340CAF19A23}" dt="2020-09-09T10:53:40.976" v="670" actId="20577"/>
          <ac:spMkLst>
            <pc:docMk/>
            <pc:sldMk cId="2360601023" sldId="310"/>
            <ac:spMk id="45" creationId="{2376E528-DFB4-47FB-85E0-38009A9119BA}"/>
          </ac:spMkLst>
        </pc:spChg>
        <pc:spChg chg="mod">
          <ac:chgData name="Umesh Zemse" userId="f5579818-f47c-4551-9630-9efa4dd51d64" providerId="ADAL" clId="{7BD1F271-D7CE-4DE1-902B-F340CAF19A23}" dt="2020-09-09T10:53:04.199" v="623" actId="20577"/>
          <ac:spMkLst>
            <pc:docMk/>
            <pc:sldMk cId="2360601023" sldId="310"/>
            <ac:spMk id="53" creationId="{5AED39E9-5BA2-4F25-919A-A073CBCBCAA2}"/>
          </ac:spMkLst>
        </pc:spChg>
      </pc:sldChg>
      <pc:sldChg chg="modSp del">
        <pc:chgData name="Umesh Zemse" userId="f5579818-f47c-4551-9630-9efa4dd51d64" providerId="ADAL" clId="{7BD1F271-D7CE-4DE1-902B-F340CAF19A23}" dt="2020-09-13T03:32:13.481" v="1488" actId="47"/>
        <pc:sldMkLst>
          <pc:docMk/>
          <pc:sldMk cId="241382766" sldId="311"/>
        </pc:sldMkLst>
        <pc:spChg chg="mod">
          <ac:chgData name="Umesh Zemse" userId="f5579818-f47c-4551-9630-9efa4dd51d64" providerId="ADAL" clId="{7BD1F271-D7CE-4DE1-902B-F340CAF19A23}" dt="2020-09-09T10:42:49.247" v="375" actId="1076"/>
          <ac:spMkLst>
            <pc:docMk/>
            <pc:sldMk cId="241382766" sldId="311"/>
            <ac:spMk id="2" creationId="{E0104F68-A9B6-4A9C-BD18-0301D1C829DB}"/>
          </ac:spMkLst>
        </pc:spChg>
        <pc:spChg chg="mod ord">
          <ac:chgData name="Umesh Zemse" userId="f5579818-f47c-4551-9630-9efa4dd51d64" providerId="ADAL" clId="{7BD1F271-D7CE-4DE1-902B-F340CAF19A23}" dt="2020-09-09T10:54:06.677" v="680" actId="20577"/>
          <ac:spMkLst>
            <pc:docMk/>
            <pc:sldMk cId="241382766" sldId="311"/>
            <ac:spMk id="9" creationId="{410D83FC-7940-402F-B5B0-F709D30A86A8}"/>
          </ac:spMkLst>
        </pc:spChg>
        <pc:spChg chg="mod ord">
          <ac:chgData name="Umesh Zemse" userId="f5579818-f47c-4551-9630-9efa4dd51d64" providerId="ADAL" clId="{7BD1F271-D7CE-4DE1-902B-F340CAF19A23}" dt="2020-09-09T10:54:15.886" v="687" actId="20577"/>
          <ac:spMkLst>
            <pc:docMk/>
            <pc:sldMk cId="241382766" sldId="311"/>
            <ac:spMk id="11" creationId="{F37D74E3-585D-4E7D-90FB-90B97715A1C2}"/>
          </ac:spMkLst>
        </pc:spChg>
        <pc:spChg chg="mod">
          <ac:chgData name="Umesh Zemse" userId="f5579818-f47c-4551-9630-9efa4dd51d64" providerId="ADAL" clId="{7BD1F271-D7CE-4DE1-902B-F340CAF19A23}" dt="2020-09-09T10:54:21.099" v="697" actId="20577"/>
          <ac:spMkLst>
            <pc:docMk/>
            <pc:sldMk cId="241382766" sldId="311"/>
            <ac:spMk id="39" creationId="{E50F7005-A0A5-4774-8127-5856594B3A10}"/>
          </ac:spMkLst>
        </pc:spChg>
        <pc:spChg chg="mod">
          <ac:chgData name="Umesh Zemse" userId="f5579818-f47c-4551-9630-9efa4dd51d64" providerId="ADAL" clId="{7BD1F271-D7CE-4DE1-902B-F340CAF19A23}" dt="2020-09-09T10:54:26.385" v="707" actId="20577"/>
          <ac:spMkLst>
            <pc:docMk/>
            <pc:sldMk cId="241382766" sldId="311"/>
            <ac:spMk id="40" creationId="{1DD1F160-86D3-4E84-A973-EE048ED5C330}"/>
          </ac:spMkLst>
        </pc:spChg>
        <pc:spChg chg="mod">
          <ac:chgData name="Umesh Zemse" userId="f5579818-f47c-4551-9630-9efa4dd51d64" providerId="ADAL" clId="{7BD1F271-D7CE-4DE1-902B-F340CAF19A23}" dt="2020-09-09T10:54:33.756" v="719" actId="20577"/>
          <ac:spMkLst>
            <pc:docMk/>
            <pc:sldMk cId="241382766" sldId="311"/>
            <ac:spMk id="42" creationId="{D77F08B0-E8F7-460F-B24E-9D87ED166589}"/>
          </ac:spMkLst>
        </pc:spChg>
        <pc:spChg chg="mod">
          <ac:chgData name="Umesh Zemse" userId="f5579818-f47c-4551-9630-9efa4dd51d64" providerId="ADAL" clId="{7BD1F271-D7CE-4DE1-902B-F340CAF19A23}" dt="2020-09-09T10:54:38.678" v="728" actId="20577"/>
          <ac:spMkLst>
            <pc:docMk/>
            <pc:sldMk cId="241382766" sldId="311"/>
            <ac:spMk id="45" creationId="{2376E528-DFB4-47FB-85E0-38009A9119BA}"/>
          </ac:spMkLst>
        </pc:spChg>
      </pc:sldChg>
      <pc:sldChg chg="modSp del">
        <pc:chgData name="Umesh Zemse" userId="f5579818-f47c-4551-9630-9efa4dd51d64" providerId="ADAL" clId="{7BD1F271-D7CE-4DE1-902B-F340CAF19A23}" dt="2020-09-13T03:32:13.481" v="1488" actId="47"/>
        <pc:sldMkLst>
          <pc:docMk/>
          <pc:sldMk cId="2646424376" sldId="312"/>
        </pc:sldMkLst>
        <pc:spChg chg="mod">
          <ac:chgData name="Umesh Zemse" userId="f5579818-f47c-4551-9630-9efa4dd51d64" providerId="ADAL" clId="{7BD1F271-D7CE-4DE1-902B-F340CAF19A23}" dt="2020-09-09T10:45:14.896" v="391" actId="207"/>
          <ac:spMkLst>
            <pc:docMk/>
            <pc:sldMk cId="2646424376" sldId="312"/>
            <ac:spMk id="2" creationId="{DB82709E-0EC0-4971-A1CA-640DDB0215EB}"/>
          </ac:spMkLst>
        </pc:spChg>
      </pc:sldChg>
      <pc:sldChg chg="modSp del">
        <pc:chgData name="Umesh Zemse" userId="f5579818-f47c-4551-9630-9efa4dd51d64" providerId="ADAL" clId="{7BD1F271-D7CE-4DE1-902B-F340CAF19A23}" dt="2020-09-13T03:32:13.481" v="1488" actId="47"/>
        <pc:sldMkLst>
          <pc:docMk/>
          <pc:sldMk cId="210964008" sldId="313"/>
        </pc:sldMkLst>
        <pc:spChg chg="mod">
          <ac:chgData name="Umesh Zemse" userId="f5579818-f47c-4551-9630-9efa4dd51d64" providerId="ADAL" clId="{7BD1F271-D7CE-4DE1-902B-F340CAF19A23}" dt="2020-09-09T10:45:32.576" v="398" actId="207"/>
          <ac:spMkLst>
            <pc:docMk/>
            <pc:sldMk cId="210964008" sldId="313"/>
            <ac:spMk id="2" creationId="{BAF803E9-47AC-42F4-808B-984CC278ED0B}"/>
          </ac:spMkLst>
        </pc:spChg>
      </pc:sldChg>
      <pc:sldChg chg="modSp del">
        <pc:chgData name="Umesh Zemse" userId="f5579818-f47c-4551-9630-9efa4dd51d64" providerId="ADAL" clId="{7BD1F271-D7CE-4DE1-902B-F340CAF19A23}" dt="2020-09-13T03:32:13.481" v="1488" actId="47"/>
        <pc:sldMkLst>
          <pc:docMk/>
          <pc:sldMk cId="417666523" sldId="314"/>
        </pc:sldMkLst>
        <pc:spChg chg="mod">
          <ac:chgData name="Umesh Zemse" userId="f5579818-f47c-4551-9630-9efa4dd51d64" providerId="ADAL" clId="{7BD1F271-D7CE-4DE1-902B-F340CAF19A23}" dt="2020-09-09T10:45:41.775" v="402" actId="207"/>
          <ac:spMkLst>
            <pc:docMk/>
            <pc:sldMk cId="417666523" sldId="314"/>
            <ac:spMk id="2" creationId="{E0104F68-A9B6-4A9C-BD18-0301D1C829DB}"/>
          </ac:spMkLst>
        </pc:spChg>
        <pc:spChg chg="mod">
          <ac:chgData name="Umesh Zemse" userId="f5579818-f47c-4551-9630-9efa4dd51d64" providerId="ADAL" clId="{7BD1F271-D7CE-4DE1-902B-F340CAF19A23}" dt="2020-09-09T11:00:53.435" v="791" actId="20577"/>
          <ac:spMkLst>
            <pc:docMk/>
            <pc:sldMk cId="417666523" sldId="314"/>
            <ac:spMk id="9" creationId="{410D83FC-7940-402F-B5B0-F709D30A86A8}"/>
          </ac:spMkLst>
        </pc:spChg>
        <pc:spChg chg="mod">
          <ac:chgData name="Umesh Zemse" userId="f5579818-f47c-4551-9630-9efa4dd51d64" providerId="ADAL" clId="{7BD1F271-D7CE-4DE1-902B-F340CAF19A23}" dt="2020-09-09T11:01:31.010" v="829" actId="20577"/>
          <ac:spMkLst>
            <pc:docMk/>
            <pc:sldMk cId="417666523" sldId="314"/>
            <ac:spMk id="11" creationId="{F37D74E3-585D-4E7D-90FB-90B97715A1C2}"/>
          </ac:spMkLst>
        </pc:spChg>
        <pc:spChg chg="mod">
          <ac:chgData name="Umesh Zemse" userId="f5579818-f47c-4551-9630-9efa4dd51d64" providerId="ADAL" clId="{7BD1F271-D7CE-4DE1-902B-F340CAF19A23}" dt="2020-09-09T11:01:39.635" v="844" actId="20577"/>
          <ac:spMkLst>
            <pc:docMk/>
            <pc:sldMk cId="417666523" sldId="314"/>
            <ac:spMk id="12" creationId="{757A82B3-4AF2-4211-B555-0CE256758C51}"/>
          </ac:spMkLst>
        </pc:spChg>
        <pc:spChg chg="mod">
          <ac:chgData name="Umesh Zemse" userId="f5579818-f47c-4551-9630-9efa4dd51d64" providerId="ADAL" clId="{7BD1F271-D7CE-4DE1-902B-F340CAF19A23}" dt="2020-09-09T11:01:48.523" v="858" actId="20577"/>
          <ac:spMkLst>
            <pc:docMk/>
            <pc:sldMk cId="417666523" sldId="314"/>
            <ac:spMk id="27" creationId="{B46BB860-9FCC-471B-B1DB-CC177706B8CB}"/>
          </ac:spMkLst>
        </pc:spChg>
        <pc:spChg chg="mod">
          <ac:chgData name="Umesh Zemse" userId="f5579818-f47c-4551-9630-9efa4dd51d64" providerId="ADAL" clId="{7BD1F271-D7CE-4DE1-902B-F340CAF19A23}" dt="2020-09-09T11:01:57" v="867" actId="20577"/>
          <ac:spMkLst>
            <pc:docMk/>
            <pc:sldMk cId="417666523" sldId="314"/>
            <ac:spMk id="31" creationId="{864F2EA2-D3FA-4B29-B824-58D41C0151C4}"/>
          </ac:spMkLst>
        </pc:spChg>
        <pc:spChg chg="mod">
          <ac:chgData name="Umesh Zemse" userId="f5579818-f47c-4551-9630-9efa4dd51d64" providerId="ADAL" clId="{7BD1F271-D7CE-4DE1-902B-F340CAF19A23}" dt="2020-09-09T11:02:01.282" v="870" actId="20577"/>
          <ac:spMkLst>
            <pc:docMk/>
            <pc:sldMk cId="417666523" sldId="314"/>
            <ac:spMk id="33" creationId="{2B65CB3B-095B-4A91-A457-6D5825DEABD9}"/>
          </ac:spMkLst>
        </pc:spChg>
        <pc:graphicFrameChg chg="mod">
          <ac:chgData name="Umesh Zemse" userId="f5579818-f47c-4551-9630-9efa4dd51d64" providerId="ADAL" clId="{7BD1F271-D7CE-4DE1-902B-F340CAF19A23}" dt="2020-09-09T11:01:16.943" v="813" actId="1038"/>
          <ac:graphicFrameMkLst>
            <pc:docMk/>
            <pc:sldMk cId="417666523" sldId="314"/>
            <ac:graphicFrameMk id="4" creationId="{2C90F907-3B83-4F24-B3E9-103787B534F5}"/>
          </ac:graphicFrameMkLst>
        </pc:graphicFrameChg>
      </pc:sldChg>
      <pc:sldChg chg="modSp del">
        <pc:chgData name="Umesh Zemse" userId="f5579818-f47c-4551-9630-9efa4dd51d64" providerId="ADAL" clId="{7BD1F271-D7CE-4DE1-902B-F340CAF19A23}" dt="2020-09-13T03:32:13.481" v="1488" actId="47"/>
        <pc:sldMkLst>
          <pc:docMk/>
          <pc:sldMk cId="1771976029" sldId="315"/>
        </pc:sldMkLst>
        <pc:spChg chg="mod">
          <ac:chgData name="Umesh Zemse" userId="f5579818-f47c-4551-9630-9efa4dd51d64" providerId="ADAL" clId="{7BD1F271-D7CE-4DE1-902B-F340CAF19A23}" dt="2020-09-09T10:45:48.080" v="404" actId="207"/>
          <ac:spMkLst>
            <pc:docMk/>
            <pc:sldMk cId="1771976029" sldId="315"/>
            <ac:spMk id="2" creationId="{E0104F68-A9B6-4A9C-BD18-0301D1C829DB}"/>
          </ac:spMkLst>
        </pc:spChg>
        <pc:spChg chg="mod">
          <ac:chgData name="Umesh Zemse" userId="f5579818-f47c-4551-9630-9efa4dd51d64" providerId="ADAL" clId="{7BD1F271-D7CE-4DE1-902B-F340CAF19A23}" dt="2020-09-09T11:02:54.875" v="876" actId="1037"/>
          <ac:spMkLst>
            <pc:docMk/>
            <pc:sldMk cId="1771976029" sldId="315"/>
            <ac:spMk id="3" creationId="{30E3D156-D755-4C84-95B4-EB4D8B9D9C4C}"/>
          </ac:spMkLst>
        </pc:spChg>
        <pc:spChg chg="mod">
          <ac:chgData name="Umesh Zemse" userId="f5579818-f47c-4551-9630-9efa4dd51d64" providerId="ADAL" clId="{7BD1F271-D7CE-4DE1-902B-F340CAF19A23}" dt="2020-09-09T11:03:10.069" v="881" actId="1037"/>
          <ac:spMkLst>
            <pc:docMk/>
            <pc:sldMk cId="1771976029" sldId="315"/>
            <ac:spMk id="8" creationId="{435BACF5-C4D7-4024-A643-040FF0954C75}"/>
          </ac:spMkLst>
        </pc:spChg>
        <pc:spChg chg="mod">
          <ac:chgData name="Umesh Zemse" userId="f5579818-f47c-4551-9630-9efa4dd51d64" providerId="ADAL" clId="{7BD1F271-D7CE-4DE1-902B-F340CAF19A23}" dt="2020-09-09T11:04:10.296" v="898" actId="20577"/>
          <ac:spMkLst>
            <pc:docMk/>
            <pc:sldMk cId="1771976029" sldId="315"/>
            <ac:spMk id="45" creationId="{8F783B75-ABE7-416B-9F6F-C4B692DD0E15}"/>
          </ac:spMkLst>
        </pc:spChg>
        <pc:spChg chg="mod">
          <ac:chgData name="Umesh Zemse" userId="f5579818-f47c-4551-9630-9efa4dd51d64" providerId="ADAL" clId="{7BD1F271-D7CE-4DE1-902B-F340CAF19A23}" dt="2020-09-09T11:04:16.971" v="910" actId="20577"/>
          <ac:spMkLst>
            <pc:docMk/>
            <pc:sldMk cId="1771976029" sldId="315"/>
            <ac:spMk id="46" creationId="{C21522B1-6197-4A3A-86CD-1D3962D97CA6}"/>
          </ac:spMkLst>
        </pc:spChg>
        <pc:spChg chg="mod">
          <ac:chgData name="Umesh Zemse" userId="f5579818-f47c-4551-9630-9efa4dd51d64" providerId="ADAL" clId="{7BD1F271-D7CE-4DE1-902B-F340CAF19A23}" dt="2020-09-09T11:04:26.943" v="925" actId="20577"/>
          <ac:spMkLst>
            <pc:docMk/>
            <pc:sldMk cId="1771976029" sldId="315"/>
            <ac:spMk id="47" creationId="{CC1A8B27-B9BC-4C6D-84ED-4E66DD495906}"/>
          </ac:spMkLst>
        </pc:spChg>
        <pc:spChg chg="mod">
          <ac:chgData name="Umesh Zemse" userId="f5579818-f47c-4551-9630-9efa4dd51d64" providerId="ADAL" clId="{7BD1F271-D7CE-4DE1-902B-F340CAF19A23}" dt="2020-09-09T11:04:33.084" v="934" actId="20577"/>
          <ac:spMkLst>
            <pc:docMk/>
            <pc:sldMk cId="1771976029" sldId="315"/>
            <ac:spMk id="56" creationId="{E4F07D44-0E0B-4113-8BE3-F35F370BB314}"/>
          </ac:spMkLst>
        </pc:spChg>
        <pc:spChg chg="mod">
          <ac:chgData name="Umesh Zemse" userId="f5579818-f47c-4551-9630-9efa4dd51d64" providerId="ADAL" clId="{7BD1F271-D7CE-4DE1-902B-F340CAF19A23}" dt="2020-09-09T11:04:47.210" v="947" actId="20577"/>
          <ac:spMkLst>
            <pc:docMk/>
            <pc:sldMk cId="1771976029" sldId="315"/>
            <ac:spMk id="58" creationId="{BFCFD2DA-35B3-43AF-AF51-1AFC211D57F6}"/>
          </ac:spMkLst>
        </pc:spChg>
        <pc:spChg chg="mod">
          <ac:chgData name="Umesh Zemse" userId="f5579818-f47c-4551-9630-9efa4dd51d64" providerId="ADAL" clId="{7BD1F271-D7CE-4DE1-902B-F340CAF19A23}" dt="2020-09-09T11:04:51.547" v="952" actId="20577"/>
          <ac:spMkLst>
            <pc:docMk/>
            <pc:sldMk cId="1771976029" sldId="315"/>
            <ac:spMk id="60" creationId="{E4693C51-E749-4D8A-86F7-A715D31AB42A}"/>
          </ac:spMkLst>
        </pc:spChg>
        <pc:graphicFrameChg chg="mod">
          <ac:chgData name="Umesh Zemse" userId="f5579818-f47c-4551-9630-9efa4dd51d64" providerId="ADAL" clId="{7BD1F271-D7CE-4DE1-902B-F340CAF19A23}" dt="2020-09-09T11:02:49.071" v="874" actId="1037"/>
          <ac:graphicFrameMkLst>
            <pc:docMk/>
            <pc:sldMk cId="1771976029" sldId="315"/>
            <ac:graphicFrameMk id="39" creationId="{BB35744C-43D8-4F6D-8875-6E65C417A2AB}"/>
          </ac:graphicFrameMkLst>
        </pc:graphicFrameChg>
      </pc:sldChg>
      <pc:sldChg chg="delSp modSp del">
        <pc:chgData name="Umesh Zemse" userId="f5579818-f47c-4551-9630-9efa4dd51d64" providerId="ADAL" clId="{7BD1F271-D7CE-4DE1-902B-F340CAF19A23}" dt="2020-09-13T03:32:13.481" v="1488" actId="47"/>
        <pc:sldMkLst>
          <pc:docMk/>
          <pc:sldMk cId="714502171" sldId="316"/>
        </pc:sldMkLst>
        <pc:spChg chg="mod">
          <ac:chgData name="Umesh Zemse" userId="f5579818-f47c-4551-9630-9efa4dd51d64" providerId="ADAL" clId="{7BD1F271-D7CE-4DE1-902B-F340CAF19A23}" dt="2020-09-09T10:45:57.689" v="406" actId="207"/>
          <ac:spMkLst>
            <pc:docMk/>
            <pc:sldMk cId="714502171" sldId="316"/>
            <ac:spMk id="2" creationId="{11E3A721-98EA-4FA0-9C28-A1CD39FEBC42}"/>
          </ac:spMkLst>
        </pc:spChg>
        <pc:spChg chg="mod">
          <ac:chgData name="Umesh Zemse" userId="f5579818-f47c-4551-9630-9efa4dd51d64" providerId="ADAL" clId="{7BD1F271-D7CE-4DE1-902B-F340CAF19A23}" dt="2020-09-09T11:06:04.633" v="998" actId="20577"/>
          <ac:spMkLst>
            <pc:docMk/>
            <pc:sldMk cId="714502171" sldId="316"/>
            <ac:spMk id="7" creationId="{1EC99875-9AF0-4886-A485-6408E5688E53}"/>
          </ac:spMkLst>
        </pc:spChg>
        <pc:spChg chg="mod">
          <ac:chgData name="Umesh Zemse" userId="f5579818-f47c-4551-9630-9efa4dd51d64" providerId="ADAL" clId="{7BD1F271-D7CE-4DE1-902B-F340CAF19A23}" dt="2020-09-09T11:07:16.456" v="1015" actId="20577"/>
          <ac:spMkLst>
            <pc:docMk/>
            <pc:sldMk cId="714502171" sldId="316"/>
            <ac:spMk id="14" creationId="{30B4120C-8249-4285-AB77-F6E157DCD137}"/>
          </ac:spMkLst>
        </pc:spChg>
        <pc:spChg chg="mod">
          <ac:chgData name="Umesh Zemse" userId="f5579818-f47c-4551-9630-9efa4dd51d64" providerId="ADAL" clId="{7BD1F271-D7CE-4DE1-902B-F340CAF19A23}" dt="2020-09-09T11:07:26.475" v="1028" actId="20577"/>
          <ac:spMkLst>
            <pc:docMk/>
            <pc:sldMk cId="714502171" sldId="316"/>
            <ac:spMk id="16" creationId="{0FB3CE8C-3079-4DC3-8E89-30279AD8187D}"/>
          </ac:spMkLst>
        </pc:spChg>
        <pc:spChg chg="mod">
          <ac:chgData name="Umesh Zemse" userId="f5579818-f47c-4551-9630-9efa4dd51d64" providerId="ADAL" clId="{7BD1F271-D7CE-4DE1-902B-F340CAF19A23}" dt="2020-09-09T11:08:02.828" v="1051" actId="20577"/>
          <ac:spMkLst>
            <pc:docMk/>
            <pc:sldMk cId="714502171" sldId="316"/>
            <ac:spMk id="18" creationId="{F33CD066-D592-4CFC-8DEA-44455FE4A64F}"/>
          </ac:spMkLst>
        </pc:spChg>
        <pc:spChg chg="del mod">
          <ac:chgData name="Umesh Zemse" userId="f5579818-f47c-4551-9630-9efa4dd51d64" providerId="ADAL" clId="{7BD1F271-D7CE-4DE1-902B-F340CAF19A23}" dt="2020-09-09T11:05:28.238" v="963" actId="478"/>
          <ac:spMkLst>
            <pc:docMk/>
            <pc:sldMk cId="714502171" sldId="316"/>
            <ac:spMk id="37" creationId="{35C3668A-B5CE-4095-948A-162410A2E14C}"/>
          </ac:spMkLst>
        </pc:spChg>
        <pc:spChg chg="mod ord">
          <ac:chgData name="Umesh Zemse" userId="f5579818-f47c-4551-9630-9efa4dd51d64" providerId="ADAL" clId="{7BD1F271-D7CE-4DE1-902B-F340CAF19A23}" dt="2020-09-09T11:05:42.679" v="970" actId="20577"/>
          <ac:spMkLst>
            <pc:docMk/>
            <pc:sldMk cId="714502171" sldId="316"/>
            <ac:spMk id="102" creationId="{DEC94D3A-451E-4884-8750-920542A92D33}"/>
          </ac:spMkLst>
        </pc:spChg>
        <pc:spChg chg="mod">
          <ac:chgData name="Umesh Zemse" userId="f5579818-f47c-4551-9630-9efa4dd51d64" providerId="ADAL" clId="{7BD1F271-D7CE-4DE1-902B-F340CAF19A23}" dt="2020-09-09T11:05:52.577" v="983" actId="20577"/>
          <ac:spMkLst>
            <pc:docMk/>
            <pc:sldMk cId="714502171" sldId="316"/>
            <ac:spMk id="103" creationId="{5617C1D9-061A-40C5-B622-C93478A5F31D}"/>
          </ac:spMkLst>
        </pc:spChg>
        <pc:graphicFrameChg chg="mod">
          <ac:chgData name="Umesh Zemse" userId="f5579818-f47c-4551-9630-9efa4dd51d64" providerId="ADAL" clId="{7BD1F271-D7CE-4DE1-902B-F340CAF19A23}" dt="2020-09-09T11:05:18.406" v="960" actId="1076"/>
          <ac:graphicFrameMkLst>
            <pc:docMk/>
            <pc:sldMk cId="714502171" sldId="316"/>
            <ac:graphicFrameMk id="101" creationId="{770B5E12-9892-4D64-9061-6FE4FAA5BF7D}"/>
          </ac:graphicFrameMkLst>
        </pc:graphicFrameChg>
      </pc:sldChg>
      <pc:sldChg chg="modSp del">
        <pc:chgData name="Umesh Zemse" userId="f5579818-f47c-4551-9630-9efa4dd51d64" providerId="ADAL" clId="{7BD1F271-D7CE-4DE1-902B-F340CAF19A23}" dt="2020-09-13T03:32:13.481" v="1488" actId="47"/>
        <pc:sldMkLst>
          <pc:docMk/>
          <pc:sldMk cId="2201415147" sldId="317"/>
        </pc:sldMkLst>
        <pc:spChg chg="mod">
          <ac:chgData name="Umesh Zemse" userId="f5579818-f47c-4551-9630-9efa4dd51d64" providerId="ADAL" clId="{7BD1F271-D7CE-4DE1-902B-F340CAF19A23}" dt="2020-09-09T10:46:02.688" v="408" actId="207"/>
          <ac:spMkLst>
            <pc:docMk/>
            <pc:sldMk cId="2201415147" sldId="317"/>
            <ac:spMk id="2" creationId="{11E3A721-98EA-4FA0-9C28-A1CD39FEBC42}"/>
          </ac:spMkLst>
        </pc:spChg>
        <pc:spChg chg="mod">
          <ac:chgData name="Umesh Zemse" userId="f5579818-f47c-4551-9630-9efa4dd51d64" providerId="ADAL" clId="{7BD1F271-D7CE-4DE1-902B-F340CAF19A23}" dt="2020-09-09T11:08:55.749" v="1085" actId="20577"/>
          <ac:spMkLst>
            <pc:docMk/>
            <pc:sldMk cId="2201415147" sldId="317"/>
            <ac:spMk id="16" creationId="{0FB3CE8C-3079-4DC3-8E89-30279AD8187D}"/>
          </ac:spMkLst>
        </pc:spChg>
        <pc:spChg chg="mod">
          <ac:chgData name="Umesh Zemse" userId="f5579818-f47c-4551-9630-9efa4dd51d64" providerId="ADAL" clId="{7BD1F271-D7CE-4DE1-902B-F340CAF19A23}" dt="2020-09-09T11:08:47.421" v="1073" actId="20577"/>
          <ac:spMkLst>
            <pc:docMk/>
            <pc:sldMk cId="2201415147" sldId="317"/>
            <ac:spMk id="18" creationId="{F33CD066-D592-4CFC-8DEA-44455FE4A64F}"/>
          </ac:spMkLst>
        </pc:spChg>
      </pc:sldChg>
      <pc:sldChg chg="modSp del">
        <pc:chgData name="Umesh Zemse" userId="f5579818-f47c-4551-9630-9efa4dd51d64" providerId="ADAL" clId="{7BD1F271-D7CE-4DE1-902B-F340CAF19A23}" dt="2020-09-13T03:32:13.481" v="1488" actId="47"/>
        <pc:sldMkLst>
          <pc:docMk/>
          <pc:sldMk cId="2429341014" sldId="318"/>
        </pc:sldMkLst>
        <pc:spChg chg="mod">
          <ac:chgData name="Umesh Zemse" userId="f5579818-f47c-4551-9630-9efa4dd51d64" providerId="ADAL" clId="{7BD1F271-D7CE-4DE1-902B-F340CAF19A23}" dt="2020-09-09T10:46:09.673" v="410" actId="207"/>
          <ac:spMkLst>
            <pc:docMk/>
            <pc:sldMk cId="2429341014" sldId="318"/>
            <ac:spMk id="2" creationId="{11E3A721-98EA-4FA0-9C28-A1CD39FEBC42}"/>
          </ac:spMkLst>
        </pc:spChg>
      </pc:sldChg>
      <pc:sldChg chg="addSp modSp">
        <pc:chgData name="Umesh Zemse" userId="f5579818-f47c-4551-9630-9efa4dd51d64" providerId="ADAL" clId="{7BD1F271-D7CE-4DE1-902B-F340CAF19A23}" dt="2020-09-09T10:40:40.208" v="358" actId="207"/>
        <pc:sldMkLst>
          <pc:docMk/>
          <pc:sldMk cId="225455232" sldId="319"/>
        </pc:sldMkLst>
        <pc:spChg chg="mod">
          <ac:chgData name="Umesh Zemse" userId="f5579818-f47c-4551-9630-9efa4dd51d64" providerId="ADAL" clId="{7BD1F271-D7CE-4DE1-902B-F340CAF19A23}" dt="2020-09-09T10:40:40.208" v="358" actId="207"/>
          <ac:spMkLst>
            <pc:docMk/>
            <pc:sldMk cId="225455232" sldId="319"/>
            <ac:spMk id="2" creationId="{00000000-0000-0000-0000-000000000000}"/>
          </ac:spMkLst>
        </pc:spChg>
        <pc:grpChg chg="add">
          <ac:chgData name="Umesh Zemse" userId="f5579818-f47c-4551-9630-9efa4dd51d64" providerId="ADAL" clId="{7BD1F271-D7CE-4DE1-902B-F340CAF19A23}" dt="2020-09-09T10:40:32.136" v="356"/>
          <ac:grpSpMkLst>
            <pc:docMk/>
            <pc:sldMk cId="225455232" sldId="319"/>
            <ac:grpSpMk id="3" creationId="{9AC41754-B968-4CCD-9245-9A8C46FDD49F}"/>
          </ac:grpSpMkLst>
        </pc:grpChg>
      </pc:sldChg>
      <pc:sldChg chg="modSp">
        <pc:chgData name="Umesh Zemse" userId="f5579818-f47c-4551-9630-9efa4dd51d64" providerId="ADAL" clId="{7BD1F271-D7CE-4DE1-902B-F340CAF19A23}" dt="2020-09-09T10:40:52.327" v="359" actId="1076"/>
        <pc:sldMkLst>
          <pc:docMk/>
          <pc:sldMk cId="2991008582" sldId="320"/>
        </pc:sldMkLst>
        <pc:spChg chg="mod">
          <ac:chgData name="Umesh Zemse" userId="f5579818-f47c-4551-9630-9efa4dd51d64" providerId="ADAL" clId="{7BD1F271-D7CE-4DE1-902B-F340CAF19A23}" dt="2020-09-09T10:40:52.327" v="359" actId="1076"/>
          <ac:spMkLst>
            <pc:docMk/>
            <pc:sldMk cId="2991008582" sldId="320"/>
            <ac:spMk id="2" creationId="{00000000-0000-0000-0000-000000000000}"/>
          </ac:spMkLst>
        </pc:spChg>
      </pc:sldChg>
      <pc:sldChg chg="addSp modSp del">
        <pc:chgData name="Umesh Zemse" userId="f5579818-f47c-4551-9630-9efa4dd51d64" providerId="ADAL" clId="{7BD1F271-D7CE-4DE1-902B-F340CAF19A23}" dt="2020-09-13T03:32:13.481" v="1488" actId="47"/>
        <pc:sldMkLst>
          <pc:docMk/>
          <pc:sldMk cId="3580862675" sldId="322"/>
        </pc:sldMkLst>
        <pc:spChg chg="mod">
          <ac:chgData name="Umesh Zemse" userId="f5579818-f47c-4551-9630-9efa4dd51d64" providerId="ADAL" clId="{7BD1F271-D7CE-4DE1-902B-F340CAF19A23}" dt="2020-09-09T10:46:32.243" v="416" actId="207"/>
          <ac:spMkLst>
            <pc:docMk/>
            <pc:sldMk cId="3580862675" sldId="322"/>
            <ac:spMk id="4" creationId="{4C316F01-5026-402C-A495-1ECF38A2E385}"/>
          </ac:spMkLst>
        </pc:spChg>
        <pc:grpChg chg="add">
          <ac:chgData name="Umesh Zemse" userId="f5579818-f47c-4551-9630-9efa4dd51d64" providerId="ADAL" clId="{7BD1F271-D7CE-4DE1-902B-F340CAF19A23}" dt="2020-09-09T10:46:19.665" v="411"/>
          <ac:grpSpMkLst>
            <pc:docMk/>
            <pc:sldMk cId="3580862675" sldId="322"/>
            <ac:grpSpMk id="3" creationId="{3F2688C1-E538-43C6-9DF6-DBBFB219CA32}"/>
          </ac:grpSpMkLst>
        </pc:grpChg>
      </pc:sldChg>
      <pc:sldChg chg="modSp del">
        <pc:chgData name="Umesh Zemse" userId="f5579818-f47c-4551-9630-9efa4dd51d64" providerId="ADAL" clId="{7BD1F271-D7CE-4DE1-902B-F340CAF19A23}" dt="2020-09-13T03:32:13.481" v="1488" actId="47"/>
        <pc:sldMkLst>
          <pc:docMk/>
          <pc:sldMk cId="3569073902" sldId="323"/>
        </pc:sldMkLst>
        <pc:spChg chg="mod">
          <ac:chgData name="Umesh Zemse" userId="f5579818-f47c-4551-9630-9efa4dd51d64" providerId="ADAL" clId="{7BD1F271-D7CE-4DE1-902B-F340CAF19A23}" dt="2020-09-09T10:46:36.816" v="417" actId="207"/>
          <ac:spMkLst>
            <pc:docMk/>
            <pc:sldMk cId="3569073902" sldId="323"/>
            <ac:spMk id="2" creationId="{27512A58-622E-47B9-BF72-67F91064FAEB}"/>
          </ac:spMkLst>
        </pc:spChg>
        <pc:spChg chg="mod">
          <ac:chgData name="Umesh Zemse" userId="f5579818-f47c-4551-9630-9efa4dd51d64" providerId="ADAL" clId="{7BD1F271-D7CE-4DE1-902B-F340CAF19A23}" dt="2020-09-09T10:22:21.435" v="86" actId="27636"/>
          <ac:spMkLst>
            <pc:docMk/>
            <pc:sldMk cId="3569073902" sldId="323"/>
            <ac:spMk id="13" creationId="{F50B3BCD-9F50-4DA5-8D12-0F98607703AC}"/>
          </ac:spMkLst>
        </pc:spChg>
      </pc:sldChg>
      <pc:sldChg chg="modSp del">
        <pc:chgData name="Umesh Zemse" userId="f5579818-f47c-4551-9630-9efa4dd51d64" providerId="ADAL" clId="{7BD1F271-D7CE-4DE1-902B-F340CAF19A23}" dt="2020-09-13T03:32:13.481" v="1488" actId="47"/>
        <pc:sldMkLst>
          <pc:docMk/>
          <pc:sldMk cId="1829970630" sldId="324"/>
        </pc:sldMkLst>
        <pc:spChg chg="mod">
          <ac:chgData name="Umesh Zemse" userId="f5579818-f47c-4551-9630-9efa4dd51d64" providerId="ADAL" clId="{7BD1F271-D7CE-4DE1-902B-F340CAF19A23}" dt="2020-09-09T10:46:40.968" v="419" actId="207"/>
          <ac:spMkLst>
            <pc:docMk/>
            <pc:sldMk cId="1829970630" sldId="324"/>
            <ac:spMk id="2" creationId="{DB82709E-0EC0-4971-A1CA-640DDB0215EB}"/>
          </ac:spMkLst>
        </pc:spChg>
      </pc:sldChg>
      <pc:sldChg chg="modSp del">
        <pc:chgData name="Umesh Zemse" userId="f5579818-f47c-4551-9630-9efa4dd51d64" providerId="ADAL" clId="{7BD1F271-D7CE-4DE1-902B-F340CAF19A23}" dt="2020-09-13T03:32:13.481" v="1488" actId="47"/>
        <pc:sldMkLst>
          <pc:docMk/>
          <pc:sldMk cId="3836045631" sldId="325"/>
        </pc:sldMkLst>
        <pc:spChg chg="mod">
          <ac:chgData name="Umesh Zemse" userId="f5579818-f47c-4551-9630-9efa4dd51d64" providerId="ADAL" clId="{7BD1F271-D7CE-4DE1-902B-F340CAF19A23}" dt="2020-09-09T10:46:51.848" v="425" actId="207"/>
          <ac:spMkLst>
            <pc:docMk/>
            <pc:sldMk cId="3836045631" sldId="325"/>
            <ac:spMk id="2" creationId="{BAF803E9-47AC-42F4-808B-984CC278ED0B}"/>
          </ac:spMkLst>
        </pc:spChg>
      </pc:sldChg>
      <pc:sldChg chg="modSp del">
        <pc:chgData name="Umesh Zemse" userId="f5579818-f47c-4551-9630-9efa4dd51d64" providerId="ADAL" clId="{7BD1F271-D7CE-4DE1-902B-F340CAF19A23}" dt="2020-09-13T03:32:13.481" v="1488" actId="47"/>
        <pc:sldMkLst>
          <pc:docMk/>
          <pc:sldMk cId="1795277692" sldId="326"/>
        </pc:sldMkLst>
        <pc:spChg chg="mod">
          <ac:chgData name="Umesh Zemse" userId="f5579818-f47c-4551-9630-9efa4dd51d64" providerId="ADAL" clId="{7BD1F271-D7CE-4DE1-902B-F340CAF19A23}" dt="2020-09-09T10:47:11.031" v="430" actId="1076"/>
          <ac:spMkLst>
            <pc:docMk/>
            <pc:sldMk cId="1795277692" sldId="326"/>
            <ac:spMk id="2" creationId="{E0104F68-A9B6-4A9C-BD18-0301D1C829DB}"/>
          </ac:spMkLst>
        </pc:spChg>
        <pc:spChg chg="mod">
          <ac:chgData name="Umesh Zemse" userId="f5579818-f47c-4551-9630-9efa4dd51d64" providerId="ADAL" clId="{7BD1F271-D7CE-4DE1-902B-F340CAF19A23}" dt="2020-09-09T11:09:15.698" v="1098" actId="20577"/>
          <ac:spMkLst>
            <pc:docMk/>
            <pc:sldMk cId="1795277692" sldId="326"/>
            <ac:spMk id="9" creationId="{410D83FC-7940-402F-B5B0-F709D30A86A8}"/>
          </ac:spMkLst>
        </pc:spChg>
        <pc:spChg chg="mod">
          <ac:chgData name="Umesh Zemse" userId="f5579818-f47c-4551-9630-9efa4dd51d64" providerId="ADAL" clId="{7BD1F271-D7CE-4DE1-902B-F340CAF19A23}" dt="2020-09-09T11:09:58.615" v="1113" actId="20577"/>
          <ac:spMkLst>
            <pc:docMk/>
            <pc:sldMk cId="1795277692" sldId="326"/>
            <ac:spMk id="11" creationId="{F37D74E3-585D-4E7D-90FB-90B97715A1C2}"/>
          </ac:spMkLst>
        </pc:spChg>
        <pc:spChg chg="mod">
          <ac:chgData name="Umesh Zemse" userId="f5579818-f47c-4551-9630-9efa4dd51d64" providerId="ADAL" clId="{7BD1F271-D7CE-4DE1-902B-F340CAF19A23}" dt="2020-09-09T11:10:47.598" v="1130" actId="20577"/>
          <ac:spMkLst>
            <pc:docMk/>
            <pc:sldMk cId="1795277692" sldId="326"/>
            <ac:spMk id="12" creationId="{757A82B3-4AF2-4211-B555-0CE256758C51}"/>
          </ac:spMkLst>
        </pc:spChg>
        <pc:spChg chg="mod">
          <ac:chgData name="Umesh Zemse" userId="f5579818-f47c-4551-9630-9efa4dd51d64" providerId="ADAL" clId="{7BD1F271-D7CE-4DE1-902B-F340CAF19A23}" dt="2020-09-09T11:10:56.720" v="1145" actId="20577"/>
          <ac:spMkLst>
            <pc:docMk/>
            <pc:sldMk cId="1795277692" sldId="326"/>
            <ac:spMk id="27" creationId="{B46BB860-9FCC-471B-B1DB-CC177706B8CB}"/>
          </ac:spMkLst>
        </pc:spChg>
        <pc:spChg chg="mod">
          <ac:chgData name="Umesh Zemse" userId="f5579818-f47c-4551-9630-9efa4dd51d64" providerId="ADAL" clId="{7BD1F271-D7CE-4DE1-902B-F340CAF19A23}" dt="2020-09-09T11:11:09.033" v="1154" actId="20577"/>
          <ac:spMkLst>
            <pc:docMk/>
            <pc:sldMk cId="1795277692" sldId="326"/>
            <ac:spMk id="31" creationId="{864F2EA2-D3FA-4B29-B824-58D41C0151C4}"/>
          </ac:spMkLst>
        </pc:spChg>
        <pc:spChg chg="mod">
          <ac:chgData name="Umesh Zemse" userId="f5579818-f47c-4551-9630-9efa4dd51d64" providerId="ADAL" clId="{7BD1F271-D7CE-4DE1-902B-F340CAF19A23}" dt="2020-09-09T11:11:37.691" v="1158" actId="20577"/>
          <ac:spMkLst>
            <pc:docMk/>
            <pc:sldMk cId="1795277692" sldId="326"/>
            <ac:spMk id="33" creationId="{2B65CB3B-095B-4A91-A457-6D5825DEABD9}"/>
          </ac:spMkLst>
        </pc:spChg>
      </pc:sldChg>
      <pc:sldChg chg="modSp del">
        <pc:chgData name="Umesh Zemse" userId="f5579818-f47c-4551-9630-9efa4dd51d64" providerId="ADAL" clId="{7BD1F271-D7CE-4DE1-902B-F340CAF19A23}" dt="2020-09-13T03:32:13.481" v="1488" actId="47"/>
        <pc:sldMkLst>
          <pc:docMk/>
          <pc:sldMk cId="2576362112" sldId="327"/>
        </pc:sldMkLst>
        <pc:spChg chg="mod">
          <ac:chgData name="Umesh Zemse" userId="f5579818-f47c-4551-9630-9efa4dd51d64" providerId="ADAL" clId="{7BD1F271-D7CE-4DE1-902B-F340CAF19A23}" dt="2020-09-09T10:47:16.673" v="432" actId="207"/>
          <ac:spMkLst>
            <pc:docMk/>
            <pc:sldMk cId="2576362112" sldId="327"/>
            <ac:spMk id="2" creationId="{E0104F68-A9B6-4A9C-BD18-0301D1C829DB}"/>
          </ac:spMkLst>
        </pc:spChg>
        <pc:spChg chg="mod">
          <ac:chgData name="Umesh Zemse" userId="f5579818-f47c-4551-9630-9efa4dd51d64" providerId="ADAL" clId="{7BD1F271-D7CE-4DE1-902B-F340CAF19A23}" dt="2020-09-09T11:13:03.518" v="1230" actId="20577"/>
          <ac:spMkLst>
            <pc:docMk/>
            <pc:sldMk cId="2576362112" sldId="327"/>
            <ac:spMk id="45" creationId="{8F783B75-ABE7-416B-9F6F-C4B692DD0E15}"/>
          </ac:spMkLst>
        </pc:spChg>
        <pc:spChg chg="mod">
          <ac:chgData name="Umesh Zemse" userId="f5579818-f47c-4551-9630-9efa4dd51d64" providerId="ADAL" clId="{7BD1F271-D7CE-4DE1-902B-F340CAF19A23}" dt="2020-09-09T11:12:51.613" v="1217" actId="20577"/>
          <ac:spMkLst>
            <pc:docMk/>
            <pc:sldMk cId="2576362112" sldId="327"/>
            <ac:spMk id="46" creationId="{C21522B1-6197-4A3A-86CD-1D3962D97CA6}"/>
          </ac:spMkLst>
        </pc:spChg>
        <pc:spChg chg="mod">
          <ac:chgData name="Umesh Zemse" userId="f5579818-f47c-4551-9630-9efa4dd51d64" providerId="ADAL" clId="{7BD1F271-D7CE-4DE1-902B-F340CAF19A23}" dt="2020-09-09T11:12:28.567" v="1203" actId="20577"/>
          <ac:spMkLst>
            <pc:docMk/>
            <pc:sldMk cId="2576362112" sldId="327"/>
            <ac:spMk id="47" creationId="{CC1A8B27-B9BC-4C6D-84ED-4E66DD495906}"/>
          </ac:spMkLst>
        </pc:spChg>
        <pc:spChg chg="mod">
          <ac:chgData name="Umesh Zemse" userId="f5579818-f47c-4551-9630-9efa4dd51d64" providerId="ADAL" clId="{7BD1F271-D7CE-4DE1-902B-F340CAF19A23}" dt="2020-09-09T11:12:17.083" v="1186" actId="20577"/>
          <ac:spMkLst>
            <pc:docMk/>
            <pc:sldMk cId="2576362112" sldId="327"/>
            <ac:spMk id="56" creationId="{E4F07D44-0E0B-4113-8BE3-F35F370BB314}"/>
          </ac:spMkLst>
        </pc:spChg>
        <pc:spChg chg="mod">
          <ac:chgData name="Umesh Zemse" userId="f5579818-f47c-4551-9630-9efa4dd51d64" providerId="ADAL" clId="{7BD1F271-D7CE-4DE1-902B-F340CAF19A23}" dt="2020-09-09T11:12:02.527" v="1169" actId="20577"/>
          <ac:spMkLst>
            <pc:docMk/>
            <pc:sldMk cId="2576362112" sldId="327"/>
            <ac:spMk id="58" creationId="{BFCFD2DA-35B3-43AF-AF51-1AFC211D57F6}"/>
          </ac:spMkLst>
        </pc:spChg>
        <pc:spChg chg="mod">
          <ac:chgData name="Umesh Zemse" userId="f5579818-f47c-4551-9630-9efa4dd51d64" providerId="ADAL" clId="{7BD1F271-D7CE-4DE1-902B-F340CAF19A23}" dt="2020-09-09T11:13:14.622" v="1231" actId="122"/>
          <ac:spMkLst>
            <pc:docMk/>
            <pc:sldMk cId="2576362112" sldId="327"/>
            <ac:spMk id="59" creationId="{E48429A5-E428-4803-B70B-05ACAE2E20BE}"/>
          </ac:spMkLst>
        </pc:spChg>
        <pc:spChg chg="mod">
          <ac:chgData name="Umesh Zemse" userId="f5579818-f47c-4551-9630-9efa4dd51d64" providerId="ADAL" clId="{7BD1F271-D7CE-4DE1-902B-F340CAF19A23}" dt="2020-09-09T11:11:48.786" v="1160" actId="20577"/>
          <ac:spMkLst>
            <pc:docMk/>
            <pc:sldMk cId="2576362112" sldId="327"/>
            <ac:spMk id="60" creationId="{E4693C51-E749-4D8A-86F7-A715D31AB42A}"/>
          </ac:spMkLst>
        </pc:spChg>
      </pc:sldChg>
      <pc:sldChg chg="modSp del">
        <pc:chgData name="Umesh Zemse" userId="f5579818-f47c-4551-9630-9efa4dd51d64" providerId="ADAL" clId="{7BD1F271-D7CE-4DE1-902B-F340CAF19A23}" dt="2020-09-13T03:32:13.481" v="1488" actId="47"/>
        <pc:sldMkLst>
          <pc:docMk/>
          <pc:sldMk cId="3122977655" sldId="328"/>
        </pc:sldMkLst>
        <pc:spChg chg="mod">
          <ac:chgData name="Umesh Zemse" userId="f5579818-f47c-4551-9630-9efa4dd51d64" providerId="ADAL" clId="{7BD1F271-D7CE-4DE1-902B-F340CAF19A23}" dt="2020-09-09T10:47:21.801" v="434" actId="207"/>
          <ac:spMkLst>
            <pc:docMk/>
            <pc:sldMk cId="3122977655" sldId="328"/>
            <ac:spMk id="2" creationId="{11E3A721-98EA-4FA0-9C28-A1CD39FEBC42}"/>
          </ac:spMkLst>
        </pc:spChg>
        <pc:spChg chg="mod">
          <ac:chgData name="Umesh Zemse" userId="f5579818-f47c-4551-9630-9efa4dd51d64" providerId="ADAL" clId="{7BD1F271-D7CE-4DE1-902B-F340CAF19A23}" dt="2020-09-09T11:14:19.342" v="1274" actId="20577"/>
          <ac:spMkLst>
            <pc:docMk/>
            <pc:sldMk cId="3122977655" sldId="328"/>
            <ac:spMk id="7" creationId="{1EC99875-9AF0-4886-A485-6408E5688E53}"/>
          </ac:spMkLst>
        </pc:spChg>
        <pc:spChg chg="mod">
          <ac:chgData name="Umesh Zemse" userId="f5579818-f47c-4551-9630-9efa4dd51d64" providerId="ADAL" clId="{7BD1F271-D7CE-4DE1-902B-F340CAF19A23}" dt="2020-09-09T11:14:30.403" v="1290" actId="20577"/>
          <ac:spMkLst>
            <pc:docMk/>
            <pc:sldMk cId="3122977655" sldId="328"/>
            <ac:spMk id="14" creationId="{30B4120C-8249-4285-AB77-F6E157DCD137}"/>
          </ac:spMkLst>
        </pc:spChg>
        <pc:spChg chg="mod">
          <ac:chgData name="Umesh Zemse" userId="f5579818-f47c-4551-9630-9efa4dd51d64" providerId="ADAL" clId="{7BD1F271-D7CE-4DE1-902B-F340CAF19A23}" dt="2020-09-09T11:14:41.546" v="1302" actId="20577"/>
          <ac:spMkLst>
            <pc:docMk/>
            <pc:sldMk cId="3122977655" sldId="328"/>
            <ac:spMk id="16" creationId="{0FB3CE8C-3079-4DC3-8E89-30279AD8187D}"/>
          </ac:spMkLst>
        </pc:spChg>
        <pc:spChg chg="mod">
          <ac:chgData name="Umesh Zemse" userId="f5579818-f47c-4551-9630-9efa4dd51d64" providerId="ADAL" clId="{7BD1F271-D7CE-4DE1-902B-F340CAF19A23}" dt="2020-09-09T11:15:46.049" v="1319" actId="122"/>
          <ac:spMkLst>
            <pc:docMk/>
            <pc:sldMk cId="3122977655" sldId="328"/>
            <ac:spMk id="17" creationId="{7A012ECF-9413-4915-8D25-59DB59784865}"/>
          </ac:spMkLst>
        </pc:spChg>
        <pc:spChg chg="mod">
          <ac:chgData name="Umesh Zemse" userId="f5579818-f47c-4551-9630-9efa4dd51d64" providerId="ADAL" clId="{7BD1F271-D7CE-4DE1-902B-F340CAF19A23}" dt="2020-09-09T11:15:38.413" v="1318" actId="6549"/>
          <ac:spMkLst>
            <pc:docMk/>
            <pc:sldMk cId="3122977655" sldId="328"/>
            <ac:spMk id="18" creationId="{F33CD066-D592-4CFC-8DEA-44455FE4A64F}"/>
          </ac:spMkLst>
        </pc:spChg>
        <pc:spChg chg="mod">
          <ac:chgData name="Umesh Zemse" userId="f5579818-f47c-4551-9630-9efa4dd51d64" providerId="ADAL" clId="{7BD1F271-D7CE-4DE1-902B-F340CAF19A23}" dt="2020-09-09T11:13:53.726" v="1244" actId="20577"/>
          <ac:spMkLst>
            <pc:docMk/>
            <pc:sldMk cId="3122977655" sldId="328"/>
            <ac:spMk id="102" creationId="{DEC94D3A-451E-4884-8750-920542A92D33}"/>
          </ac:spMkLst>
        </pc:spChg>
        <pc:spChg chg="mod">
          <ac:chgData name="Umesh Zemse" userId="f5579818-f47c-4551-9630-9efa4dd51d64" providerId="ADAL" clId="{7BD1F271-D7CE-4DE1-902B-F340CAF19A23}" dt="2020-09-09T11:14:03.536" v="1257" actId="20577"/>
          <ac:spMkLst>
            <pc:docMk/>
            <pc:sldMk cId="3122977655" sldId="328"/>
            <ac:spMk id="103" creationId="{5617C1D9-061A-40C5-B622-C93478A5F31D}"/>
          </ac:spMkLst>
        </pc:spChg>
      </pc:sldChg>
      <pc:sldChg chg="modSp del">
        <pc:chgData name="Umesh Zemse" userId="f5579818-f47c-4551-9630-9efa4dd51d64" providerId="ADAL" clId="{7BD1F271-D7CE-4DE1-902B-F340CAF19A23}" dt="2020-09-13T03:32:13.481" v="1488" actId="47"/>
        <pc:sldMkLst>
          <pc:docMk/>
          <pc:sldMk cId="3482240548" sldId="329"/>
        </pc:sldMkLst>
        <pc:spChg chg="mod">
          <ac:chgData name="Umesh Zemse" userId="f5579818-f47c-4551-9630-9efa4dd51d64" providerId="ADAL" clId="{7BD1F271-D7CE-4DE1-902B-F340CAF19A23}" dt="2020-09-09T10:47:28.808" v="436" actId="207"/>
          <ac:spMkLst>
            <pc:docMk/>
            <pc:sldMk cId="3482240548" sldId="329"/>
            <ac:spMk id="2" creationId="{11E3A721-98EA-4FA0-9C28-A1CD39FEBC42}"/>
          </ac:spMkLst>
        </pc:spChg>
        <pc:spChg chg="mod">
          <ac:chgData name="Umesh Zemse" userId="f5579818-f47c-4551-9630-9efa4dd51d64" providerId="ADAL" clId="{7BD1F271-D7CE-4DE1-902B-F340CAF19A23}" dt="2020-09-09T11:16:21.715" v="1365" actId="20577"/>
          <ac:spMkLst>
            <pc:docMk/>
            <pc:sldMk cId="3482240548" sldId="329"/>
            <ac:spMk id="7" creationId="{1EC99875-9AF0-4886-A485-6408E5688E53}"/>
          </ac:spMkLst>
        </pc:spChg>
        <pc:spChg chg="mod">
          <ac:chgData name="Umesh Zemse" userId="f5579818-f47c-4551-9630-9efa4dd51d64" providerId="ADAL" clId="{7BD1F271-D7CE-4DE1-902B-F340CAF19A23}" dt="2020-09-09T11:16:33.180" v="1381" actId="20577"/>
          <ac:spMkLst>
            <pc:docMk/>
            <pc:sldMk cId="3482240548" sldId="329"/>
            <ac:spMk id="14" creationId="{30B4120C-8249-4285-AB77-F6E157DCD137}"/>
          </ac:spMkLst>
        </pc:spChg>
        <pc:spChg chg="mod">
          <ac:chgData name="Umesh Zemse" userId="f5579818-f47c-4551-9630-9efa4dd51d64" providerId="ADAL" clId="{7BD1F271-D7CE-4DE1-902B-F340CAF19A23}" dt="2020-09-09T11:16:44.385" v="1394" actId="20577"/>
          <ac:spMkLst>
            <pc:docMk/>
            <pc:sldMk cId="3482240548" sldId="329"/>
            <ac:spMk id="16" creationId="{0FB3CE8C-3079-4DC3-8E89-30279AD8187D}"/>
          </ac:spMkLst>
        </pc:spChg>
        <pc:spChg chg="mod">
          <ac:chgData name="Umesh Zemse" userId="f5579818-f47c-4551-9630-9efa4dd51d64" providerId="ADAL" clId="{7BD1F271-D7CE-4DE1-902B-F340CAF19A23}" dt="2020-09-09T11:17:15.133" v="1407" actId="20577"/>
          <ac:spMkLst>
            <pc:docMk/>
            <pc:sldMk cId="3482240548" sldId="329"/>
            <ac:spMk id="18" creationId="{F33CD066-D592-4CFC-8DEA-44455FE4A64F}"/>
          </ac:spMkLst>
        </pc:spChg>
        <pc:spChg chg="mod">
          <ac:chgData name="Umesh Zemse" userId="f5579818-f47c-4551-9630-9efa4dd51d64" providerId="ADAL" clId="{7BD1F271-D7CE-4DE1-902B-F340CAF19A23}" dt="2020-09-09T11:16:00.517" v="1331" actId="20577"/>
          <ac:spMkLst>
            <pc:docMk/>
            <pc:sldMk cId="3482240548" sldId="329"/>
            <ac:spMk id="102" creationId="{DEC94D3A-451E-4884-8750-920542A92D33}"/>
          </ac:spMkLst>
        </pc:spChg>
        <pc:spChg chg="mod">
          <ac:chgData name="Umesh Zemse" userId="f5579818-f47c-4551-9630-9efa4dd51d64" providerId="ADAL" clId="{7BD1F271-D7CE-4DE1-902B-F340CAF19A23}" dt="2020-09-09T11:16:07.715" v="1344" actId="20577"/>
          <ac:spMkLst>
            <pc:docMk/>
            <pc:sldMk cId="3482240548" sldId="329"/>
            <ac:spMk id="103" creationId="{5617C1D9-061A-40C5-B622-C93478A5F31D}"/>
          </ac:spMkLst>
        </pc:spChg>
      </pc:sldChg>
      <pc:sldChg chg="modSp del">
        <pc:chgData name="Umesh Zemse" userId="f5579818-f47c-4551-9630-9efa4dd51d64" providerId="ADAL" clId="{7BD1F271-D7CE-4DE1-902B-F340CAF19A23}" dt="2020-09-13T03:32:13.481" v="1488" actId="47"/>
        <pc:sldMkLst>
          <pc:docMk/>
          <pc:sldMk cId="2902655306" sldId="330"/>
        </pc:sldMkLst>
        <pc:spChg chg="mod">
          <ac:chgData name="Umesh Zemse" userId="f5579818-f47c-4551-9630-9efa4dd51d64" providerId="ADAL" clId="{7BD1F271-D7CE-4DE1-902B-F340CAF19A23}" dt="2020-09-09T10:48:09.808" v="438" actId="207"/>
          <ac:spMkLst>
            <pc:docMk/>
            <pc:sldMk cId="2902655306" sldId="330"/>
            <ac:spMk id="2" creationId="{11E3A721-98EA-4FA0-9C28-A1CD39FEBC42}"/>
          </ac:spMkLst>
        </pc:spChg>
        <pc:spChg chg="mod">
          <ac:chgData name="Umesh Zemse" userId="f5579818-f47c-4551-9630-9efa4dd51d64" providerId="ADAL" clId="{7BD1F271-D7CE-4DE1-902B-F340CAF19A23}" dt="2020-09-09T11:17:43.109" v="1443" actId="20577"/>
          <ac:spMkLst>
            <pc:docMk/>
            <pc:sldMk cId="2902655306" sldId="330"/>
            <ac:spMk id="7" creationId="{1EC99875-9AF0-4886-A485-6408E5688E53}"/>
          </ac:spMkLst>
        </pc:spChg>
        <pc:spChg chg="mod">
          <ac:chgData name="Umesh Zemse" userId="f5579818-f47c-4551-9630-9efa4dd51d64" providerId="ADAL" clId="{7BD1F271-D7CE-4DE1-902B-F340CAF19A23}" dt="2020-09-09T11:17:51.430" v="1456" actId="20577"/>
          <ac:spMkLst>
            <pc:docMk/>
            <pc:sldMk cId="2902655306" sldId="330"/>
            <ac:spMk id="14" creationId="{30B4120C-8249-4285-AB77-F6E157DCD137}"/>
          </ac:spMkLst>
        </pc:spChg>
        <pc:spChg chg="mod">
          <ac:chgData name="Umesh Zemse" userId="f5579818-f47c-4551-9630-9efa4dd51d64" providerId="ADAL" clId="{7BD1F271-D7CE-4DE1-902B-F340CAF19A23}" dt="2020-09-09T11:18:18.252" v="1487" actId="20577"/>
          <ac:spMkLst>
            <pc:docMk/>
            <pc:sldMk cId="2902655306" sldId="330"/>
            <ac:spMk id="16" creationId="{0FB3CE8C-3079-4DC3-8E89-30279AD8187D}"/>
          </ac:spMkLst>
        </pc:spChg>
        <pc:spChg chg="mod">
          <ac:chgData name="Umesh Zemse" userId="f5579818-f47c-4551-9630-9efa4dd51d64" providerId="ADAL" clId="{7BD1F271-D7CE-4DE1-902B-F340CAF19A23}" dt="2020-09-09T11:18:16.363" v="1485" actId="20577"/>
          <ac:spMkLst>
            <pc:docMk/>
            <pc:sldMk cId="2902655306" sldId="330"/>
            <ac:spMk id="18" creationId="{F33CD066-D592-4CFC-8DEA-44455FE4A64F}"/>
          </ac:spMkLst>
        </pc:spChg>
        <pc:spChg chg="mod">
          <ac:chgData name="Umesh Zemse" userId="f5579818-f47c-4551-9630-9efa4dd51d64" providerId="ADAL" clId="{7BD1F271-D7CE-4DE1-902B-F340CAF19A23}" dt="2020-09-09T11:17:29.010" v="1418" actId="20577"/>
          <ac:spMkLst>
            <pc:docMk/>
            <pc:sldMk cId="2902655306" sldId="330"/>
            <ac:spMk id="102" creationId="{DEC94D3A-451E-4884-8750-920542A92D33}"/>
          </ac:spMkLst>
        </pc:spChg>
        <pc:spChg chg="mod">
          <ac:chgData name="Umesh Zemse" userId="f5579818-f47c-4551-9630-9efa4dd51d64" providerId="ADAL" clId="{7BD1F271-D7CE-4DE1-902B-F340CAF19A23}" dt="2020-09-09T11:17:35.393" v="1430" actId="20577"/>
          <ac:spMkLst>
            <pc:docMk/>
            <pc:sldMk cId="2902655306" sldId="330"/>
            <ac:spMk id="103" creationId="{5617C1D9-061A-40C5-B622-C93478A5F31D}"/>
          </ac:spMkLst>
        </pc:spChg>
        <pc:graphicFrameChg chg="mod">
          <ac:chgData name="Umesh Zemse" userId="f5579818-f47c-4551-9630-9efa4dd51d64" providerId="ADAL" clId="{7BD1F271-D7CE-4DE1-902B-F340CAF19A23}" dt="2020-09-09T10:48:47.155" v="456" actId="1037"/>
          <ac:graphicFrameMkLst>
            <pc:docMk/>
            <pc:sldMk cId="2902655306" sldId="330"/>
            <ac:graphicFrameMk id="101" creationId="{770B5E12-9892-4D64-9061-6FE4FAA5BF7D}"/>
          </ac:graphicFrameMkLst>
        </pc:graphicFrameChg>
      </pc:sldChg>
      <pc:sldChg chg="modSp">
        <pc:chgData name="Umesh Zemse" userId="f5579818-f47c-4551-9630-9efa4dd51d64" providerId="ADAL" clId="{7BD1F271-D7CE-4DE1-902B-F340CAF19A23}" dt="2020-09-09T10:22:16.844" v="72" actId="27636"/>
        <pc:sldMkLst>
          <pc:docMk/>
          <pc:sldMk cId="1236383338" sldId="331"/>
        </pc:sldMkLst>
        <pc:spChg chg="mod">
          <ac:chgData name="Umesh Zemse" userId="f5579818-f47c-4551-9630-9efa4dd51d64" providerId="ADAL" clId="{7BD1F271-D7CE-4DE1-902B-F340CAF19A23}" dt="2020-09-09T10:22:16.844" v="72" actId="27636"/>
          <ac:spMkLst>
            <pc:docMk/>
            <pc:sldMk cId="1236383338" sldId="331"/>
            <ac:spMk id="4" creationId="{57D27F84-B708-4D5B-8B07-6F0F33526E96}"/>
          </ac:spMkLst>
        </pc:spChg>
      </pc:sldChg>
      <pc:sldChg chg="modSp">
        <pc:chgData name="Umesh Zemse" userId="f5579818-f47c-4551-9630-9efa4dd51d64" providerId="ADAL" clId="{7BD1F271-D7CE-4DE1-902B-F340CAF19A23}" dt="2020-09-09T10:27:40.193" v="140" actId="255"/>
        <pc:sldMkLst>
          <pc:docMk/>
          <pc:sldMk cId="2133849679" sldId="332"/>
        </pc:sldMkLst>
        <pc:spChg chg="mod">
          <ac:chgData name="Umesh Zemse" userId="f5579818-f47c-4551-9630-9efa4dd51d64" providerId="ADAL" clId="{7BD1F271-D7CE-4DE1-902B-F340CAF19A23}" dt="2020-09-09T10:27:40.193" v="140" actId="255"/>
          <ac:spMkLst>
            <pc:docMk/>
            <pc:sldMk cId="2133849679" sldId="332"/>
            <ac:spMk id="2" creationId="{B6B74EDD-F065-459D-95C8-CDD616DACAD7}"/>
          </ac:spMkLst>
        </pc:spChg>
        <pc:spChg chg="mod">
          <ac:chgData name="Umesh Zemse" userId="f5579818-f47c-4551-9630-9efa4dd51d64" providerId="ADAL" clId="{7BD1F271-D7CE-4DE1-902B-F340CAF19A23}" dt="2020-09-09T10:23:36.057" v="93" actId="1076"/>
          <ac:spMkLst>
            <pc:docMk/>
            <pc:sldMk cId="2133849679" sldId="332"/>
            <ac:spMk id="3" creationId="{E74F9EF0-C379-4211-803F-9511FAF93781}"/>
          </ac:spMkLst>
        </pc:spChg>
      </pc:sldChg>
      <pc:sldChg chg="addSp delSp modSp new add">
        <pc:chgData name="Umesh Zemse" userId="f5579818-f47c-4551-9630-9efa4dd51d64" providerId="ADAL" clId="{7BD1F271-D7CE-4DE1-902B-F340CAF19A23}" dt="2020-09-09T10:30:20.432" v="177" actId="1076"/>
        <pc:sldMkLst>
          <pc:docMk/>
          <pc:sldMk cId="1020523753" sldId="333"/>
        </pc:sldMkLst>
        <pc:spChg chg="del">
          <ac:chgData name="Umesh Zemse" userId="f5579818-f47c-4551-9630-9efa4dd51d64" providerId="ADAL" clId="{7BD1F271-D7CE-4DE1-902B-F340CAF19A23}" dt="2020-09-09T10:30:08.414" v="174" actId="478"/>
          <ac:spMkLst>
            <pc:docMk/>
            <pc:sldMk cId="1020523753" sldId="333"/>
            <ac:spMk id="2" creationId="{607B1378-289E-4485-B901-4BCF1C460D38}"/>
          </ac:spMkLst>
        </pc:spChg>
        <pc:spChg chg="del">
          <ac:chgData name="Umesh Zemse" userId="f5579818-f47c-4551-9630-9efa4dd51d64" providerId="ADAL" clId="{7BD1F271-D7CE-4DE1-902B-F340CAF19A23}" dt="2020-09-09T10:30:07.158" v="173" actId="478"/>
          <ac:spMkLst>
            <pc:docMk/>
            <pc:sldMk cId="1020523753" sldId="333"/>
            <ac:spMk id="3" creationId="{9609430F-EA9C-4101-8AD4-BA635306E972}"/>
          </ac:spMkLst>
        </pc:spChg>
        <pc:spChg chg="add mod">
          <ac:chgData name="Umesh Zemse" userId="f5579818-f47c-4551-9630-9efa4dd51d64" providerId="ADAL" clId="{7BD1F271-D7CE-4DE1-902B-F340CAF19A23}" dt="2020-09-09T10:30:15.791" v="176" actId="27636"/>
          <ac:spMkLst>
            <pc:docMk/>
            <pc:sldMk cId="1020523753" sldId="333"/>
            <ac:spMk id="4" creationId="{F5914C54-85D5-42CD-A70A-19C103A8FEA9}"/>
          </ac:spMkLst>
        </pc:spChg>
        <pc:spChg chg="add mod">
          <ac:chgData name="Umesh Zemse" userId="f5579818-f47c-4551-9630-9efa4dd51d64" providerId="ADAL" clId="{7BD1F271-D7CE-4DE1-902B-F340CAF19A23}" dt="2020-09-09T10:30:20.432" v="177" actId="1076"/>
          <ac:spMkLst>
            <pc:docMk/>
            <pc:sldMk cId="1020523753" sldId="333"/>
            <ac:spMk id="5" creationId="{D4C7EFED-4A70-41BC-A1F4-16FB7F4FB5C7}"/>
          </ac:spMkLst>
        </pc:spChg>
      </pc:sldChg>
      <pc:sldChg chg="addSp delSp modSp new add">
        <pc:chgData name="Umesh Zemse" userId="f5579818-f47c-4551-9630-9efa4dd51d64" providerId="ADAL" clId="{7BD1F271-D7CE-4DE1-902B-F340CAF19A23}" dt="2020-09-09T10:35:22.600" v="280" actId="1076"/>
        <pc:sldMkLst>
          <pc:docMk/>
          <pc:sldMk cId="2661868846" sldId="334"/>
        </pc:sldMkLst>
        <pc:spChg chg="del">
          <ac:chgData name="Umesh Zemse" userId="f5579818-f47c-4551-9630-9efa4dd51d64" providerId="ADAL" clId="{7BD1F271-D7CE-4DE1-902B-F340CAF19A23}" dt="2020-09-09T10:34:43.774" v="266" actId="478"/>
          <ac:spMkLst>
            <pc:docMk/>
            <pc:sldMk cId="2661868846" sldId="334"/>
            <ac:spMk id="2" creationId="{29868135-111D-41AD-BB88-D809B9171E84}"/>
          </ac:spMkLst>
        </pc:spChg>
        <pc:spChg chg="add mod">
          <ac:chgData name="Umesh Zemse" userId="f5579818-f47c-4551-9630-9efa4dd51d64" providerId="ADAL" clId="{7BD1F271-D7CE-4DE1-902B-F340CAF19A23}" dt="2020-09-09T10:34:56.367" v="271" actId="1076"/>
          <ac:spMkLst>
            <pc:docMk/>
            <pc:sldMk cId="2661868846" sldId="334"/>
            <ac:spMk id="3" creationId="{BD31ABAA-688C-4A7A-AD52-00ED52C67827}"/>
          </ac:spMkLst>
        </pc:spChg>
        <pc:spChg chg="add mod">
          <ac:chgData name="Umesh Zemse" userId="f5579818-f47c-4551-9630-9efa4dd51d64" providerId="ADAL" clId="{7BD1F271-D7CE-4DE1-902B-F340CAF19A23}" dt="2020-09-09T10:35:22.600" v="280" actId="1076"/>
          <ac:spMkLst>
            <pc:docMk/>
            <pc:sldMk cId="2661868846" sldId="334"/>
            <ac:spMk id="4" creationId="{CB490563-22A4-4B0D-A398-77AC4D2BF84F}"/>
          </ac:spMkLst>
        </pc:spChg>
      </pc:sldChg>
      <pc:sldChg chg="addSp delSp modSp add">
        <pc:chgData name="Umesh Zemse" userId="f5579818-f47c-4551-9630-9efa4dd51d64" providerId="ADAL" clId="{7BD1F271-D7CE-4DE1-902B-F340CAF19A23}" dt="2020-09-09T10:36:16.538" v="299" actId="20577"/>
        <pc:sldMkLst>
          <pc:docMk/>
          <pc:sldMk cId="1375543160" sldId="335"/>
        </pc:sldMkLst>
        <pc:spChg chg="del">
          <ac:chgData name="Umesh Zemse" userId="f5579818-f47c-4551-9630-9efa4dd51d64" providerId="ADAL" clId="{7BD1F271-D7CE-4DE1-902B-F340CAF19A23}" dt="2020-09-09T10:35:37.284" v="284" actId="478"/>
          <ac:spMkLst>
            <pc:docMk/>
            <pc:sldMk cId="1375543160" sldId="335"/>
            <ac:spMk id="3" creationId="{BD31ABAA-688C-4A7A-AD52-00ED52C67827}"/>
          </ac:spMkLst>
        </pc:spChg>
        <pc:spChg chg="del">
          <ac:chgData name="Umesh Zemse" userId="f5579818-f47c-4551-9630-9efa4dd51d64" providerId="ADAL" clId="{7BD1F271-D7CE-4DE1-902B-F340CAF19A23}" dt="2020-09-09T10:35:54.820" v="291" actId="478"/>
          <ac:spMkLst>
            <pc:docMk/>
            <pc:sldMk cId="1375543160" sldId="335"/>
            <ac:spMk id="4" creationId="{CB490563-22A4-4B0D-A398-77AC4D2BF84F}"/>
          </ac:spMkLst>
        </pc:spChg>
        <pc:spChg chg="add mod">
          <ac:chgData name="Umesh Zemse" userId="f5579818-f47c-4551-9630-9efa4dd51d64" providerId="ADAL" clId="{7BD1F271-D7CE-4DE1-902B-F340CAF19A23}" dt="2020-09-09T10:35:41.080" v="287" actId="14100"/>
          <ac:spMkLst>
            <pc:docMk/>
            <pc:sldMk cId="1375543160" sldId="335"/>
            <ac:spMk id="5" creationId="{3AD79C9E-CF26-4F7A-B346-B8EEDFE964D1}"/>
          </ac:spMkLst>
        </pc:spChg>
        <pc:spChg chg="add mod">
          <ac:chgData name="Umesh Zemse" userId="f5579818-f47c-4551-9630-9efa4dd51d64" providerId="ADAL" clId="{7BD1F271-D7CE-4DE1-902B-F340CAF19A23}" dt="2020-09-09T10:36:16.538" v="299" actId="20577"/>
          <ac:spMkLst>
            <pc:docMk/>
            <pc:sldMk cId="1375543160" sldId="335"/>
            <ac:spMk id="6" creationId="{C59EBFD2-09EC-4238-98EC-92C339F2ED60}"/>
          </ac:spMkLst>
        </pc:spChg>
      </pc:sldChg>
      <pc:sldChg chg="addSp delSp modSp add">
        <pc:chgData name="Umesh Zemse" userId="f5579818-f47c-4551-9630-9efa4dd51d64" providerId="ADAL" clId="{7BD1F271-D7CE-4DE1-902B-F340CAF19A23}" dt="2020-09-09T10:37:37.351" v="314" actId="1076"/>
        <pc:sldMkLst>
          <pc:docMk/>
          <pc:sldMk cId="166423776" sldId="336"/>
        </pc:sldMkLst>
        <pc:spChg chg="add mod">
          <ac:chgData name="Umesh Zemse" userId="f5579818-f47c-4551-9630-9efa4dd51d64" providerId="ADAL" clId="{7BD1F271-D7CE-4DE1-902B-F340CAF19A23}" dt="2020-09-09T10:37:16.495" v="303" actId="14100"/>
          <ac:spMkLst>
            <pc:docMk/>
            <pc:sldMk cId="166423776" sldId="336"/>
            <ac:spMk id="4" creationId="{46437C6B-366E-4A9F-8B54-06D5C938E6A1}"/>
          </ac:spMkLst>
        </pc:spChg>
        <pc:spChg chg="del">
          <ac:chgData name="Umesh Zemse" userId="f5579818-f47c-4551-9630-9efa4dd51d64" providerId="ADAL" clId="{7BD1F271-D7CE-4DE1-902B-F340CAF19A23}" dt="2020-09-09T10:37:13.554" v="301" actId="478"/>
          <ac:spMkLst>
            <pc:docMk/>
            <pc:sldMk cId="166423776" sldId="336"/>
            <ac:spMk id="5" creationId="{3AD79C9E-CF26-4F7A-B346-B8EEDFE964D1}"/>
          </ac:spMkLst>
        </pc:spChg>
        <pc:spChg chg="del mod">
          <ac:chgData name="Umesh Zemse" userId="f5579818-f47c-4551-9630-9efa4dd51d64" providerId="ADAL" clId="{7BD1F271-D7CE-4DE1-902B-F340CAF19A23}" dt="2020-09-09T10:37:19.367" v="305" actId="478"/>
          <ac:spMkLst>
            <pc:docMk/>
            <pc:sldMk cId="166423776" sldId="336"/>
            <ac:spMk id="6" creationId="{C59EBFD2-09EC-4238-98EC-92C339F2ED60}"/>
          </ac:spMkLst>
        </pc:spChg>
        <pc:spChg chg="add mod">
          <ac:chgData name="Umesh Zemse" userId="f5579818-f47c-4551-9630-9efa4dd51d64" providerId="ADAL" clId="{7BD1F271-D7CE-4DE1-902B-F340CAF19A23}" dt="2020-09-09T10:37:37.351" v="314" actId="1076"/>
          <ac:spMkLst>
            <pc:docMk/>
            <pc:sldMk cId="166423776" sldId="336"/>
            <ac:spMk id="7" creationId="{82D0C968-4722-419A-9144-BA519A0EFB9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913AEC-B130-4BE7-9FB5-DE50295DC16E}" type="doc">
      <dgm:prSet loTypeId="urn:microsoft.com/office/officeart/2005/8/layout/arrow2" loCatId="process" qsTypeId="urn:microsoft.com/office/officeart/2005/8/quickstyle/simple1" qsCatId="simple" csTypeId="urn:microsoft.com/office/officeart/2005/8/colors/accent1_1" csCatId="accent1" phldr="1"/>
      <dgm:spPr/>
    </dgm:pt>
    <dgm:pt modelId="{A72F53FE-C4EC-400B-9CFB-488537001638}">
      <dgm:prSet phldrT="[Text]"/>
      <dgm:spPr/>
      <dgm:t>
        <a:bodyPr/>
        <a:lstStyle/>
        <a:p>
          <a:r>
            <a:rPr lang="en-US" dirty="0"/>
            <a:t>Identify &amp; Define Problem</a:t>
          </a:r>
        </a:p>
      </dgm:t>
    </dgm:pt>
    <dgm:pt modelId="{837B0ECC-AE8D-46CE-AF51-B126EF10937D}" type="parTrans" cxnId="{86A89F04-2317-40A6-B10B-BCC552A5C2B1}">
      <dgm:prSet/>
      <dgm:spPr/>
      <dgm:t>
        <a:bodyPr/>
        <a:lstStyle/>
        <a:p>
          <a:endParaRPr lang="en-US"/>
        </a:p>
      </dgm:t>
    </dgm:pt>
    <dgm:pt modelId="{D65CCB21-8015-4EAD-B2B8-6539825874D4}" type="sibTrans" cxnId="{86A89F04-2317-40A6-B10B-BCC552A5C2B1}">
      <dgm:prSet/>
      <dgm:spPr/>
      <dgm:t>
        <a:bodyPr/>
        <a:lstStyle/>
        <a:p>
          <a:endParaRPr lang="en-US"/>
        </a:p>
      </dgm:t>
    </dgm:pt>
    <dgm:pt modelId="{C44B172D-CC1A-4BF3-A108-F8688E1756AD}">
      <dgm:prSet phldrT="[Text]"/>
      <dgm:spPr/>
      <dgm:t>
        <a:bodyPr/>
        <a:lstStyle/>
        <a:p>
          <a:r>
            <a:rPr lang="en-US" dirty="0"/>
            <a:t>Determine Alternatives</a:t>
          </a:r>
        </a:p>
      </dgm:t>
    </dgm:pt>
    <dgm:pt modelId="{AC58BD32-254C-4D78-8CEB-3FCD6180A479}" type="parTrans" cxnId="{B4B255D1-3EF1-4D5A-AD25-A59BC2B4099A}">
      <dgm:prSet/>
      <dgm:spPr/>
      <dgm:t>
        <a:bodyPr/>
        <a:lstStyle/>
        <a:p>
          <a:endParaRPr lang="en-US"/>
        </a:p>
      </dgm:t>
    </dgm:pt>
    <dgm:pt modelId="{0046E319-5FB5-4850-AB4F-4E1136483D0E}" type="sibTrans" cxnId="{B4B255D1-3EF1-4D5A-AD25-A59BC2B4099A}">
      <dgm:prSet/>
      <dgm:spPr/>
      <dgm:t>
        <a:bodyPr/>
        <a:lstStyle/>
        <a:p>
          <a:endParaRPr lang="en-US"/>
        </a:p>
      </dgm:t>
    </dgm:pt>
    <dgm:pt modelId="{E499ADD7-80D7-44FC-80E3-87B2B6EE01B7}">
      <dgm:prSet phldrT="[Text]"/>
      <dgm:spPr/>
      <dgm:t>
        <a:bodyPr/>
        <a:lstStyle/>
        <a:p>
          <a:r>
            <a:rPr lang="en-US" dirty="0"/>
            <a:t>Determine Evaluation Criteria</a:t>
          </a:r>
        </a:p>
      </dgm:t>
    </dgm:pt>
    <dgm:pt modelId="{356CCC49-406B-48B2-AE0F-38386D3F13AE}" type="parTrans" cxnId="{D5B89825-AA77-473F-92A0-084994F3EE6F}">
      <dgm:prSet/>
      <dgm:spPr/>
      <dgm:t>
        <a:bodyPr/>
        <a:lstStyle/>
        <a:p>
          <a:endParaRPr lang="en-US"/>
        </a:p>
      </dgm:t>
    </dgm:pt>
    <dgm:pt modelId="{4EF895D4-EB79-4049-9540-CD2DD6F3481D}" type="sibTrans" cxnId="{D5B89825-AA77-473F-92A0-084994F3EE6F}">
      <dgm:prSet/>
      <dgm:spPr/>
      <dgm:t>
        <a:bodyPr/>
        <a:lstStyle/>
        <a:p>
          <a:endParaRPr lang="en-US"/>
        </a:p>
      </dgm:t>
    </dgm:pt>
    <dgm:pt modelId="{334F809C-AE47-4537-9DF2-FE3FCA8B84CD}">
      <dgm:prSet phldrT="[Text]"/>
      <dgm:spPr/>
      <dgm:t>
        <a:bodyPr/>
        <a:lstStyle/>
        <a:p>
          <a:r>
            <a:rPr lang="en-US" dirty="0"/>
            <a:t>Evaluate Alternatives</a:t>
          </a:r>
        </a:p>
      </dgm:t>
    </dgm:pt>
    <dgm:pt modelId="{B7D75455-FFCB-4F91-AB2A-2FE54BE27882}" type="parTrans" cxnId="{A8056E09-1C10-458D-AF38-2ECBE92A5C3F}">
      <dgm:prSet/>
      <dgm:spPr/>
      <dgm:t>
        <a:bodyPr/>
        <a:lstStyle/>
        <a:p>
          <a:endParaRPr lang="en-US"/>
        </a:p>
      </dgm:t>
    </dgm:pt>
    <dgm:pt modelId="{2C7BFE5C-4F7E-44DD-A19D-43E7FF4F559E}" type="sibTrans" cxnId="{A8056E09-1C10-458D-AF38-2ECBE92A5C3F}">
      <dgm:prSet/>
      <dgm:spPr/>
      <dgm:t>
        <a:bodyPr/>
        <a:lstStyle/>
        <a:p>
          <a:endParaRPr lang="en-US"/>
        </a:p>
      </dgm:t>
    </dgm:pt>
    <dgm:pt modelId="{98BAD9C5-9EE5-479E-83ED-E08BD55CD777}">
      <dgm:prSet phldrT="[Text]"/>
      <dgm:spPr/>
      <dgm:t>
        <a:bodyPr/>
        <a:lstStyle/>
        <a:p>
          <a:r>
            <a:rPr lang="en-US" dirty="0"/>
            <a:t>Choose &amp; Implement Alternative</a:t>
          </a:r>
        </a:p>
      </dgm:t>
    </dgm:pt>
    <dgm:pt modelId="{12E9EF9B-0900-41EF-95EB-48ABFD872B84}" type="parTrans" cxnId="{4C2E304D-43F4-47EF-A857-E22B75CFFE7B}">
      <dgm:prSet/>
      <dgm:spPr/>
      <dgm:t>
        <a:bodyPr/>
        <a:lstStyle/>
        <a:p>
          <a:endParaRPr lang="en-US"/>
        </a:p>
      </dgm:t>
    </dgm:pt>
    <dgm:pt modelId="{CCB071A4-DE1B-4379-AF23-17D5D92ED1E0}" type="sibTrans" cxnId="{4C2E304D-43F4-47EF-A857-E22B75CFFE7B}">
      <dgm:prSet/>
      <dgm:spPr/>
      <dgm:t>
        <a:bodyPr/>
        <a:lstStyle/>
        <a:p>
          <a:endParaRPr lang="en-US"/>
        </a:p>
      </dgm:t>
    </dgm:pt>
    <dgm:pt modelId="{E3386F04-375D-421B-BC0E-38ADD44D1A80}" type="pres">
      <dgm:prSet presAssocID="{55913AEC-B130-4BE7-9FB5-DE50295DC16E}" presName="arrowDiagram" presStyleCnt="0">
        <dgm:presLayoutVars>
          <dgm:chMax val="5"/>
          <dgm:dir/>
          <dgm:resizeHandles val="exact"/>
        </dgm:presLayoutVars>
      </dgm:prSet>
      <dgm:spPr/>
    </dgm:pt>
    <dgm:pt modelId="{EA2C132B-FB42-4F85-840B-FF3F5F331742}" type="pres">
      <dgm:prSet presAssocID="{55913AEC-B130-4BE7-9FB5-DE50295DC16E}" presName="arrow" presStyleLbl="bgShp" presStyleIdx="0" presStyleCnt="1"/>
      <dgm:spPr>
        <a:solidFill>
          <a:schemeClr val="accent1">
            <a:lumMod val="75000"/>
          </a:schemeClr>
        </a:solidFill>
      </dgm:spPr>
    </dgm:pt>
    <dgm:pt modelId="{835A0F14-8761-4736-AAF5-D8FC9BC2BD14}" type="pres">
      <dgm:prSet presAssocID="{55913AEC-B130-4BE7-9FB5-DE50295DC16E}" presName="arrowDiagram5" presStyleCnt="0"/>
      <dgm:spPr/>
    </dgm:pt>
    <dgm:pt modelId="{22EF278C-B446-4970-82B6-B4844E38C469}" type="pres">
      <dgm:prSet presAssocID="{A72F53FE-C4EC-400B-9CFB-488537001638}" presName="bullet5a" presStyleLbl="node1" presStyleIdx="0" presStyleCnt="5"/>
      <dgm:spPr/>
    </dgm:pt>
    <dgm:pt modelId="{5123664B-6D8F-4AE8-B21D-06C8890213F1}" type="pres">
      <dgm:prSet presAssocID="{A72F53FE-C4EC-400B-9CFB-488537001638}" presName="textBox5a" presStyleLbl="revTx" presStyleIdx="0" presStyleCnt="5">
        <dgm:presLayoutVars>
          <dgm:bulletEnabled val="1"/>
        </dgm:presLayoutVars>
      </dgm:prSet>
      <dgm:spPr/>
    </dgm:pt>
    <dgm:pt modelId="{D2383A46-30EB-4468-8B8B-6E99283F814D}" type="pres">
      <dgm:prSet presAssocID="{C44B172D-CC1A-4BF3-A108-F8688E1756AD}" presName="bullet5b" presStyleLbl="node1" presStyleIdx="1" presStyleCnt="5"/>
      <dgm:spPr/>
    </dgm:pt>
    <dgm:pt modelId="{1CC1D1FD-7032-4139-A64C-0B7EE62B35B0}" type="pres">
      <dgm:prSet presAssocID="{C44B172D-CC1A-4BF3-A108-F8688E1756AD}" presName="textBox5b" presStyleLbl="revTx" presStyleIdx="1" presStyleCnt="5">
        <dgm:presLayoutVars>
          <dgm:bulletEnabled val="1"/>
        </dgm:presLayoutVars>
      </dgm:prSet>
      <dgm:spPr/>
    </dgm:pt>
    <dgm:pt modelId="{2A47BBF6-9DA0-415D-927F-4DB538BB7B9C}" type="pres">
      <dgm:prSet presAssocID="{E499ADD7-80D7-44FC-80E3-87B2B6EE01B7}" presName="bullet5c" presStyleLbl="node1" presStyleIdx="2" presStyleCnt="5"/>
      <dgm:spPr/>
    </dgm:pt>
    <dgm:pt modelId="{9B379135-CA7E-4A43-B0A1-FC39FB25B359}" type="pres">
      <dgm:prSet presAssocID="{E499ADD7-80D7-44FC-80E3-87B2B6EE01B7}" presName="textBox5c" presStyleLbl="revTx" presStyleIdx="2" presStyleCnt="5">
        <dgm:presLayoutVars>
          <dgm:bulletEnabled val="1"/>
        </dgm:presLayoutVars>
      </dgm:prSet>
      <dgm:spPr/>
    </dgm:pt>
    <dgm:pt modelId="{D804B70C-04B5-44D7-A423-3F64B1B8F1E7}" type="pres">
      <dgm:prSet presAssocID="{334F809C-AE47-4537-9DF2-FE3FCA8B84CD}" presName="bullet5d" presStyleLbl="node1" presStyleIdx="3" presStyleCnt="5"/>
      <dgm:spPr/>
    </dgm:pt>
    <dgm:pt modelId="{556C58E1-EBD9-4B45-863F-BF1B98972C61}" type="pres">
      <dgm:prSet presAssocID="{334F809C-AE47-4537-9DF2-FE3FCA8B84CD}" presName="textBox5d" presStyleLbl="revTx" presStyleIdx="3" presStyleCnt="5">
        <dgm:presLayoutVars>
          <dgm:bulletEnabled val="1"/>
        </dgm:presLayoutVars>
      </dgm:prSet>
      <dgm:spPr/>
    </dgm:pt>
    <dgm:pt modelId="{004F14A4-8B30-4CEE-97F0-4711D1B06C2A}" type="pres">
      <dgm:prSet presAssocID="{98BAD9C5-9EE5-479E-83ED-E08BD55CD777}" presName="bullet5e" presStyleLbl="node1" presStyleIdx="4" presStyleCnt="5"/>
      <dgm:spPr/>
    </dgm:pt>
    <dgm:pt modelId="{AFA04A79-0A04-418C-9099-660D42B98BA4}" type="pres">
      <dgm:prSet presAssocID="{98BAD9C5-9EE5-479E-83ED-E08BD55CD777}" presName="textBox5e" presStyleLbl="revTx" presStyleIdx="4" presStyleCnt="5">
        <dgm:presLayoutVars>
          <dgm:bulletEnabled val="1"/>
        </dgm:presLayoutVars>
      </dgm:prSet>
      <dgm:spPr/>
    </dgm:pt>
  </dgm:ptLst>
  <dgm:cxnLst>
    <dgm:cxn modelId="{86A89F04-2317-40A6-B10B-BCC552A5C2B1}" srcId="{55913AEC-B130-4BE7-9FB5-DE50295DC16E}" destId="{A72F53FE-C4EC-400B-9CFB-488537001638}" srcOrd="0" destOrd="0" parTransId="{837B0ECC-AE8D-46CE-AF51-B126EF10937D}" sibTransId="{D65CCB21-8015-4EAD-B2B8-6539825874D4}"/>
    <dgm:cxn modelId="{A8056E09-1C10-458D-AF38-2ECBE92A5C3F}" srcId="{55913AEC-B130-4BE7-9FB5-DE50295DC16E}" destId="{334F809C-AE47-4537-9DF2-FE3FCA8B84CD}" srcOrd="3" destOrd="0" parTransId="{B7D75455-FFCB-4F91-AB2A-2FE54BE27882}" sibTransId="{2C7BFE5C-4F7E-44DD-A19D-43E7FF4F559E}"/>
    <dgm:cxn modelId="{D5B89825-AA77-473F-92A0-084994F3EE6F}" srcId="{55913AEC-B130-4BE7-9FB5-DE50295DC16E}" destId="{E499ADD7-80D7-44FC-80E3-87B2B6EE01B7}" srcOrd="2" destOrd="0" parTransId="{356CCC49-406B-48B2-AE0F-38386D3F13AE}" sibTransId="{4EF895D4-EB79-4049-9540-CD2DD6F3481D}"/>
    <dgm:cxn modelId="{0609FD60-84B4-45C5-A0F0-E5598B4753FE}" type="presOf" srcId="{E499ADD7-80D7-44FC-80E3-87B2B6EE01B7}" destId="{9B379135-CA7E-4A43-B0A1-FC39FB25B359}" srcOrd="0" destOrd="0" presId="urn:microsoft.com/office/officeart/2005/8/layout/arrow2"/>
    <dgm:cxn modelId="{260DD167-779D-47B9-878B-17C06CE82205}" type="presOf" srcId="{C44B172D-CC1A-4BF3-A108-F8688E1756AD}" destId="{1CC1D1FD-7032-4139-A64C-0B7EE62B35B0}" srcOrd="0" destOrd="0" presId="urn:microsoft.com/office/officeart/2005/8/layout/arrow2"/>
    <dgm:cxn modelId="{4C2E304D-43F4-47EF-A857-E22B75CFFE7B}" srcId="{55913AEC-B130-4BE7-9FB5-DE50295DC16E}" destId="{98BAD9C5-9EE5-479E-83ED-E08BD55CD777}" srcOrd="4" destOrd="0" parTransId="{12E9EF9B-0900-41EF-95EB-48ABFD872B84}" sibTransId="{CCB071A4-DE1B-4379-AF23-17D5D92ED1E0}"/>
    <dgm:cxn modelId="{96799759-BE0C-4810-8ECD-8FB6E7E37BB9}" type="presOf" srcId="{55913AEC-B130-4BE7-9FB5-DE50295DC16E}" destId="{E3386F04-375D-421B-BC0E-38ADD44D1A80}" srcOrd="0" destOrd="0" presId="urn:microsoft.com/office/officeart/2005/8/layout/arrow2"/>
    <dgm:cxn modelId="{A4A3A288-C8CB-4293-A0B3-B7EC4AE3761F}" type="presOf" srcId="{98BAD9C5-9EE5-479E-83ED-E08BD55CD777}" destId="{AFA04A79-0A04-418C-9099-660D42B98BA4}" srcOrd="0" destOrd="0" presId="urn:microsoft.com/office/officeart/2005/8/layout/arrow2"/>
    <dgm:cxn modelId="{B4B255D1-3EF1-4D5A-AD25-A59BC2B4099A}" srcId="{55913AEC-B130-4BE7-9FB5-DE50295DC16E}" destId="{C44B172D-CC1A-4BF3-A108-F8688E1756AD}" srcOrd="1" destOrd="0" parTransId="{AC58BD32-254C-4D78-8CEB-3FCD6180A479}" sibTransId="{0046E319-5FB5-4850-AB4F-4E1136483D0E}"/>
    <dgm:cxn modelId="{9FFD69D9-3265-4992-AD02-2E6D0EA35935}" type="presOf" srcId="{334F809C-AE47-4537-9DF2-FE3FCA8B84CD}" destId="{556C58E1-EBD9-4B45-863F-BF1B98972C61}" srcOrd="0" destOrd="0" presId="urn:microsoft.com/office/officeart/2005/8/layout/arrow2"/>
    <dgm:cxn modelId="{6D8D9FEB-E475-4C93-9EB9-96A44ED0DD2E}" type="presOf" srcId="{A72F53FE-C4EC-400B-9CFB-488537001638}" destId="{5123664B-6D8F-4AE8-B21D-06C8890213F1}" srcOrd="0" destOrd="0" presId="urn:microsoft.com/office/officeart/2005/8/layout/arrow2"/>
    <dgm:cxn modelId="{3363B7DE-33C8-47F0-9088-39D861FF65A8}" type="presParOf" srcId="{E3386F04-375D-421B-BC0E-38ADD44D1A80}" destId="{EA2C132B-FB42-4F85-840B-FF3F5F331742}" srcOrd="0" destOrd="0" presId="urn:microsoft.com/office/officeart/2005/8/layout/arrow2"/>
    <dgm:cxn modelId="{72DA9B83-DED9-4CCD-97B7-B74AFB9FEF3B}" type="presParOf" srcId="{E3386F04-375D-421B-BC0E-38ADD44D1A80}" destId="{835A0F14-8761-4736-AAF5-D8FC9BC2BD14}" srcOrd="1" destOrd="0" presId="urn:microsoft.com/office/officeart/2005/8/layout/arrow2"/>
    <dgm:cxn modelId="{A70A7CCF-F917-4405-A7E1-203C772148FC}" type="presParOf" srcId="{835A0F14-8761-4736-AAF5-D8FC9BC2BD14}" destId="{22EF278C-B446-4970-82B6-B4844E38C469}" srcOrd="0" destOrd="0" presId="urn:microsoft.com/office/officeart/2005/8/layout/arrow2"/>
    <dgm:cxn modelId="{CACBC0A9-CED4-4422-98D1-6BCE2515EC67}" type="presParOf" srcId="{835A0F14-8761-4736-AAF5-D8FC9BC2BD14}" destId="{5123664B-6D8F-4AE8-B21D-06C8890213F1}" srcOrd="1" destOrd="0" presId="urn:microsoft.com/office/officeart/2005/8/layout/arrow2"/>
    <dgm:cxn modelId="{0996E8D8-E3F4-4AF0-8CBD-23200477D52A}" type="presParOf" srcId="{835A0F14-8761-4736-AAF5-D8FC9BC2BD14}" destId="{D2383A46-30EB-4468-8B8B-6E99283F814D}" srcOrd="2" destOrd="0" presId="urn:microsoft.com/office/officeart/2005/8/layout/arrow2"/>
    <dgm:cxn modelId="{97C185BA-DBEC-4C98-8272-469B8A1B6589}" type="presParOf" srcId="{835A0F14-8761-4736-AAF5-D8FC9BC2BD14}" destId="{1CC1D1FD-7032-4139-A64C-0B7EE62B35B0}" srcOrd="3" destOrd="0" presId="urn:microsoft.com/office/officeart/2005/8/layout/arrow2"/>
    <dgm:cxn modelId="{6688730F-ADDA-4C8F-A0CA-0722CFA93339}" type="presParOf" srcId="{835A0F14-8761-4736-AAF5-D8FC9BC2BD14}" destId="{2A47BBF6-9DA0-415D-927F-4DB538BB7B9C}" srcOrd="4" destOrd="0" presId="urn:microsoft.com/office/officeart/2005/8/layout/arrow2"/>
    <dgm:cxn modelId="{06806DB5-5B09-408A-8E73-A6E7C8059B2F}" type="presParOf" srcId="{835A0F14-8761-4736-AAF5-D8FC9BC2BD14}" destId="{9B379135-CA7E-4A43-B0A1-FC39FB25B359}" srcOrd="5" destOrd="0" presId="urn:microsoft.com/office/officeart/2005/8/layout/arrow2"/>
    <dgm:cxn modelId="{F3D2C74D-9A44-4EB9-8FFA-8812961EFB14}" type="presParOf" srcId="{835A0F14-8761-4736-AAF5-D8FC9BC2BD14}" destId="{D804B70C-04B5-44D7-A423-3F64B1B8F1E7}" srcOrd="6" destOrd="0" presId="urn:microsoft.com/office/officeart/2005/8/layout/arrow2"/>
    <dgm:cxn modelId="{93331DE1-E726-4E10-9D83-B353AD5EF1FB}" type="presParOf" srcId="{835A0F14-8761-4736-AAF5-D8FC9BC2BD14}" destId="{556C58E1-EBD9-4B45-863F-BF1B98972C61}" srcOrd="7" destOrd="0" presId="urn:microsoft.com/office/officeart/2005/8/layout/arrow2"/>
    <dgm:cxn modelId="{43657160-9A8D-4513-BCAB-216D8D03A802}" type="presParOf" srcId="{835A0F14-8761-4736-AAF5-D8FC9BC2BD14}" destId="{004F14A4-8B30-4CEE-97F0-4711D1B06C2A}" srcOrd="8" destOrd="0" presId="urn:microsoft.com/office/officeart/2005/8/layout/arrow2"/>
    <dgm:cxn modelId="{73F84104-A272-4CD6-9B9A-276CFA42997C}" type="presParOf" srcId="{835A0F14-8761-4736-AAF5-D8FC9BC2BD14}" destId="{AFA04A79-0A04-418C-9099-660D42B98BA4}" srcOrd="9"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2C132B-FB42-4F85-840B-FF3F5F331742}">
      <dsp:nvSpPr>
        <dsp:cNvPr id="0" name=""/>
        <dsp:cNvSpPr/>
      </dsp:nvSpPr>
      <dsp:spPr>
        <a:xfrm>
          <a:off x="1057498" y="0"/>
          <a:ext cx="8494368" cy="5308980"/>
        </a:xfrm>
        <a:prstGeom prst="swooshArrow">
          <a:avLst>
            <a:gd name="adj1" fmla="val 25000"/>
            <a:gd name="adj2" fmla="val 25000"/>
          </a:avLst>
        </a:prstGeom>
        <a:solidFill>
          <a:schemeClr val="accent1">
            <a:lumMod val="75000"/>
          </a:schemeClr>
        </a:solidFill>
        <a:ln>
          <a:noFill/>
        </a:ln>
        <a:effectLst/>
      </dsp:spPr>
      <dsp:style>
        <a:lnRef idx="0">
          <a:scrgbClr r="0" g="0" b="0"/>
        </a:lnRef>
        <a:fillRef idx="1">
          <a:scrgbClr r="0" g="0" b="0"/>
        </a:fillRef>
        <a:effectRef idx="0">
          <a:scrgbClr r="0" g="0" b="0"/>
        </a:effectRef>
        <a:fontRef idx="minor"/>
      </dsp:style>
    </dsp:sp>
    <dsp:sp modelId="{22EF278C-B446-4970-82B6-B4844E38C469}">
      <dsp:nvSpPr>
        <dsp:cNvPr id="0" name=""/>
        <dsp:cNvSpPr/>
      </dsp:nvSpPr>
      <dsp:spPr>
        <a:xfrm>
          <a:off x="1894193" y="3947757"/>
          <a:ext cx="195370" cy="195370"/>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23664B-6D8F-4AE8-B21D-06C8890213F1}">
      <dsp:nvSpPr>
        <dsp:cNvPr id="0" name=""/>
        <dsp:cNvSpPr/>
      </dsp:nvSpPr>
      <dsp:spPr>
        <a:xfrm>
          <a:off x="1991878" y="4045442"/>
          <a:ext cx="1112762" cy="1263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23" tIns="0" rIns="0" bIns="0" numCol="1" spcCol="1270" anchor="t" anchorCtr="0">
          <a:noAutofit/>
        </a:bodyPr>
        <a:lstStyle/>
        <a:p>
          <a:pPr marL="0" lvl="0" indent="0" algn="l" defTabSz="889000">
            <a:lnSpc>
              <a:spcPct val="90000"/>
            </a:lnSpc>
            <a:spcBef>
              <a:spcPct val="0"/>
            </a:spcBef>
            <a:spcAft>
              <a:spcPct val="35000"/>
            </a:spcAft>
            <a:buNone/>
          </a:pPr>
          <a:r>
            <a:rPr lang="en-US" sz="2000" kern="1200" dirty="0"/>
            <a:t>Identify &amp; Define Problem</a:t>
          </a:r>
        </a:p>
      </dsp:txBody>
      <dsp:txXfrm>
        <a:off x="1991878" y="4045442"/>
        <a:ext cx="1112762" cy="1263537"/>
      </dsp:txXfrm>
    </dsp:sp>
    <dsp:sp modelId="{D2383A46-30EB-4468-8B8B-6E99283F814D}">
      <dsp:nvSpPr>
        <dsp:cNvPr id="0" name=""/>
        <dsp:cNvSpPr/>
      </dsp:nvSpPr>
      <dsp:spPr>
        <a:xfrm>
          <a:off x="2951742" y="2931618"/>
          <a:ext cx="305797" cy="305797"/>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C1D1FD-7032-4139-A64C-0B7EE62B35B0}">
      <dsp:nvSpPr>
        <dsp:cNvPr id="0" name=""/>
        <dsp:cNvSpPr/>
      </dsp:nvSpPr>
      <dsp:spPr>
        <a:xfrm>
          <a:off x="3104641" y="3084517"/>
          <a:ext cx="1410065" cy="222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036" tIns="0" rIns="0" bIns="0" numCol="1" spcCol="1270" anchor="t" anchorCtr="0">
          <a:noAutofit/>
        </a:bodyPr>
        <a:lstStyle/>
        <a:p>
          <a:pPr marL="0" lvl="0" indent="0" algn="l" defTabSz="889000">
            <a:lnSpc>
              <a:spcPct val="90000"/>
            </a:lnSpc>
            <a:spcBef>
              <a:spcPct val="0"/>
            </a:spcBef>
            <a:spcAft>
              <a:spcPct val="35000"/>
            </a:spcAft>
            <a:buNone/>
          </a:pPr>
          <a:r>
            <a:rPr lang="en-US" sz="2000" kern="1200" dirty="0"/>
            <a:t>Determine Alternatives</a:t>
          </a:r>
        </a:p>
      </dsp:txBody>
      <dsp:txXfrm>
        <a:off x="3104641" y="3084517"/>
        <a:ext cx="1410065" cy="2224462"/>
      </dsp:txXfrm>
    </dsp:sp>
    <dsp:sp modelId="{2A47BBF6-9DA0-415D-927F-4DB538BB7B9C}">
      <dsp:nvSpPr>
        <dsp:cNvPr id="0" name=""/>
        <dsp:cNvSpPr/>
      </dsp:nvSpPr>
      <dsp:spPr>
        <a:xfrm>
          <a:off x="4310841" y="2121468"/>
          <a:ext cx="407729" cy="407729"/>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379135-CA7E-4A43-B0A1-FC39FB25B359}">
      <dsp:nvSpPr>
        <dsp:cNvPr id="0" name=""/>
        <dsp:cNvSpPr/>
      </dsp:nvSpPr>
      <dsp:spPr>
        <a:xfrm>
          <a:off x="4514706" y="2325333"/>
          <a:ext cx="1639413" cy="2983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6047" tIns="0" rIns="0" bIns="0" numCol="1" spcCol="1270" anchor="t" anchorCtr="0">
          <a:noAutofit/>
        </a:bodyPr>
        <a:lstStyle/>
        <a:p>
          <a:pPr marL="0" lvl="0" indent="0" algn="l" defTabSz="889000">
            <a:lnSpc>
              <a:spcPct val="90000"/>
            </a:lnSpc>
            <a:spcBef>
              <a:spcPct val="0"/>
            </a:spcBef>
            <a:spcAft>
              <a:spcPct val="35000"/>
            </a:spcAft>
            <a:buNone/>
          </a:pPr>
          <a:r>
            <a:rPr lang="en-US" sz="2000" kern="1200" dirty="0"/>
            <a:t>Determine Evaluation Criteria</a:t>
          </a:r>
        </a:p>
      </dsp:txBody>
      <dsp:txXfrm>
        <a:off x="4514706" y="2325333"/>
        <a:ext cx="1639413" cy="2983646"/>
      </dsp:txXfrm>
    </dsp:sp>
    <dsp:sp modelId="{D804B70C-04B5-44D7-A423-3F64B1B8F1E7}">
      <dsp:nvSpPr>
        <dsp:cNvPr id="0" name=""/>
        <dsp:cNvSpPr/>
      </dsp:nvSpPr>
      <dsp:spPr>
        <a:xfrm>
          <a:off x="5890793" y="1488637"/>
          <a:ext cx="526650" cy="526650"/>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6C58E1-EBD9-4B45-863F-BF1B98972C61}">
      <dsp:nvSpPr>
        <dsp:cNvPr id="0" name=""/>
        <dsp:cNvSpPr/>
      </dsp:nvSpPr>
      <dsp:spPr>
        <a:xfrm>
          <a:off x="6154119" y="1751963"/>
          <a:ext cx="1698873" cy="3557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061" tIns="0" rIns="0" bIns="0" numCol="1" spcCol="1270" anchor="t" anchorCtr="0">
          <a:noAutofit/>
        </a:bodyPr>
        <a:lstStyle/>
        <a:p>
          <a:pPr marL="0" lvl="0" indent="0" algn="l" defTabSz="889000">
            <a:lnSpc>
              <a:spcPct val="90000"/>
            </a:lnSpc>
            <a:spcBef>
              <a:spcPct val="0"/>
            </a:spcBef>
            <a:spcAft>
              <a:spcPct val="35000"/>
            </a:spcAft>
            <a:buNone/>
          </a:pPr>
          <a:r>
            <a:rPr lang="en-US" sz="2000" kern="1200" dirty="0"/>
            <a:t>Evaluate Alternatives</a:t>
          </a:r>
        </a:p>
      </dsp:txBody>
      <dsp:txXfrm>
        <a:off x="6154119" y="1751963"/>
        <a:ext cx="1698873" cy="3557016"/>
      </dsp:txXfrm>
    </dsp:sp>
    <dsp:sp modelId="{004F14A4-8B30-4CEE-97F0-4711D1B06C2A}">
      <dsp:nvSpPr>
        <dsp:cNvPr id="0" name=""/>
        <dsp:cNvSpPr/>
      </dsp:nvSpPr>
      <dsp:spPr>
        <a:xfrm>
          <a:off x="7517465" y="1066043"/>
          <a:ext cx="671055" cy="671055"/>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A04A79-0A04-418C-9099-660D42B98BA4}">
      <dsp:nvSpPr>
        <dsp:cNvPr id="0" name=""/>
        <dsp:cNvSpPr/>
      </dsp:nvSpPr>
      <dsp:spPr>
        <a:xfrm>
          <a:off x="7852992" y="1401570"/>
          <a:ext cx="1698873" cy="3907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578" tIns="0" rIns="0" bIns="0" numCol="1" spcCol="1270" anchor="t" anchorCtr="0">
          <a:noAutofit/>
        </a:bodyPr>
        <a:lstStyle/>
        <a:p>
          <a:pPr marL="0" lvl="0" indent="0" algn="l" defTabSz="889000">
            <a:lnSpc>
              <a:spcPct val="90000"/>
            </a:lnSpc>
            <a:spcBef>
              <a:spcPct val="0"/>
            </a:spcBef>
            <a:spcAft>
              <a:spcPct val="35000"/>
            </a:spcAft>
            <a:buNone/>
          </a:pPr>
          <a:r>
            <a:rPr lang="en-US" sz="2000" kern="1200" dirty="0"/>
            <a:t>Choose &amp; Implement Alternative</a:t>
          </a:r>
        </a:p>
      </dsp:txBody>
      <dsp:txXfrm>
        <a:off x="7852992" y="1401570"/>
        <a:ext cx="1698873" cy="3907409"/>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57276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t>9/13/2020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614104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61BEF0D-F0BB-DE4B-95CE-6DB70DBA9567}" type="datetimeFigureOut">
              <a:rPr lang="en-US" smtClean="0"/>
              <a:pPr/>
              <a:t>9/13/2020</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83653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smtClean="0"/>
              <a:t>9/13/2020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3743436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95658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65018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4258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9/13/2020</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643591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9/13/2020</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2983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644444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76644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61BEF0D-F0BB-DE4B-95CE-6DB70DBA9567}" type="datetimeFigureOut">
              <a:rPr lang="en-US" smtClean="0"/>
              <a:pPr/>
              <a:t>9/13/2020</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7503317"/>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CDD5-2E15-4E7B-8CCB-608646852EF2}"/>
              </a:ext>
            </a:extLst>
          </p:cNvPr>
          <p:cNvSpPr>
            <a:spLocks noGrp="1"/>
          </p:cNvSpPr>
          <p:nvPr>
            <p:ph type="title"/>
          </p:nvPr>
        </p:nvSpPr>
        <p:spPr/>
        <p:txBody>
          <a:bodyPr/>
          <a:lstStyle/>
          <a:p>
            <a:r>
              <a:rPr lang="en-US" dirty="0">
                <a:solidFill>
                  <a:schemeClr val="accent1">
                    <a:lumMod val="50000"/>
                  </a:schemeClr>
                </a:solidFill>
              </a:rPr>
              <a:t>Who Am I ? </a:t>
            </a:r>
          </a:p>
        </p:txBody>
      </p:sp>
      <p:pic>
        <p:nvPicPr>
          <p:cNvPr id="4" name="Picture 3">
            <a:extLst>
              <a:ext uri="{FF2B5EF4-FFF2-40B4-BE49-F238E27FC236}">
                <a16:creationId xmlns:a16="http://schemas.microsoft.com/office/drawing/2014/main" id="{126EF86F-BF24-4C13-862D-6AA274AF80B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994"/>
          <a:stretch/>
        </p:blipFill>
        <p:spPr>
          <a:xfrm>
            <a:off x="621173" y="2979667"/>
            <a:ext cx="2003393" cy="2017059"/>
          </a:xfrm>
          <a:prstGeom prst="rect">
            <a:avLst/>
          </a:prstGeom>
        </p:spPr>
      </p:pic>
      <p:sp>
        <p:nvSpPr>
          <p:cNvPr id="5" name="Subtitle 2">
            <a:extLst>
              <a:ext uri="{FF2B5EF4-FFF2-40B4-BE49-F238E27FC236}">
                <a16:creationId xmlns:a16="http://schemas.microsoft.com/office/drawing/2014/main" id="{29FAE21E-85A2-4F90-BBB0-98601B641B04}"/>
              </a:ext>
            </a:extLst>
          </p:cNvPr>
          <p:cNvSpPr txBox="1">
            <a:spLocks/>
          </p:cNvSpPr>
          <p:nvPr/>
        </p:nvSpPr>
        <p:spPr>
          <a:xfrm>
            <a:off x="7216332" y="3263085"/>
            <a:ext cx="3859527" cy="2017059"/>
          </a:xfrm>
          <a:prstGeom prst="rect">
            <a:avLst/>
          </a:prstGeom>
          <a:noFill/>
          <a:ln w="19050" cap="rnd" cmpd="sng" algn="ctr">
            <a:noFill/>
            <a:prstDash val="solid"/>
          </a:ln>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285750" indent="-285750">
              <a:spcBef>
                <a:spcPts val="0"/>
              </a:spcBef>
              <a:buFont typeface="Arial" panose="020B0604020202020204" pitchFamily="34" charset="0"/>
              <a:buChar char="•"/>
            </a:pPr>
            <a:endParaRPr lang="en-US" dirty="0">
              <a:solidFill>
                <a:schemeClr val="tx1"/>
              </a:solidFill>
              <a:latin typeface="Calibri" panose="020F0502020204030204" pitchFamily="34" charset="0"/>
              <a:cs typeface="Calibri" panose="020F0502020204030204" pitchFamily="34" charset="0"/>
            </a:endParaRPr>
          </a:p>
          <a:p>
            <a:pPr marL="285750" indent="-285750">
              <a:spcBef>
                <a:spcPts val="0"/>
              </a:spcBef>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LTI APEX Certified PM</a:t>
            </a:r>
          </a:p>
          <a:p>
            <a:pPr marL="285750" indent="-285750">
              <a:spcBef>
                <a:spcPts val="0"/>
              </a:spcBef>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MBA – International Business</a:t>
            </a:r>
          </a:p>
          <a:p>
            <a:pPr marL="285750" indent="-285750">
              <a:spcBef>
                <a:spcPts val="0"/>
              </a:spcBef>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PG Dip in Advanced Computing - CDAC</a:t>
            </a:r>
          </a:p>
          <a:p>
            <a:pPr marL="285750" indent="-285750">
              <a:spcBef>
                <a:spcPts val="0"/>
              </a:spcBef>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B.E. Computer Engineering</a:t>
            </a:r>
          </a:p>
          <a:p>
            <a:pPr marL="285750" indent="-285750">
              <a:spcBef>
                <a:spcPts val="0"/>
              </a:spcBef>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Diploma in Electronics Engineering</a:t>
            </a:r>
          </a:p>
        </p:txBody>
      </p:sp>
      <p:cxnSp>
        <p:nvCxnSpPr>
          <p:cNvPr id="6" name="Straight Connector 5">
            <a:extLst>
              <a:ext uri="{FF2B5EF4-FFF2-40B4-BE49-F238E27FC236}">
                <a16:creationId xmlns:a16="http://schemas.microsoft.com/office/drawing/2014/main" id="{5152CF5F-7EDC-4EA3-9A6A-EB5100C4EC50}"/>
              </a:ext>
            </a:extLst>
          </p:cNvPr>
          <p:cNvCxnSpPr/>
          <p:nvPr/>
        </p:nvCxnSpPr>
        <p:spPr bwMode="auto">
          <a:xfrm flipH="1" flipV="1">
            <a:off x="7021975" y="2831748"/>
            <a:ext cx="1" cy="2433918"/>
          </a:xfrm>
          <a:prstGeom prst="line">
            <a:avLst/>
          </a:prstGeom>
          <a:solidFill>
            <a:schemeClr val="folHlink"/>
          </a:solidFill>
          <a:ln w="57150" cap="flat" cmpd="sng" algn="ctr">
            <a:solidFill>
              <a:schemeClr val="accent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Subtitle 2">
            <a:extLst>
              <a:ext uri="{FF2B5EF4-FFF2-40B4-BE49-F238E27FC236}">
                <a16:creationId xmlns:a16="http://schemas.microsoft.com/office/drawing/2014/main" id="{FB2F2FC8-18F9-417A-B3D1-BB84C448E2D8}"/>
              </a:ext>
            </a:extLst>
          </p:cNvPr>
          <p:cNvSpPr txBox="1">
            <a:spLocks/>
          </p:cNvSpPr>
          <p:nvPr/>
        </p:nvSpPr>
        <p:spPr>
          <a:xfrm>
            <a:off x="3045904" y="2831748"/>
            <a:ext cx="3859527" cy="2879735"/>
          </a:xfrm>
          <a:prstGeom prst="rect">
            <a:avLst/>
          </a:prstGeom>
          <a:ln>
            <a:noFill/>
          </a:ln>
        </p:spPr>
        <p:txBody>
          <a:bodyPr vert="horz" lIns="91440" tIns="45720" rIns="91440" bIns="45720" rtlCol="0" anchor="t">
            <a:no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sz="2400" b="1" dirty="0">
                <a:solidFill>
                  <a:schemeClr val="tx1"/>
                </a:solidFill>
                <a:latin typeface="Calibri" panose="020F0502020204030204" pitchFamily="34" charset="0"/>
                <a:cs typeface="Calibri" panose="020F0502020204030204" pitchFamily="34" charset="0"/>
              </a:rPr>
              <a:t>Umesh Zemse</a:t>
            </a:r>
          </a:p>
          <a:p>
            <a:endParaRPr lang="en-US" sz="2400" b="1" dirty="0">
              <a:solidFill>
                <a:schemeClr val="tx1"/>
              </a:solidFill>
              <a:latin typeface="Calibri" panose="020F0502020204030204" pitchFamily="34" charset="0"/>
              <a:cs typeface="Calibri" panose="020F0502020204030204" pitchFamily="34" charset="0"/>
            </a:endParaRPr>
          </a:p>
          <a:p>
            <a:pPr marL="285750" indent="-285750">
              <a:spcBef>
                <a:spcPts val="0"/>
              </a:spcBef>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20+ </a:t>
            </a:r>
            <a:r>
              <a:rPr lang="en-US" dirty="0" err="1">
                <a:solidFill>
                  <a:schemeClr val="tx1"/>
                </a:solidFill>
                <a:latin typeface="Calibri" panose="020F0502020204030204" pitchFamily="34" charset="0"/>
                <a:cs typeface="Calibri" panose="020F0502020204030204" pitchFamily="34" charset="0"/>
              </a:rPr>
              <a:t>Yrs</a:t>
            </a:r>
            <a:r>
              <a:rPr lang="en-US" dirty="0">
                <a:solidFill>
                  <a:schemeClr val="tx1"/>
                </a:solidFill>
                <a:latin typeface="Calibri" panose="020F0502020204030204" pitchFamily="34" charset="0"/>
                <a:cs typeface="Calibri" panose="020F0502020204030204" pitchFamily="34" charset="0"/>
              </a:rPr>
              <a:t> Experience in I.T.</a:t>
            </a:r>
          </a:p>
          <a:p>
            <a:pPr marL="285750" indent="-285750">
              <a:spcBef>
                <a:spcPts val="0"/>
              </a:spcBef>
              <a:buFont typeface="Arial" panose="020B0604020202020204" pitchFamily="34" charset="0"/>
              <a:buChar char="•"/>
            </a:pPr>
            <a:r>
              <a:rPr lang="en-US" b="1" dirty="0">
                <a:solidFill>
                  <a:schemeClr val="tx1"/>
                </a:solidFill>
                <a:latin typeface="Calibri" panose="020F0502020204030204" pitchFamily="34" charset="0"/>
                <a:cs typeface="Calibri" panose="020F0502020204030204" pitchFamily="34" charset="0"/>
              </a:rPr>
              <a:t>Sr Manager, LTI</a:t>
            </a:r>
          </a:p>
          <a:p>
            <a:pPr marL="285750" indent="-285750">
              <a:spcBef>
                <a:spcPts val="0"/>
              </a:spcBef>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9+ </a:t>
            </a:r>
            <a:r>
              <a:rPr lang="en-US" dirty="0" err="1">
                <a:solidFill>
                  <a:schemeClr val="tx1"/>
                </a:solidFill>
                <a:latin typeface="Calibri" panose="020F0502020204030204" pitchFamily="34" charset="0"/>
                <a:cs typeface="Calibri" panose="020F0502020204030204" pitchFamily="34" charset="0"/>
              </a:rPr>
              <a:t>yrs</a:t>
            </a:r>
            <a:r>
              <a:rPr lang="en-US" dirty="0">
                <a:solidFill>
                  <a:schemeClr val="tx1"/>
                </a:solidFill>
                <a:latin typeface="Calibri" panose="020F0502020204030204" pitchFamily="34" charset="0"/>
                <a:cs typeface="Calibri" panose="020F0502020204030204" pitchFamily="34" charset="0"/>
              </a:rPr>
              <a:t> in Project Management</a:t>
            </a:r>
          </a:p>
          <a:p>
            <a:pPr marL="285750" indent="-285750">
              <a:spcBef>
                <a:spcPts val="0"/>
              </a:spcBef>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USA, UK, Sweden, BD Clients</a:t>
            </a:r>
          </a:p>
          <a:p>
            <a:pPr marL="285750" indent="-285750">
              <a:spcBef>
                <a:spcPts val="0"/>
              </a:spcBef>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Oil &amp; Gas, Energy Utility, Wind Power Domain</a:t>
            </a:r>
            <a:endParaRPr lang="en-IN" dirty="0">
              <a:solidFill>
                <a:schemeClr val="tx1"/>
              </a:solidFill>
              <a:latin typeface="Calibri" panose="020F0502020204030204" pitchFamily="34" charset="0"/>
              <a:cs typeface="Calibri" panose="020F0502020204030204" pitchFamily="34" charset="0"/>
            </a:endParaRPr>
          </a:p>
        </p:txBody>
      </p:sp>
      <p:cxnSp>
        <p:nvCxnSpPr>
          <p:cNvPr id="8" name="Straight Connector 7">
            <a:extLst>
              <a:ext uri="{FF2B5EF4-FFF2-40B4-BE49-F238E27FC236}">
                <a16:creationId xmlns:a16="http://schemas.microsoft.com/office/drawing/2014/main" id="{1188850B-FF9A-4F29-99E0-E1E8CA1133F7}"/>
              </a:ext>
            </a:extLst>
          </p:cNvPr>
          <p:cNvCxnSpPr/>
          <p:nvPr/>
        </p:nvCxnSpPr>
        <p:spPr bwMode="auto">
          <a:xfrm flipH="1" flipV="1">
            <a:off x="2856485" y="2831748"/>
            <a:ext cx="1" cy="2433918"/>
          </a:xfrm>
          <a:prstGeom prst="line">
            <a:avLst/>
          </a:prstGeom>
          <a:solidFill>
            <a:schemeClr val="folHlink"/>
          </a:solidFill>
          <a:ln w="57150" cap="flat" cmpd="sng" algn="ctr">
            <a:solidFill>
              <a:schemeClr val="accent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Subtitle 2">
            <a:extLst>
              <a:ext uri="{FF2B5EF4-FFF2-40B4-BE49-F238E27FC236}">
                <a16:creationId xmlns:a16="http://schemas.microsoft.com/office/drawing/2014/main" id="{4961E82A-D9FF-410F-BA1A-05C67FA250F9}"/>
              </a:ext>
            </a:extLst>
          </p:cNvPr>
          <p:cNvSpPr txBox="1">
            <a:spLocks/>
          </p:cNvSpPr>
          <p:nvPr/>
        </p:nvSpPr>
        <p:spPr>
          <a:xfrm>
            <a:off x="2995776" y="2972738"/>
            <a:ext cx="2316450" cy="539640"/>
          </a:xfrm>
          <a:prstGeom prst="rect">
            <a:avLst/>
          </a:prstGeom>
          <a:noFill/>
          <a:ln w="19050" cap="rnd" cmpd="sng" algn="ctr">
            <a:noFill/>
            <a:prstDash val="solid"/>
          </a:ln>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chorCtr="1">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285750" indent="-285750">
              <a:spcBef>
                <a:spcPts val="0"/>
              </a:spcBef>
              <a:buFont typeface="Arial" panose="020B0604020202020204" pitchFamily="34" charset="0"/>
              <a:buChar char="•"/>
            </a:pPr>
            <a:endParaRPr lang="en-US" dirty="0">
              <a:solidFill>
                <a:schemeClr val="tx1"/>
              </a:solidFill>
              <a:latin typeface="Calibri" panose="020F0502020204030204" pitchFamily="34" charset="0"/>
              <a:cs typeface="Calibri" panose="020F0502020204030204" pitchFamily="34" charset="0"/>
            </a:endParaRPr>
          </a:p>
          <a:p>
            <a:pPr marL="0" indent="0">
              <a:spcBef>
                <a:spcPts val="0"/>
              </a:spcBef>
              <a:buNone/>
            </a:pPr>
            <a:r>
              <a:rPr lang="en-US" dirty="0">
                <a:solidFill>
                  <a:schemeClr val="tx1"/>
                </a:solidFill>
                <a:latin typeface="Wingdings" panose="05000000000000000000" pitchFamily="2" charset="2"/>
                <a:cs typeface="Calibri" panose="020F0502020204030204" pitchFamily="34" charset="0"/>
              </a:rPr>
              <a:t>*</a:t>
            </a:r>
            <a:r>
              <a:rPr lang="en-US" dirty="0">
                <a:solidFill>
                  <a:schemeClr val="tx1"/>
                </a:solidFill>
                <a:latin typeface="Calibri" panose="020F0502020204030204" pitchFamily="34" charset="0"/>
                <a:cs typeface="Calibri" panose="020F0502020204030204" pitchFamily="34" charset="0"/>
              </a:rPr>
              <a:t> uzemse@gmail.com</a:t>
            </a:r>
          </a:p>
        </p:txBody>
      </p:sp>
    </p:spTree>
    <p:extLst>
      <p:ext uri="{BB962C8B-B14F-4D97-AF65-F5344CB8AC3E}">
        <p14:creationId xmlns:p14="http://schemas.microsoft.com/office/powerpoint/2010/main" val="3543549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7666" y="1876864"/>
            <a:ext cx="8596668" cy="3104271"/>
          </a:xfrm>
        </p:spPr>
        <p:txBody>
          <a:bodyPr>
            <a:normAutofit/>
          </a:bodyPr>
          <a:lstStyle/>
          <a:p>
            <a:pPr algn="ctr"/>
            <a:r>
              <a:rPr lang="en-US" sz="8000" dirty="0">
                <a:solidFill>
                  <a:schemeClr val="accent1">
                    <a:lumMod val="50000"/>
                  </a:schemeClr>
                </a:solidFill>
              </a:rPr>
              <a:t>OPERATIONAL RESEARCH</a:t>
            </a:r>
            <a:endParaRPr lang="en-US" dirty="0">
              <a:solidFill>
                <a:schemeClr val="accent1">
                  <a:lumMod val="50000"/>
                </a:schemeClr>
              </a:solidFill>
            </a:endParaRPr>
          </a:p>
        </p:txBody>
      </p:sp>
      <p:grpSp>
        <p:nvGrpSpPr>
          <p:cNvPr id="3" name="Group 2">
            <a:extLst>
              <a:ext uri="{FF2B5EF4-FFF2-40B4-BE49-F238E27FC236}">
                <a16:creationId xmlns:a16="http://schemas.microsoft.com/office/drawing/2014/main" id="{5FCF9E3D-09D8-4076-94F4-283531D4D86F}"/>
              </a:ext>
            </a:extLst>
          </p:cNvPr>
          <p:cNvGrpSpPr/>
          <p:nvPr/>
        </p:nvGrpSpPr>
        <p:grpSpPr>
          <a:xfrm>
            <a:off x="0" y="0"/>
            <a:ext cx="12192000" cy="680699"/>
            <a:chOff x="0" y="0"/>
            <a:chExt cx="12192000" cy="680699"/>
          </a:xfrm>
        </p:grpSpPr>
        <p:sp>
          <p:nvSpPr>
            <p:cNvPr id="4" name="Rectangle 3">
              <a:extLst>
                <a:ext uri="{FF2B5EF4-FFF2-40B4-BE49-F238E27FC236}">
                  <a16:creationId xmlns:a16="http://schemas.microsoft.com/office/drawing/2014/main" id="{3A2BD033-1036-4C15-A496-6D2DF0EEBCE4}"/>
                </a:ext>
              </a:extLst>
            </p:cNvPr>
            <p:cNvSpPr/>
            <p:nvPr/>
          </p:nvSpPr>
          <p:spPr>
            <a:xfrm>
              <a:off x="0" y="120260"/>
              <a:ext cx="12192000" cy="560439"/>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2902F5-3238-4540-8435-4036EACE4021}"/>
                </a:ext>
              </a:extLst>
            </p:cNvPr>
            <p:cNvSpPr/>
            <p:nvPr/>
          </p:nvSpPr>
          <p:spPr>
            <a:xfrm>
              <a:off x="0" y="0"/>
              <a:ext cx="12192000" cy="560439"/>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06110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74EDD-F065-459D-95C8-CDD616DACAD7}"/>
              </a:ext>
            </a:extLst>
          </p:cNvPr>
          <p:cNvSpPr>
            <a:spLocks noGrp="1"/>
          </p:cNvSpPr>
          <p:nvPr>
            <p:ph type="title"/>
          </p:nvPr>
        </p:nvSpPr>
        <p:spPr>
          <a:xfrm>
            <a:off x="662586" y="0"/>
            <a:ext cx="10058400" cy="1609344"/>
          </a:xfrm>
        </p:spPr>
        <p:txBody>
          <a:bodyPr>
            <a:normAutofit/>
          </a:bodyPr>
          <a:lstStyle/>
          <a:p>
            <a:r>
              <a:rPr lang="en-US" sz="5000" dirty="0">
                <a:solidFill>
                  <a:schemeClr val="accent1">
                    <a:lumMod val="50000"/>
                  </a:schemeClr>
                </a:solidFill>
              </a:rPr>
              <a:t>Online Learning Ground Rules</a:t>
            </a:r>
          </a:p>
        </p:txBody>
      </p:sp>
      <p:sp>
        <p:nvSpPr>
          <p:cNvPr id="3" name="Content Placeholder 2">
            <a:extLst>
              <a:ext uri="{FF2B5EF4-FFF2-40B4-BE49-F238E27FC236}">
                <a16:creationId xmlns:a16="http://schemas.microsoft.com/office/drawing/2014/main" id="{E74F9EF0-C379-4211-803F-9511FAF93781}"/>
              </a:ext>
            </a:extLst>
          </p:cNvPr>
          <p:cNvSpPr>
            <a:spLocks noGrp="1"/>
          </p:cNvSpPr>
          <p:nvPr>
            <p:ph idx="1"/>
          </p:nvPr>
        </p:nvSpPr>
        <p:spPr>
          <a:xfrm>
            <a:off x="662586" y="1798329"/>
            <a:ext cx="8596668" cy="3880773"/>
          </a:xfrm>
        </p:spPr>
        <p:txBody>
          <a:bodyPr>
            <a:normAutofit/>
          </a:bodyPr>
          <a:lstStyle/>
          <a:p>
            <a:r>
              <a:rPr lang="en-US" sz="2000" i="1" dirty="0"/>
              <a:t>Be on Time</a:t>
            </a:r>
          </a:p>
          <a:p>
            <a:r>
              <a:rPr lang="en-US" sz="2000" i="1" dirty="0"/>
              <a:t>Be Prepared – Writing Material</a:t>
            </a:r>
          </a:p>
          <a:p>
            <a:r>
              <a:rPr lang="en-US" sz="2000" i="1" dirty="0"/>
              <a:t>Avoid using Speakerphone</a:t>
            </a:r>
          </a:p>
          <a:p>
            <a:r>
              <a:rPr lang="en-US" sz="2000" i="1" dirty="0"/>
              <a:t>Avoid Multitasking</a:t>
            </a:r>
          </a:p>
          <a:p>
            <a:r>
              <a:rPr lang="en-US" sz="2000" i="1" dirty="0"/>
              <a:t>Always </a:t>
            </a:r>
            <a:r>
              <a:rPr lang="en-US" sz="2000" i="1" dirty="0">
                <a:solidFill>
                  <a:srgbClr val="FF0000"/>
                </a:solidFill>
              </a:rPr>
              <a:t>MUTE</a:t>
            </a:r>
            <a:r>
              <a:rPr lang="en-US" sz="2000" i="1" dirty="0"/>
              <a:t> yourself (when not speaking)</a:t>
            </a:r>
          </a:p>
          <a:p>
            <a:r>
              <a:rPr lang="en-US" sz="2000" i="1" dirty="0"/>
              <a:t>Avoid background noise while speaking</a:t>
            </a:r>
          </a:p>
          <a:p>
            <a:r>
              <a:rPr lang="en-US" sz="2000" i="1" dirty="0"/>
              <a:t>Always use headphones</a:t>
            </a:r>
          </a:p>
        </p:txBody>
      </p:sp>
    </p:spTree>
    <p:extLst>
      <p:ext uri="{BB962C8B-B14F-4D97-AF65-F5344CB8AC3E}">
        <p14:creationId xmlns:p14="http://schemas.microsoft.com/office/powerpoint/2010/main" val="2133849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1B4C0973-2C06-4AE8-96F2-A693E9A1157D}"/>
              </a:ext>
            </a:extLst>
          </p:cNvPr>
          <p:cNvSpPr/>
          <p:nvPr/>
        </p:nvSpPr>
        <p:spPr>
          <a:xfrm>
            <a:off x="677333" y="2182925"/>
            <a:ext cx="3909414" cy="36097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AEF21CE3-BC64-4993-84DF-A8EE624383EA}"/>
              </a:ext>
            </a:extLst>
          </p:cNvPr>
          <p:cNvSpPr/>
          <p:nvPr/>
        </p:nvSpPr>
        <p:spPr>
          <a:xfrm>
            <a:off x="677333" y="2588865"/>
            <a:ext cx="3909414" cy="36097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B8F18BD-6E33-4A86-9199-DCCE347E16F2}"/>
              </a:ext>
            </a:extLst>
          </p:cNvPr>
          <p:cNvSpPr/>
          <p:nvPr/>
        </p:nvSpPr>
        <p:spPr>
          <a:xfrm>
            <a:off x="677333" y="3873798"/>
            <a:ext cx="3909414" cy="36097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D9BC52A2-8106-4920-AA53-8E8BE0EDF944}"/>
              </a:ext>
            </a:extLst>
          </p:cNvPr>
          <p:cNvSpPr/>
          <p:nvPr/>
        </p:nvSpPr>
        <p:spPr>
          <a:xfrm>
            <a:off x="4867162" y="1757986"/>
            <a:ext cx="3909414" cy="36097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7A1449FC-5DF0-42DF-A565-DC2D48589B9A}"/>
              </a:ext>
            </a:extLst>
          </p:cNvPr>
          <p:cNvSpPr/>
          <p:nvPr/>
        </p:nvSpPr>
        <p:spPr>
          <a:xfrm>
            <a:off x="677335" y="1757986"/>
            <a:ext cx="3909414" cy="36097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630E45-396B-4D60-A693-B5C59F30CCE3}"/>
              </a:ext>
            </a:extLst>
          </p:cNvPr>
          <p:cNvSpPr>
            <a:spLocks noGrp="1"/>
          </p:cNvSpPr>
          <p:nvPr>
            <p:ph type="title"/>
          </p:nvPr>
        </p:nvSpPr>
        <p:spPr>
          <a:xfrm>
            <a:off x="677334" y="156238"/>
            <a:ext cx="8596668" cy="800365"/>
          </a:xfrm>
        </p:spPr>
        <p:txBody>
          <a:bodyPr>
            <a:normAutofit/>
          </a:bodyPr>
          <a:lstStyle/>
          <a:p>
            <a:r>
              <a:rPr lang="en-US" sz="5000" dirty="0">
                <a:solidFill>
                  <a:schemeClr val="accent1">
                    <a:lumMod val="50000"/>
                  </a:schemeClr>
                </a:solidFill>
              </a:rPr>
              <a:t>Syllabus</a:t>
            </a:r>
          </a:p>
        </p:txBody>
      </p:sp>
      <p:sp>
        <p:nvSpPr>
          <p:cNvPr id="3" name="Content Placeholder 2">
            <a:extLst>
              <a:ext uri="{FF2B5EF4-FFF2-40B4-BE49-F238E27FC236}">
                <a16:creationId xmlns:a16="http://schemas.microsoft.com/office/drawing/2014/main" id="{8F4DB0F1-8E0A-4A6D-A12B-75753CC3A1FF}"/>
              </a:ext>
            </a:extLst>
          </p:cNvPr>
          <p:cNvSpPr>
            <a:spLocks noGrp="1"/>
          </p:cNvSpPr>
          <p:nvPr>
            <p:ph idx="1"/>
          </p:nvPr>
        </p:nvSpPr>
        <p:spPr>
          <a:xfrm>
            <a:off x="677334" y="1708770"/>
            <a:ext cx="4302629" cy="2700997"/>
          </a:xfrm>
        </p:spPr>
        <p:txBody>
          <a:bodyPr/>
          <a:lstStyle/>
          <a:p>
            <a:r>
              <a:rPr lang="en-US" dirty="0"/>
              <a:t>Introduction to OR</a:t>
            </a:r>
          </a:p>
          <a:p>
            <a:r>
              <a:rPr lang="en-US" dirty="0"/>
              <a:t>Linear Programming</a:t>
            </a:r>
          </a:p>
          <a:p>
            <a:r>
              <a:rPr lang="en-US" dirty="0"/>
              <a:t>Duality</a:t>
            </a:r>
          </a:p>
          <a:p>
            <a:r>
              <a:rPr lang="en-US" dirty="0"/>
              <a:t>Transportation Problem</a:t>
            </a:r>
          </a:p>
          <a:p>
            <a:r>
              <a:rPr lang="en-US" dirty="0"/>
              <a:t>Assignment Problem</a:t>
            </a:r>
          </a:p>
          <a:p>
            <a:r>
              <a:rPr lang="en-US" dirty="0"/>
              <a:t>Integer Programming Problem</a:t>
            </a:r>
          </a:p>
        </p:txBody>
      </p:sp>
      <p:sp>
        <p:nvSpPr>
          <p:cNvPr id="4" name="Content Placeholder 2">
            <a:extLst>
              <a:ext uri="{FF2B5EF4-FFF2-40B4-BE49-F238E27FC236}">
                <a16:creationId xmlns:a16="http://schemas.microsoft.com/office/drawing/2014/main" id="{E997A204-E902-4F49-8ADB-2A020335D0C5}"/>
              </a:ext>
            </a:extLst>
          </p:cNvPr>
          <p:cNvSpPr txBox="1">
            <a:spLocks/>
          </p:cNvSpPr>
          <p:nvPr/>
        </p:nvSpPr>
        <p:spPr>
          <a:xfrm>
            <a:off x="4867161" y="1708770"/>
            <a:ext cx="4302629" cy="270099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Queuing Models</a:t>
            </a:r>
          </a:p>
          <a:p>
            <a:r>
              <a:rPr lang="en-US" dirty="0"/>
              <a:t>Simulation</a:t>
            </a:r>
          </a:p>
          <a:p>
            <a:r>
              <a:rPr lang="en-US" dirty="0"/>
              <a:t>Dynamic Programming</a:t>
            </a:r>
          </a:p>
          <a:p>
            <a:r>
              <a:rPr lang="en-US" dirty="0"/>
              <a:t>Game Theory</a:t>
            </a:r>
          </a:p>
          <a:p>
            <a:r>
              <a:rPr lang="en-US" dirty="0"/>
              <a:t>Inventory Models</a:t>
            </a:r>
          </a:p>
        </p:txBody>
      </p:sp>
    </p:spTree>
    <p:extLst>
      <p:ext uri="{BB962C8B-B14F-4D97-AF65-F5344CB8AC3E}">
        <p14:creationId xmlns:p14="http://schemas.microsoft.com/office/powerpoint/2010/main" val="1107844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73751"/>
            <a:ext cx="8596668" cy="1013138"/>
          </a:xfrm>
        </p:spPr>
        <p:txBody>
          <a:bodyPr>
            <a:noAutofit/>
          </a:bodyPr>
          <a:lstStyle/>
          <a:p>
            <a:r>
              <a:rPr lang="en-US" sz="4900" dirty="0">
                <a:solidFill>
                  <a:schemeClr val="accent1">
                    <a:lumMod val="50000"/>
                  </a:schemeClr>
                </a:solidFill>
              </a:rPr>
              <a:t>Need of Operations Research</a:t>
            </a:r>
          </a:p>
        </p:txBody>
      </p:sp>
      <p:sp>
        <p:nvSpPr>
          <p:cNvPr id="3" name="Content Placeholder 2"/>
          <p:cNvSpPr>
            <a:spLocks noGrp="1"/>
          </p:cNvSpPr>
          <p:nvPr>
            <p:ph idx="1"/>
          </p:nvPr>
        </p:nvSpPr>
        <p:spPr>
          <a:xfrm>
            <a:off x="677334" y="1417468"/>
            <a:ext cx="8596668" cy="4971244"/>
          </a:xfrm>
        </p:spPr>
        <p:txBody>
          <a:bodyPr>
            <a:normAutofit/>
          </a:bodyPr>
          <a:lstStyle/>
          <a:p>
            <a:r>
              <a:rPr lang="en-US" dirty="0"/>
              <a:t>Since the advent of the industrial revolution, there has been tremendous growth in businesses all around the world</a:t>
            </a:r>
          </a:p>
          <a:p>
            <a:r>
              <a:rPr lang="en-US" dirty="0"/>
              <a:t>Growing business and competition in the market faced a challenge to the businessmen from early times </a:t>
            </a:r>
          </a:p>
          <a:p>
            <a:r>
              <a:rPr lang="en-US" dirty="0"/>
              <a:t>Also with the growth in business empires the different components of within the business itself start forming autonomous bodies with their own interests, which could be different from the interests of the business itself</a:t>
            </a:r>
          </a:p>
          <a:p>
            <a:r>
              <a:rPr lang="en-US" dirty="0"/>
              <a:t>Another rising problem was the increase in the Complexity and Specialization in business</a:t>
            </a:r>
          </a:p>
          <a:p>
            <a:r>
              <a:rPr lang="en-US" dirty="0"/>
              <a:t>Challenges of Effective Allocation and Utilization of Resources</a:t>
            </a:r>
          </a:p>
          <a:p>
            <a:r>
              <a:rPr lang="en-US" dirty="0"/>
              <a:t>Growing competition</a:t>
            </a:r>
            <a:br>
              <a:rPr lang="en-US" dirty="0"/>
            </a:br>
            <a:endParaRPr lang="en-US" dirty="0"/>
          </a:p>
        </p:txBody>
      </p:sp>
    </p:spTree>
    <p:extLst>
      <p:ext uri="{BB962C8B-B14F-4D97-AF65-F5344CB8AC3E}">
        <p14:creationId xmlns:p14="http://schemas.microsoft.com/office/powerpoint/2010/main" val="572051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366" y="0"/>
            <a:ext cx="10310214" cy="1320800"/>
          </a:xfrm>
        </p:spPr>
        <p:txBody>
          <a:bodyPr>
            <a:normAutofit fontScale="90000"/>
          </a:bodyPr>
          <a:lstStyle/>
          <a:p>
            <a:r>
              <a:rPr lang="en-US" dirty="0">
                <a:solidFill>
                  <a:schemeClr val="accent1">
                    <a:lumMod val="50000"/>
                  </a:schemeClr>
                </a:solidFill>
              </a:rPr>
              <a:t>Why did WHO define separately ?</a:t>
            </a:r>
          </a:p>
        </p:txBody>
      </p:sp>
      <p:sp>
        <p:nvSpPr>
          <p:cNvPr id="3" name="Content Placeholder 2"/>
          <p:cNvSpPr>
            <a:spLocks noGrp="1"/>
          </p:cNvSpPr>
          <p:nvPr>
            <p:ph idx="1"/>
          </p:nvPr>
        </p:nvSpPr>
        <p:spPr>
          <a:xfrm>
            <a:off x="244699" y="1503766"/>
            <a:ext cx="8642937" cy="4909913"/>
          </a:xfrm>
        </p:spPr>
        <p:txBody>
          <a:bodyPr>
            <a:noAutofit/>
          </a:bodyPr>
          <a:lstStyle/>
          <a:p>
            <a:r>
              <a:rPr lang="en-US" sz="2400" dirty="0"/>
              <a:t>Operational research has been studied in the field of medicine since the year as early as 1952. after the world war II</a:t>
            </a:r>
          </a:p>
          <a:p>
            <a:endParaRPr lang="en-US" sz="2400" dirty="0"/>
          </a:p>
          <a:p>
            <a:r>
              <a:rPr lang="en-US" sz="2400" dirty="0"/>
              <a:t>Originally the concept was introduced in England by Norman Bailey in his article :- ”Operational Research in Medicine”</a:t>
            </a:r>
          </a:p>
          <a:p>
            <a:endParaRPr lang="en-US" sz="2400" dirty="0"/>
          </a:p>
          <a:p>
            <a:r>
              <a:rPr lang="en-US" sz="2400" dirty="0"/>
              <a:t>Later in America in  the same year a “ Journal of the Operations Research society “ was launched</a:t>
            </a:r>
          </a:p>
        </p:txBody>
      </p:sp>
    </p:spTree>
    <p:extLst>
      <p:ext uri="{BB962C8B-B14F-4D97-AF65-F5344CB8AC3E}">
        <p14:creationId xmlns:p14="http://schemas.microsoft.com/office/powerpoint/2010/main" val="1048034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073" y="11965"/>
            <a:ext cx="11327853" cy="1609344"/>
          </a:xfrm>
        </p:spPr>
        <p:txBody>
          <a:bodyPr>
            <a:normAutofit/>
          </a:bodyPr>
          <a:lstStyle/>
          <a:p>
            <a:r>
              <a:rPr lang="en-US" sz="4900" dirty="0">
                <a:solidFill>
                  <a:schemeClr val="accent1">
                    <a:lumMod val="50000"/>
                  </a:schemeClr>
                </a:solidFill>
              </a:rPr>
              <a:t>Introduction to Operations Research</a:t>
            </a:r>
          </a:p>
        </p:txBody>
      </p:sp>
      <p:sp>
        <p:nvSpPr>
          <p:cNvPr id="3" name="Content Placeholder 2"/>
          <p:cNvSpPr>
            <a:spLocks noGrp="1"/>
          </p:cNvSpPr>
          <p:nvPr>
            <p:ph idx="1"/>
          </p:nvPr>
        </p:nvSpPr>
        <p:spPr>
          <a:xfrm>
            <a:off x="677334" y="1442435"/>
            <a:ext cx="8596668" cy="4598928"/>
          </a:xfrm>
        </p:spPr>
        <p:txBody>
          <a:bodyPr>
            <a:normAutofit/>
          </a:bodyPr>
          <a:lstStyle/>
          <a:p>
            <a:r>
              <a:rPr lang="en-US" sz="2400" dirty="0"/>
              <a:t>Operations Research is the scientific study of operations for the purpose of making better decisions.</a:t>
            </a:r>
          </a:p>
          <a:p>
            <a:r>
              <a:rPr lang="en-US" sz="2400" dirty="0"/>
              <a:t>It is a discipline that deals with application of advanced analytical methods to facilitate better decisions.</a:t>
            </a:r>
          </a:p>
          <a:p>
            <a:r>
              <a:rPr lang="en-US" sz="2400" dirty="0"/>
              <a:t>It represents the study of optimal resource allocation.</a:t>
            </a:r>
          </a:p>
          <a:p>
            <a:r>
              <a:rPr lang="en-US" sz="2400" dirty="0"/>
              <a:t>Modern synonyms for OR is Management Science and Decision Science.</a:t>
            </a:r>
          </a:p>
          <a:p>
            <a:r>
              <a:rPr lang="en-US" sz="2400" dirty="0"/>
              <a:t>Also often considered a sub field of Mathematics as it uses measured mathematical equations for evaluation.</a:t>
            </a:r>
          </a:p>
          <a:p>
            <a:r>
              <a:rPr lang="en-US" sz="2400" dirty="0"/>
              <a:t>It is rightfully known as the “ Science of Better”</a:t>
            </a:r>
          </a:p>
          <a:p>
            <a:endParaRPr lang="en-US" dirty="0"/>
          </a:p>
        </p:txBody>
      </p:sp>
    </p:spTree>
    <p:extLst>
      <p:ext uri="{BB962C8B-B14F-4D97-AF65-F5344CB8AC3E}">
        <p14:creationId xmlns:p14="http://schemas.microsoft.com/office/powerpoint/2010/main" val="2222414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366" y="322399"/>
            <a:ext cx="10984640" cy="1609344"/>
          </a:xfrm>
        </p:spPr>
        <p:txBody>
          <a:bodyPr>
            <a:normAutofit/>
          </a:bodyPr>
          <a:lstStyle/>
          <a:p>
            <a:r>
              <a:rPr lang="en-US" dirty="0">
                <a:solidFill>
                  <a:schemeClr val="accent1">
                    <a:lumMod val="50000"/>
                  </a:schemeClr>
                </a:solidFill>
                <a:cs typeface="Aharoni" panose="02010803020104030203" pitchFamily="2" charset="-79"/>
              </a:rPr>
              <a:t>DEFINITION</a:t>
            </a:r>
            <a:br>
              <a:rPr lang="en-US" dirty="0">
                <a:solidFill>
                  <a:schemeClr val="accent1">
                    <a:lumMod val="50000"/>
                  </a:schemeClr>
                </a:solidFill>
                <a:cs typeface="Aharoni" panose="02010803020104030203" pitchFamily="2" charset="-79"/>
              </a:rPr>
            </a:br>
            <a:r>
              <a:rPr lang="en-US" dirty="0">
                <a:solidFill>
                  <a:schemeClr val="accent1">
                    <a:lumMod val="50000"/>
                  </a:schemeClr>
                </a:solidFill>
                <a:cs typeface="Aharoni" panose="02010803020104030203" pitchFamily="2" charset="-79"/>
              </a:rPr>
              <a:t>There are many definitions of OR</a:t>
            </a:r>
          </a:p>
        </p:txBody>
      </p:sp>
      <p:sp>
        <p:nvSpPr>
          <p:cNvPr id="3" name="Content Placeholder 2"/>
          <p:cNvSpPr>
            <a:spLocks noGrp="1"/>
          </p:cNvSpPr>
          <p:nvPr>
            <p:ph idx="1"/>
          </p:nvPr>
        </p:nvSpPr>
        <p:spPr>
          <a:xfrm>
            <a:off x="386366" y="2160589"/>
            <a:ext cx="8887636" cy="3880773"/>
          </a:xfrm>
        </p:spPr>
        <p:txBody>
          <a:bodyPr>
            <a:noAutofit/>
          </a:bodyPr>
          <a:lstStyle/>
          <a:p>
            <a:r>
              <a:rPr lang="en-US" sz="2800" dirty="0"/>
              <a:t>Operations Research is the scientific study of operations for the purpose of making better decisions.</a:t>
            </a:r>
          </a:p>
          <a:p>
            <a:r>
              <a:rPr lang="en-US" sz="2800" dirty="0"/>
              <a:t>As per (WHO) - The use of systematic research techniques for program decision making to achieve a specific outcome.</a:t>
            </a:r>
          </a:p>
        </p:txBody>
      </p:sp>
    </p:spTree>
    <p:extLst>
      <p:ext uri="{BB962C8B-B14F-4D97-AF65-F5344CB8AC3E}">
        <p14:creationId xmlns:p14="http://schemas.microsoft.com/office/powerpoint/2010/main" val="4041131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577" y="0"/>
            <a:ext cx="10238004" cy="1609344"/>
          </a:xfrm>
        </p:spPr>
        <p:txBody>
          <a:bodyPr>
            <a:normAutofit fontScale="90000"/>
          </a:bodyPr>
          <a:lstStyle/>
          <a:p>
            <a:r>
              <a:rPr lang="en-US" dirty="0">
                <a:solidFill>
                  <a:schemeClr val="accent1">
                    <a:lumMod val="50000"/>
                  </a:schemeClr>
                </a:solidFill>
              </a:rPr>
              <a:t>A comprehensive definition accepted by most in all fields is</a:t>
            </a:r>
          </a:p>
        </p:txBody>
      </p:sp>
      <p:sp>
        <p:nvSpPr>
          <p:cNvPr id="3" name="Content Placeholder 2"/>
          <p:cNvSpPr>
            <a:spLocks noGrp="1"/>
          </p:cNvSpPr>
          <p:nvPr>
            <p:ph idx="1"/>
          </p:nvPr>
        </p:nvSpPr>
        <p:spPr>
          <a:xfrm>
            <a:off x="454577" y="1764407"/>
            <a:ext cx="9042182" cy="4276956"/>
          </a:xfrm>
        </p:spPr>
        <p:txBody>
          <a:bodyPr>
            <a:normAutofit/>
          </a:bodyPr>
          <a:lstStyle/>
          <a:p>
            <a:r>
              <a:rPr lang="en-US" sz="2800" dirty="0"/>
              <a:t>Any research producing practically usable knowledge (Evidence , Finding , Knowledge) EFK</a:t>
            </a:r>
          </a:p>
          <a:p>
            <a:r>
              <a:rPr lang="en-US" sz="2800" dirty="0"/>
              <a:t>Which can improve program implementation (quality, access, scale up , sustainability, effectiveness , efficiency)	ASSQEE</a:t>
            </a:r>
          </a:p>
          <a:p>
            <a:r>
              <a:rPr lang="en-US" sz="2800" dirty="0"/>
              <a:t>Regardless the type of research( design , method , approach ) falls within the boundaries of Operational Research MAD</a:t>
            </a:r>
          </a:p>
        </p:txBody>
      </p:sp>
    </p:spTree>
    <p:extLst>
      <p:ext uri="{BB962C8B-B14F-4D97-AF65-F5344CB8AC3E}">
        <p14:creationId xmlns:p14="http://schemas.microsoft.com/office/powerpoint/2010/main" val="2204829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7666" y="2019300"/>
            <a:ext cx="8596668" cy="2819400"/>
          </a:xfrm>
        </p:spPr>
        <p:txBody>
          <a:bodyPr>
            <a:normAutofit/>
          </a:bodyPr>
          <a:lstStyle/>
          <a:p>
            <a:pPr algn="ctr"/>
            <a:r>
              <a:rPr lang="en-US" sz="5400" dirty="0">
                <a:solidFill>
                  <a:schemeClr val="accent1">
                    <a:lumMod val="50000"/>
                  </a:schemeClr>
                </a:solidFill>
              </a:rPr>
              <a:t>Objectives </a:t>
            </a:r>
            <a:br>
              <a:rPr lang="en-US" sz="5400" dirty="0">
                <a:solidFill>
                  <a:schemeClr val="accent1">
                    <a:lumMod val="50000"/>
                  </a:schemeClr>
                </a:solidFill>
              </a:rPr>
            </a:br>
            <a:r>
              <a:rPr lang="en-US" sz="5400" dirty="0">
                <a:solidFill>
                  <a:schemeClr val="accent1">
                    <a:lumMod val="50000"/>
                  </a:schemeClr>
                </a:solidFill>
              </a:rPr>
              <a:t>of </a:t>
            </a:r>
            <a:br>
              <a:rPr lang="en-US" sz="5400" dirty="0">
                <a:solidFill>
                  <a:schemeClr val="accent1">
                    <a:lumMod val="50000"/>
                  </a:schemeClr>
                </a:solidFill>
              </a:rPr>
            </a:br>
            <a:r>
              <a:rPr lang="en-US" sz="5400" dirty="0">
                <a:solidFill>
                  <a:schemeClr val="accent1">
                    <a:lumMod val="50000"/>
                  </a:schemeClr>
                </a:solidFill>
              </a:rPr>
              <a:t>Operational Research</a:t>
            </a:r>
          </a:p>
        </p:txBody>
      </p:sp>
      <p:grpSp>
        <p:nvGrpSpPr>
          <p:cNvPr id="3" name="Group 2">
            <a:extLst>
              <a:ext uri="{FF2B5EF4-FFF2-40B4-BE49-F238E27FC236}">
                <a16:creationId xmlns:a16="http://schemas.microsoft.com/office/drawing/2014/main" id="{2EB0F5BE-3C9F-4EA7-B0A4-155F731EF650}"/>
              </a:ext>
            </a:extLst>
          </p:cNvPr>
          <p:cNvGrpSpPr/>
          <p:nvPr/>
        </p:nvGrpSpPr>
        <p:grpSpPr>
          <a:xfrm>
            <a:off x="0" y="0"/>
            <a:ext cx="12192000" cy="680699"/>
            <a:chOff x="0" y="0"/>
            <a:chExt cx="12192000" cy="680699"/>
          </a:xfrm>
        </p:grpSpPr>
        <p:sp>
          <p:nvSpPr>
            <p:cNvPr id="4" name="Rectangle 3">
              <a:extLst>
                <a:ext uri="{FF2B5EF4-FFF2-40B4-BE49-F238E27FC236}">
                  <a16:creationId xmlns:a16="http://schemas.microsoft.com/office/drawing/2014/main" id="{1271CCFA-4603-4F82-B263-2027ECB94F03}"/>
                </a:ext>
              </a:extLst>
            </p:cNvPr>
            <p:cNvSpPr/>
            <p:nvPr/>
          </p:nvSpPr>
          <p:spPr>
            <a:xfrm>
              <a:off x="0" y="120260"/>
              <a:ext cx="12192000" cy="560439"/>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107CCCF-7415-49FB-AF6A-E9554290F2FC}"/>
                </a:ext>
              </a:extLst>
            </p:cNvPr>
            <p:cNvSpPr/>
            <p:nvPr/>
          </p:nvSpPr>
          <p:spPr>
            <a:xfrm>
              <a:off x="0" y="0"/>
              <a:ext cx="12192000" cy="560439"/>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85979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52400"/>
            <a:ext cx="10837332" cy="807076"/>
          </a:xfrm>
        </p:spPr>
        <p:txBody>
          <a:bodyPr>
            <a:normAutofit fontScale="90000"/>
          </a:bodyPr>
          <a:lstStyle/>
          <a:p>
            <a:r>
              <a:rPr lang="en-US" dirty="0">
                <a:solidFill>
                  <a:schemeClr val="accent1">
                    <a:lumMod val="50000"/>
                  </a:schemeClr>
                </a:solidFill>
              </a:rPr>
              <a:t>Objectives of Operational research</a:t>
            </a:r>
          </a:p>
        </p:txBody>
      </p:sp>
      <p:sp>
        <p:nvSpPr>
          <p:cNvPr id="3" name="Content Placeholder 2"/>
          <p:cNvSpPr>
            <a:spLocks noGrp="1"/>
          </p:cNvSpPr>
          <p:nvPr>
            <p:ph idx="1"/>
          </p:nvPr>
        </p:nvSpPr>
        <p:spPr>
          <a:xfrm>
            <a:off x="677334" y="1326525"/>
            <a:ext cx="8596668" cy="4714838"/>
          </a:xfrm>
        </p:spPr>
        <p:txBody>
          <a:bodyPr>
            <a:normAutofit/>
          </a:bodyPr>
          <a:lstStyle/>
          <a:p>
            <a:r>
              <a:rPr lang="en-US" sz="2800" dirty="0">
                <a:solidFill>
                  <a:srgbClr val="7030A0"/>
                </a:solidFill>
              </a:rPr>
              <a:t>Decision</a:t>
            </a:r>
            <a:r>
              <a:rPr lang="en-US" sz="2800" dirty="0"/>
              <a:t> making and improve its </a:t>
            </a:r>
            <a:r>
              <a:rPr lang="en-US" sz="2800" dirty="0">
                <a:solidFill>
                  <a:srgbClr val="7030A0"/>
                </a:solidFill>
              </a:rPr>
              <a:t>quality.</a:t>
            </a:r>
          </a:p>
          <a:p>
            <a:r>
              <a:rPr lang="en-US" sz="2800" dirty="0"/>
              <a:t>Identify </a:t>
            </a:r>
            <a:r>
              <a:rPr lang="en-US" sz="2800" dirty="0">
                <a:solidFill>
                  <a:srgbClr val="7030A0"/>
                </a:solidFill>
              </a:rPr>
              <a:t>optimum solution</a:t>
            </a:r>
            <a:r>
              <a:rPr lang="en-US" sz="2800" dirty="0"/>
              <a:t>.</a:t>
            </a:r>
          </a:p>
          <a:p>
            <a:r>
              <a:rPr lang="en-US" sz="2800" dirty="0">
                <a:solidFill>
                  <a:srgbClr val="7030A0"/>
                </a:solidFill>
              </a:rPr>
              <a:t>Integrating</a:t>
            </a:r>
            <a:r>
              <a:rPr lang="en-US" sz="2800" dirty="0"/>
              <a:t> the systems.</a:t>
            </a:r>
          </a:p>
          <a:p>
            <a:r>
              <a:rPr lang="en-US" sz="2800" dirty="0"/>
              <a:t>Improve the </a:t>
            </a:r>
            <a:r>
              <a:rPr lang="en-US" sz="2800" dirty="0">
                <a:solidFill>
                  <a:srgbClr val="7030A0"/>
                </a:solidFill>
              </a:rPr>
              <a:t>objectivity</a:t>
            </a:r>
            <a:r>
              <a:rPr lang="en-US" sz="2800" dirty="0"/>
              <a:t> of analysis.</a:t>
            </a:r>
          </a:p>
          <a:p>
            <a:r>
              <a:rPr lang="en-US" sz="2800" dirty="0"/>
              <a:t>Minimize the </a:t>
            </a:r>
            <a:r>
              <a:rPr lang="en-US" sz="2800" dirty="0">
                <a:solidFill>
                  <a:srgbClr val="7030A0"/>
                </a:solidFill>
              </a:rPr>
              <a:t>cost</a:t>
            </a:r>
            <a:r>
              <a:rPr lang="en-US" sz="2800" dirty="0"/>
              <a:t> and Maximize the </a:t>
            </a:r>
            <a:r>
              <a:rPr lang="en-US" sz="2800" dirty="0">
                <a:solidFill>
                  <a:srgbClr val="7030A0"/>
                </a:solidFill>
              </a:rPr>
              <a:t>profit</a:t>
            </a:r>
          </a:p>
          <a:p>
            <a:r>
              <a:rPr lang="en-US" sz="2800" dirty="0"/>
              <a:t>Improve </a:t>
            </a:r>
            <a:r>
              <a:rPr lang="en-US" sz="2800" dirty="0">
                <a:solidFill>
                  <a:srgbClr val="7030A0"/>
                </a:solidFill>
              </a:rPr>
              <a:t>productivity.</a:t>
            </a:r>
          </a:p>
          <a:p>
            <a:r>
              <a:rPr lang="en-US" sz="2800" dirty="0"/>
              <a:t>Success in </a:t>
            </a:r>
            <a:r>
              <a:rPr lang="en-US" sz="2800" dirty="0">
                <a:solidFill>
                  <a:srgbClr val="7030A0"/>
                </a:solidFill>
              </a:rPr>
              <a:t>completion</a:t>
            </a:r>
            <a:r>
              <a:rPr lang="en-US" sz="2800" dirty="0"/>
              <a:t> and </a:t>
            </a:r>
            <a:r>
              <a:rPr lang="en-US" sz="2800" dirty="0">
                <a:solidFill>
                  <a:srgbClr val="7030A0"/>
                </a:solidFill>
              </a:rPr>
              <a:t>market leadership</a:t>
            </a:r>
            <a:r>
              <a:rPr lang="en-US" sz="2800" dirty="0"/>
              <a:t>.</a:t>
            </a:r>
          </a:p>
        </p:txBody>
      </p:sp>
    </p:spTree>
    <p:extLst>
      <p:ext uri="{BB962C8B-B14F-4D97-AF65-F5344CB8AC3E}">
        <p14:creationId xmlns:p14="http://schemas.microsoft.com/office/powerpoint/2010/main" val="1085061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5914C54-85D5-42CD-A70A-19C103A8FEA9}"/>
              </a:ext>
            </a:extLst>
          </p:cNvPr>
          <p:cNvSpPr txBox="1">
            <a:spLocks/>
          </p:cNvSpPr>
          <p:nvPr/>
        </p:nvSpPr>
        <p:spPr>
          <a:xfrm>
            <a:off x="529849" y="317431"/>
            <a:ext cx="11132301" cy="92727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solidFill>
                  <a:schemeClr val="accent1">
                    <a:lumMod val="50000"/>
                  </a:schemeClr>
                </a:solidFill>
              </a:rPr>
              <a:t>The intent of </a:t>
            </a:r>
            <a:r>
              <a:rPr lang="en-US">
                <a:solidFill>
                  <a:schemeClr val="tx1"/>
                </a:solidFill>
              </a:rPr>
              <a:t>O R </a:t>
            </a:r>
            <a:r>
              <a:rPr lang="en-US">
                <a:solidFill>
                  <a:schemeClr val="accent1">
                    <a:lumMod val="50000"/>
                  </a:schemeClr>
                </a:solidFill>
              </a:rPr>
              <a:t>is…</a:t>
            </a:r>
            <a:endParaRPr lang="en-US" dirty="0">
              <a:solidFill>
                <a:schemeClr val="accent1">
                  <a:lumMod val="50000"/>
                </a:schemeClr>
              </a:solidFill>
            </a:endParaRPr>
          </a:p>
        </p:txBody>
      </p:sp>
      <p:sp>
        <p:nvSpPr>
          <p:cNvPr id="5" name="Subtitle 2">
            <a:extLst>
              <a:ext uri="{FF2B5EF4-FFF2-40B4-BE49-F238E27FC236}">
                <a16:creationId xmlns:a16="http://schemas.microsoft.com/office/drawing/2014/main" id="{D4C7EFED-4A70-41BC-A1F4-16FB7F4FB5C7}"/>
              </a:ext>
            </a:extLst>
          </p:cNvPr>
          <p:cNvSpPr txBox="1">
            <a:spLocks/>
          </p:cNvSpPr>
          <p:nvPr/>
        </p:nvSpPr>
        <p:spPr>
          <a:xfrm>
            <a:off x="529849" y="1572404"/>
            <a:ext cx="7766936" cy="3447721"/>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457200" indent="-457200">
              <a:buFont typeface="Wingdings" pitchFamily="2" charset="2"/>
              <a:buChar char="Ø"/>
            </a:pPr>
            <a:r>
              <a:rPr lang="en-US" sz="2800"/>
              <a:t>To learn about Management and administration of socio-cultural behavior and Economic factors that exist as a bottle neck to effective implementation and </a:t>
            </a:r>
          </a:p>
          <a:p>
            <a:pPr marL="457200" indent="-457200">
              <a:buFont typeface="Wingdings" pitchFamily="2" charset="2"/>
              <a:buChar char="Ø"/>
            </a:pPr>
            <a:r>
              <a:rPr lang="en-US" sz="2800"/>
              <a:t>To develop effective approaches to programing</a:t>
            </a:r>
            <a:endParaRPr lang="en-US" sz="2800" dirty="0"/>
          </a:p>
        </p:txBody>
      </p:sp>
    </p:spTree>
    <p:extLst>
      <p:ext uri="{BB962C8B-B14F-4D97-AF65-F5344CB8AC3E}">
        <p14:creationId xmlns:p14="http://schemas.microsoft.com/office/powerpoint/2010/main" val="1020523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81318"/>
          </a:xfrm>
        </p:spPr>
        <p:txBody>
          <a:bodyPr>
            <a:normAutofit fontScale="90000"/>
          </a:bodyPr>
          <a:lstStyle/>
          <a:p>
            <a:r>
              <a:rPr lang="en-US" dirty="0">
                <a:solidFill>
                  <a:schemeClr val="accent1">
                    <a:lumMod val="50000"/>
                  </a:schemeClr>
                </a:solidFill>
              </a:rPr>
              <a:t>Practical implementation</a:t>
            </a:r>
            <a:br>
              <a:rPr lang="en-US" dirty="0">
                <a:solidFill>
                  <a:schemeClr val="accent1">
                    <a:lumMod val="50000"/>
                  </a:schemeClr>
                </a:solidFill>
              </a:rPr>
            </a:br>
            <a:endParaRPr lang="en-US" dirty="0">
              <a:solidFill>
                <a:schemeClr val="accent1">
                  <a:lumMod val="50000"/>
                </a:schemeClr>
              </a:solidFill>
            </a:endParaRPr>
          </a:p>
        </p:txBody>
      </p:sp>
      <p:sp>
        <p:nvSpPr>
          <p:cNvPr id="3" name="Content Placeholder 2"/>
          <p:cNvSpPr>
            <a:spLocks noGrp="1"/>
          </p:cNvSpPr>
          <p:nvPr>
            <p:ph idx="1"/>
          </p:nvPr>
        </p:nvSpPr>
        <p:spPr>
          <a:xfrm>
            <a:off x="677334" y="1682287"/>
            <a:ext cx="8596668" cy="3880773"/>
          </a:xfrm>
        </p:spPr>
        <p:txBody>
          <a:bodyPr>
            <a:normAutofit/>
          </a:bodyPr>
          <a:lstStyle/>
          <a:p>
            <a:r>
              <a:rPr lang="en-US" sz="2400" dirty="0"/>
              <a:t>Asses a real-world problem and Formulate it as a Mathematical programing Model.</a:t>
            </a:r>
          </a:p>
          <a:p>
            <a:endParaRPr lang="en-US" sz="2400" dirty="0"/>
          </a:p>
          <a:p>
            <a:r>
              <a:rPr lang="en-US" sz="2400" dirty="0"/>
              <a:t>Understand the Mathematical tools that are needed to solve the optimization problems.</a:t>
            </a:r>
          </a:p>
          <a:p>
            <a:endParaRPr lang="en-US" sz="2400" dirty="0"/>
          </a:p>
          <a:p>
            <a:r>
              <a:rPr lang="en-US" sz="2400" dirty="0"/>
              <a:t>Use mathematical software to solve the proposed models.</a:t>
            </a:r>
          </a:p>
        </p:txBody>
      </p:sp>
    </p:spTree>
    <p:extLst>
      <p:ext uri="{BB962C8B-B14F-4D97-AF65-F5344CB8AC3E}">
        <p14:creationId xmlns:p14="http://schemas.microsoft.com/office/powerpoint/2010/main" val="4199814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7666" y="1351556"/>
            <a:ext cx="8596668" cy="3033933"/>
          </a:xfrm>
        </p:spPr>
        <p:txBody>
          <a:bodyPr>
            <a:normAutofit/>
          </a:bodyPr>
          <a:lstStyle/>
          <a:p>
            <a:pPr algn="ctr"/>
            <a:r>
              <a:rPr lang="en-US" sz="6000" dirty="0">
                <a:solidFill>
                  <a:schemeClr val="accent1">
                    <a:lumMod val="50000"/>
                  </a:schemeClr>
                </a:solidFill>
              </a:rPr>
              <a:t>Scope </a:t>
            </a:r>
            <a:br>
              <a:rPr lang="en-US" sz="6000" dirty="0">
                <a:solidFill>
                  <a:schemeClr val="accent1">
                    <a:lumMod val="50000"/>
                  </a:schemeClr>
                </a:solidFill>
              </a:rPr>
            </a:br>
            <a:r>
              <a:rPr lang="en-US" sz="6000" dirty="0">
                <a:solidFill>
                  <a:schemeClr val="accent1">
                    <a:lumMod val="50000"/>
                  </a:schemeClr>
                </a:solidFill>
              </a:rPr>
              <a:t>of </a:t>
            </a:r>
            <a:br>
              <a:rPr lang="en-US" sz="6000" dirty="0">
                <a:solidFill>
                  <a:schemeClr val="accent1">
                    <a:lumMod val="50000"/>
                  </a:schemeClr>
                </a:solidFill>
              </a:rPr>
            </a:br>
            <a:r>
              <a:rPr lang="en-US" sz="6000" dirty="0">
                <a:solidFill>
                  <a:schemeClr val="accent1">
                    <a:lumMod val="50000"/>
                  </a:schemeClr>
                </a:solidFill>
              </a:rPr>
              <a:t>Operational  Research</a:t>
            </a:r>
          </a:p>
        </p:txBody>
      </p:sp>
      <p:grpSp>
        <p:nvGrpSpPr>
          <p:cNvPr id="3" name="Group 2">
            <a:extLst>
              <a:ext uri="{FF2B5EF4-FFF2-40B4-BE49-F238E27FC236}">
                <a16:creationId xmlns:a16="http://schemas.microsoft.com/office/drawing/2014/main" id="{B830CBC7-E1D2-4EB1-9EBD-11773FF6331C}"/>
              </a:ext>
            </a:extLst>
          </p:cNvPr>
          <p:cNvGrpSpPr/>
          <p:nvPr/>
        </p:nvGrpSpPr>
        <p:grpSpPr>
          <a:xfrm>
            <a:off x="0" y="0"/>
            <a:ext cx="12192000" cy="680699"/>
            <a:chOff x="0" y="0"/>
            <a:chExt cx="12192000" cy="680699"/>
          </a:xfrm>
        </p:grpSpPr>
        <p:sp>
          <p:nvSpPr>
            <p:cNvPr id="4" name="Rectangle 3">
              <a:extLst>
                <a:ext uri="{FF2B5EF4-FFF2-40B4-BE49-F238E27FC236}">
                  <a16:creationId xmlns:a16="http://schemas.microsoft.com/office/drawing/2014/main" id="{77A1B4A9-523B-42EC-A48C-3310A1B3DCBD}"/>
                </a:ext>
              </a:extLst>
            </p:cNvPr>
            <p:cNvSpPr/>
            <p:nvPr/>
          </p:nvSpPr>
          <p:spPr>
            <a:xfrm>
              <a:off x="0" y="120260"/>
              <a:ext cx="12192000" cy="560439"/>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43AAF5E-D8C2-4DDE-934B-F83BE8A4A68C}"/>
                </a:ext>
              </a:extLst>
            </p:cNvPr>
            <p:cNvSpPr/>
            <p:nvPr/>
          </p:nvSpPr>
          <p:spPr>
            <a:xfrm>
              <a:off x="0" y="0"/>
              <a:ext cx="12192000" cy="560439"/>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4280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09855"/>
            <a:ext cx="10354460" cy="781318"/>
          </a:xfrm>
        </p:spPr>
        <p:txBody>
          <a:bodyPr>
            <a:normAutofit fontScale="90000"/>
          </a:bodyPr>
          <a:lstStyle/>
          <a:p>
            <a:r>
              <a:rPr lang="en-US" dirty="0">
                <a:solidFill>
                  <a:schemeClr val="accent1">
                    <a:lumMod val="50000"/>
                  </a:schemeClr>
                </a:solidFill>
              </a:rPr>
              <a:t>Scope of Operational Research</a:t>
            </a:r>
          </a:p>
        </p:txBody>
      </p:sp>
      <p:sp>
        <p:nvSpPr>
          <p:cNvPr id="3" name="Content Placeholder 2"/>
          <p:cNvSpPr>
            <a:spLocks noGrp="1"/>
          </p:cNvSpPr>
          <p:nvPr>
            <p:ph idx="1"/>
          </p:nvPr>
        </p:nvSpPr>
        <p:spPr>
          <a:xfrm>
            <a:off x="677334" y="1548374"/>
            <a:ext cx="10576820" cy="3982272"/>
          </a:xfrm>
        </p:spPr>
        <p:txBody>
          <a:bodyPr>
            <a:noAutofit/>
          </a:bodyPr>
          <a:lstStyle/>
          <a:p>
            <a:r>
              <a:rPr lang="en-US" sz="2800" dirty="0"/>
              <a:t>National plans and Budget</a:t>
            </a:r>
          </a:p>
          <a:p>
            <a:r>
              <a:rPr lang="en-US" sz="2800" dirty="0"/>
              <a:t>Health care services and National health </a:t>
            </a:r>
            <a:r>
              <a:rPr lang="en-US" sz="2800" dirty="0" err="1"/>
              <a:t>Programe</a:t>
            </a:r>
            <a:endParaRPr lang="en-US" sz="2800" dirty="0"/>
          </a:p>
          <a:p>
            <a:r>
              <a:rPr lang="en-US" sz="2800" dirty="0"/>
              <a:t>Government development and Public sector Units</a:t>
            </a:r>
          </a:p>
          <a:p>
            <a:r>
              <a:rPr lang="en-US" sz="2800" dirty="0"/>
              <a:t>Industrial establishment and Private sector Units</a:t>
            </a:r>
          </a:p>
          <a:p>
            <a:r>
              <a:rPr lang="en-US" sz="2800" dirty="0"/>
              <a:t>National Defense Services</a:t>
            </a:r>
          </a:p>
          <a:p>
            <a:r>
              <a:rPr lang="en-US" sz="2800" dirty="0"/>
              <a:t>Research and Development in Engineering in various fields</a:t>
            </a:r>
          </a:p>
          <a:p>
            <a:r>
              <a:rPr lang="en-US" sz="2800" dirty="0"/>
              <a:t>Public works department</a:t>
            </a:r>
          </a:p>
        </p:txBody>
      </p:sp>
    </p:spTree>
    <p:extLst>
      <p:ext uri="{BB962C8B-B14F-4D97-AF65-F5344CB8AC3E}">
        <p14:creationId xmlns:p14="http://schemas.microsoft.com/office/powerpoint/2010/main" val="3685114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309855"/>
            <a:ext cx="10029995" cy="781318"/>
          </a:xfrm>
        </p:spPr>
        <p:txBody>
          <a:bodyPr>
            <a:normAutofit fontScale="90000"/>
          </a:bodyPr>
          <a:lstStyle/>
          <a:p>
            <a:r>
              <a:rPr lang="en-US" dirty="0">
                <a:solidFill>
                  <a:schemeClr val="accent1">
                    <a:lumMod val="50000"/>
                  </a:schemeClr>
                </a:solidFill>
              </a:rPr>
              <a:t>Scope of Operational Research</a:t>
            </a:r>
          </a:p>
        </p:txBody>
      </p:sp>
      <p:sp>
        <p:nvSpPr>
          <p:cNvPr id="3" name="Content Placeholder 2"/>
          <p:cNvSpPr>
            <a:spLocks noGrp="1"/>
          </p:cNvSpPr>
          <p:nvPr>
            <p:ph idx="1"/>
          </p:nvPr>
        </p:nvSpPr>
        <p:spPr>
          <a:xfrm>
            <a:off x="677334" y="1253405"/>
            <a:ext cx="10752666" cy="5023931"/>
          </a:xfrm>
        </p:spPr>
        <p:txBody>
          <a:bodyPr>
            <a:normAutofit/>
          </a:bodyPr>
          <a:lstStyle/>
          <a:p>
            <a:r>
              <a:rPr lang="en-US" sz="2800" dirty="0"/>
              <a:t>Agriculture and Irrigation projects</a:t>
            </a:r>
          </a:p>
          <a:p>
            <a:r>
              <a:rPr lang="en-US" sz="2800" dirty="0"/>
              <a:t>Transport and Communication</a:t>
            </a:r>
          </a:p>
          <a:p>
            <a:r>
              <a:rPr lang="en-US" sz="2800" dirty="0"/>
              <a:t>Business Management</a:t>
            </a:r>
          </a:p>
          <a:p>
            <a:r>
              <a:rPr lang="en-US" sz="2800" dirty="0"/>
              <a:t>Education and Training</a:t>
            </a:r>
          </a:p>
          <a:p>
            <a:r>
              <a:rPr lang="en-US" sz="2800" dirty="0"/>
              <a:t>Field of Medicine.</a:t>
            </a:r>
          </a:p>
          <a:p>
            <a:r>
              <a:rPr lang="en-US" sz="2800" dirty="0"/>
              <a:t>The  scope is never ending… more and more fields have realized the need of operational research and it implementation expands now to most of the aspects of operation</a:t>
            </a:r>
          </a:p>
        </p:txBody>
      </p:sp>
    </p:spTree>
    <p:extLst>
      <p:ext uri="{BB962C8B-B14F-4D97-AF65-F5344CB8AC3E}">
        <p14:creationId xmlns:p14="http://schemas.microsoft.com/office/powerpoint/2010/main" val="2457371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7666" y="1912033"/>
            <a:ext cx="8596668" cy="3033933"/>
          </a:xfrm>
        </p:spPr>
        <p:txBody>
          <a:bodyPr>
            <a:normAutofit/>
          </a:bodyPr>
          <a:lstStyle/>
          <a:p>
            <a:pPr algn="ctr"/>
            <a:r>
              <a:rPr lang="en-US" sz="6000" dirty="0">
                <a:solidFill>
                  <a:schemeClr val="accent1">
                    <a:lumMod val="50000"/>
                  </a:schemeClr>
                </a:solidFill>
              </a:rPr>
              <a:t>Steps</a:t>
            </a:r>
            <a:br>
              <a:rPr lang="en-US" sz="6000" dirty="0">
                <a:solidFill>
                  <a:schemeClr val="accent1">
                    <a:lumMod val="50000"/>
                  </a:schemeClr>
                </a:solidFill>
              </a:rPr>
            </a:br>
            <a:r>
              <a:rPr lang="en-US" sz="6000" dirty="0">
                <a:solidFill>
                  <a:schemeClr val="accent1">
                    <a:lumMod val="50000"/>
                  </a:schemeClr>
                </a:solidFill>
              </a:rPr>
              <a:t>of </a:t>
            </a:r>
            <a:br>
              <a:rPr lang="en-US" sz="6000" dirty="0">
                <a:solidFill>
                  <a:schemeClr val="accent1">
                    <a:lumMod val="50000"/>
                  </a:schemeClr>
                </a:solidFill>
              </a:rPr>
            </a:br>
            <a:r>
              <a:rPr lang="en-US" sz="6000" dirty="0">
                <a:solidFill>
                  <a:schemeClr val="accent1">
                    <a:lumMod val="50000"/>
                  </a:schemeClr>
                </a:solidFill>
              </a:rPr>
              <a:t>Problem Solving</a:t>
            </a:r>
          </a:p>
        </p:txBody>
      </p:sp>
      <p:grpSp>
        <p:nvGrpSpPr>
          <p:cNvPr id="5" name="Group 4">
            <a:extLst>
              <a:ext uri="{FF2B5EF4-FFF2-40B4-BE49-F238E27FC236}">
                <a16:creationId xmlns:a16="http://schemas.microsoft.com/office/drawing/2014/main" id="{08D8498D-253E-4088-8966-34E1B930AA28}"/>
              </a:ext>
            </a:extLst>
          </p:cNvPr>
          <p:cNvGrpSpPr/>
          <p:nvPr/>
        </p:nvGrpSpPr>
        <p:grpSpPr>
          <a:xfrm>
            <a:off x="0" y="0"/>
            <a:ext cx="12192000" cy="680699"/>
            <a:chOff x="0" y="0"/>
            <a:chExt cx="12192000" cy="680699"/>
          </a:xfrm>
        </p:grpSpPr>
        <p:sp>
          <p:nvSpPr>
            <p:cNvPr id="4" name="Rectangle 3">
              <a:extLst>
                <a:ext uri="{FF2B5EF4-FFF2-40B4-BE49-F238E27FC236}">
                  <a16:creationId xmlns:a16="http://schemas.microsoft.com/office/drawing/2014/main" id="{63AB132D-8283-4A7E-998F-96E492ECBAC3}"/>
                </a:ext>
              </a:extLst>
            </p:cNvPr>
            <p:cNvSpPr/>
            <p:nvPr/>
          </p:nvSpPr>
          <p:spPr>
            <a:xfrm>
              <a:off x="0" y="120260"/>
              <a:ext cx="12192000" cy="560439"/>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BD4D754-7ED7-40BB-A23A-B6A2FD05DE95}"/>
                </a:ext>
              </a:extLst>
            </p:cNvPr>
            <p:cNvSpPr/>
            <p:nvPr/>
          </p:nvSpPr>
          <p:spPr>
            <a:xfrm>
              <a:off x="0" y="0"/>
              <a:ext cx="12192000" cy="560439"/>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73170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B7B10966-CD5C-4FCC-BBFB-C97F63BA5CA2}"/>
              </a:ext>
            </a:extLst>
          </p:cNvPr>
          <p:cNvGraphicFramePr/>
          <p:nvPr>
            <p:extLst>
              <p:ext uri="{D42A27DB-BD31-4B8C-83A1-F6EECF244321}">
                <p14:modId xmlns:p14="http://schemas.microsoft.com/office/powerpoint/2010/main" val="1609230086"/>
              </p:ext>
            </p:extLst>
          </p:nvPr>
        </p:nvGraphicFramePr>
        <p:xfrm>
          <a:off x="677334" y="1312907"/>
          <a:ext cx="10609365" cy="53089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57D27F84-B708-4D5B-8B07-6F0F33526E96}"/>
              </a:ext>
            </a:extLst>
          </p:cNvPr>
          <p:cNvSpPr>
            <a:spLocks noGrp="1"/>
          </p:cNvSpPr>
          <p:nvPr>
            <p:ph type="title"/>
          </p:nvPr>
        </p:nvSpPr>
        <p:spPr>
          <a:xfrm>
            <a:off x="677334" y="236113"/>
            <a:ext cx="8596668" cy="781318"/>
          </a:xfrm>
        </p:spPr>
        <p:txBody>
          <a:bodyPr>
            <a:normAutofit fontScale="90000"/>
          </a:bodyPr>
          <a:lstStyle/>
          <a:p>
            <a:r>
              <a:rPr lang="en-US" dirty="0">
                <a:solidFill>
                  <a:schemeClr val="accent1">
                    <a:lumMod val="50000"/>
                  </a:schemeClr>
                </a:solidFill>
              </a:rPr>
              <a:t>Steps</a:t>
            </a:r>
          </a:p>
        </p:txBody>
      </p:sp>
    </p:spTree>
    <p:extLst>
      <p:ext uri="{BB962C8B-B14F-4D97-AF65-F5344CB8AC3E}">
        <p14:creationId xmlns:p14="http://schemas.microsoft.com/office/powerpoint/2010/main" val="1236383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D31ABAA-688C-4A7A-AD52-00ED52C67827}"/>
              </a:ext>
            </a:extLst>
          </p:cNvPr>
          <p:cNvSpPr txBox="1">
            <a:spLocks/>
          </p:cNvSpPr>
          <p:nvPr/>
        </p:nvSpPr>
        <p:spPr>
          <a:xfrm>
            <a:off x="914892" y="0"/>
            <a:ext cx="10362216" cy="164630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solidFill>
                  <a:schemeClr val="accent1">
                    <a:lumMod val="50000"/>
                  </a:schemeClr>
                </a:solidFill>
              </a:rPr>
              <a:t>Step I: Identify &amp; Define Problem</a:t>
            </a:r>
            <a:endParaRPr lang="en-US" dirty="0">
              <a:solidFill>
                <a:schemeClr val="accent1">
                  <a:lumMod val="50000"/>
                </a:schemeClr>
              </a:solidFill>
            </a:endParaRPr>
          </a:p>
        </p:txBody>
      </p:sp>
      <p:sp>
        <p:nvSpPr>
          <p:cNvPr id="4" name="Subtitle 2">
            <a:extLst>
              <a:ext uri="{FF2B5EF4-FFF2-40B4-BE49-F238E27FC236}">
                <a16:creationId xmlns:a16="http://schemas.microsoft.com/office/drawing/2014/main" id="{CB490563-22A4-4B0D-A398-77AC4D2BF84F}"/>
              </a:ext>
            </a:extLst>
          </p:cNvPr>
          <p:cNvSpPr txBox="1">
            <a:spLocks/>
          </p:cNvSpPr>
          <p:nvPr/>
        </p:nvSpPr>
        <p:spPr>
          <a:xfrm>
            <a:off x="760033" y="1646302"/>
            <a:ext cx="10671933" cy="2762652"/>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en-US" sz="3200" dirty="0"/>
              <a:t>This step includes different activities like; </a:t>
            </a:r>
          </a:p>
          <a:p>
            <a:r>
              <a:rPr lang="en-US" sz="3200" dirty="0"/>
              <a:t>conferences, site visit, research, observations etc. These activities provide sufficient information to the O.R. specialists to formulate the problem.</a:t>
            </a:r>
          </a:p>
        </p:txBody>
      </p:sp>
    </p:spTree>
    <p:extLst>
      <p:ext uri="{BB962C8B-B14F-4D97-AF65-F5344CB8AC3E}">
        <p14:creationId xmlns:p14="http://schemas.microsoft.com/office/powerpoint/2010/main" val="2661868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AD79C9E-CF26-4F7A-B346-B8EEDFE964D1}"/>
              </a:ext>
            </a:extLst>
          </p:cNvPr>
          <p:cNvSpPr txBox="1">
            <a:spLocks/>
          </p:cNvSpPr>
          <p:nvPr/>
        </p:nvSpPr>
        <p:spPr>
          <a:xfrm>
            <a:off x="1154140" y="78429"/>
            <a:ext cx="10277825" cy="164630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solidFill>
                  <a:schemeClr val="accent1">
                    <a:lumMod val="50000"/>
                  </a:schemeClr>
                </a:solidFill>
              </a:rPr>
              <a:t>Step II: Determine Alternatives</a:t>
            </a:r>
            <a:endParaRPr lang="en-US" dirty="0">
              <a:solidFill>
                <a:schemeClr val="accent1">
                  <a:lumMod val="50000"/>
                </a:schemeClr>
              </a:solidFill>
            </a:endParaRPr>
          </a:p>
        </p:txBody>
      </p:sp>
      <p:sp>
        <p:nvSpPr>
          <p:cNvPr id="6" name="Content Placeholder 2">
            <a:extLst>
              <a:ext uri="{FF2B5EF4-FFF2-40B4-BE49-F238E27FC236}">
                <a16:creationId xmlns:a16="http://schemas.microsoft.com/office/drawing/2014/main" id="{C59EBFD2-09EC-4238-98EC-92C339F2ED60}"/>
              </a:ext>
            </a:extLst>
          </p:cNvPr>
          <p:cNvSpPr txBox="1">
            <a:spLocks/>
          </p:cNvSpPr>
          <p:nvPr/>
        </p:nvSpPr>
        <p:spPr>
          <a:xfrm>
            <a:off x="972756" y="1600262"/>
            <a:ext cx="10277824" cy="3060228"/>
          </a:xfrm>
          <a:prstGeom prst="rect">
            <a:avLst/>
          </a:prstGeom>
        </p:spPr>
        <p:txBody>
          <a:bodyPr vert="horz" lIns="91440" tIns="45720" rIns="91440" bIns="45720"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l">
              <a:buFont typeface="Arial" panose="020B0604020202020204" pitchFamily="34" charset="0"/>
              <a:buChar char="•"/>
            </a:pPr>
            <a:r>
              <a:rPr lang="en-US" sz="2800" dirty="0">
                <a:solidFill>
                  <a:schemeClr val="tx1"/>
                </a:solidFill>
              </a:rPr>
              <a:t>Develops the Mathematical Relationships</a:t>
            </a:r>
          </a:p>
          <a:p>
            <a:pPr marL="457200" indent="-457200" algn="l">
              <a:buFont typeface="Arial" panose="020B0604020202020204" pitchFamily="34" charset="0"/>
              <a:buChar char="•"/>
            </a:pPr>
            <a:r>
              <a:rPr lang="en-US" sz="2800" dirty="0">
                <a:solidFill>
                  <a:schemeClr val="tx1"/>
                </a:solidFill>
              </a:rPr>
              <a:t>Decision Variables</a:t>
            </a:r>
          </a:p>
          <a:p>
            <a:pPr marL="457200" indent="-457200" algn="l">
              <a:buFont typeface="Arial" panose="020B0604020202020204" pitchFamily="34" charset="0"/>
              <a:buChar char="•"/>
            </a:pPr>
            <a:r>
              <a:rPr lang="en-US" sz="2800" dirty="0">
                <a:solidFill>
                  <a:schemeClr val="tx1"/>
                </a:solidFill>
              </a:rPr>
              <a:t>Objective Functions</a:t>
            </a:r>
          </a:p>
          <a:p>
            <a:pPr marL="457200" indent="-457200" algn="l">
              <a:buFont typeface="Arial" panose="020B0604020202020204" pitchFamily="34" charset="0"/>
              <a:buChar char="•"/>
            </a:pPr>
            <a:r>
              <a:rPr lang="en-US" sz="2800" dirty="0">
                <a:solidFill>
                  <a:schemeClr val="tx1"/>
                </a:solidFill>
              </a:rPr>
              <a:t>Constraints of the Problem</a:t>
            </a:r>
          </a:p>
          <a:p>
            <a:pPr marL="457200" indent="-457200" algn="l">
              <a:buFont typeface="Arial" panose="020B0604020202020204" pitchFamily="34" charset="0"/>
              <a:buChar char="•"/>
            </a:pPr>
            <a:r>
              <a:rPr lang="en-US" sz="2800" dirty="0">
                <a:solidFill>
                  <a:schemeClr val="tx1"/>
                </a:solidFill>
              </a:rPr>
              <a:t>Non-Negativity Condition</a:t>
            </a:r>
            <a:endParaRPr lang="en-US" sz="2800" dirty="0"/>
          </a:p>
        </p:txBody>
      </p:sp>
    </p:spTree>
    <p:extLst>
      <p:ext uri="{BB962C8B-B14F-4D97-AF65-F5344CB8AC3E}">
        <p14:creationId xmlns:p14="http://schemas.microsoft.com/office/powerpoint/2010/main" val="1375543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6437C6B-366E-4A9F-8B54-06D5C938E6A1}"/>
              </a:ext>
            </a:extLst>
          </p:cNvPr>
          <p:cNvSpPr>
            <a:spLocks noGrp="1"/>
          </p:cNvSpPr>
          <p:nvPr>
            <p:ph type="title"/>
          </p:nvPr>
        </p:nvSpPr>
        <p:spPr>
          <a:xfrm>
            <a:off x="1069848" y="484632"/>
            <a:ext cx="10433894" cy="1609344"/>
          </a:xfrm>
        </p:spPr>
        <p:txBody>
          <a:bodyPr/>
          <a:lstStyle/>
          <a:p>
            <a:r>
              <a:rPr lang="en-US" dirty="0">
                <a:solidFill>
                  <a:schemeClr val="accent1">
                    <a:lumMod val="50000"/>
                  </a:schemeClr>
                </a:solidFill>
              </a:rPr>
              <a:t>Step III: Determine Evaluating Criteria</a:t>
            </a:r>
          </a:p>
        </p:txBody>
      </p:sp>
      <p:sp>
        <p:nvSpPr>
          <p:cNvPr id="7" name="Content Placeholder 2">
            <a:extLst>
              <a:ext uri="{FF2B5EF4-FFF2-40B4-BE49-F238E27FC236}">
                <a16:creationId xmlns:a16="http://schemas.microsoft.com/office/drawing/2014/main" id="{82D0C968-4722-419A-9144-BA519A0EFB96}"/>
              </a:ext>
            </a:extLst>
          </p:cNvPr>
          <p:cNvSpPr txBox="1">
            <a:spLocks/>
          </p:cNvSpPr>
          <p:nvPr/>
        </p:nvSpPr>
        <p:spPr>
          <a:xfrm>
            <a:off x="939959" y="2227008"/>
            <a:ext cx="10693672" cy="3191898"/>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en-US" sz="2800" dirty="0"/>
              <a:t>Solution must be measurable, Easy to Implement, &amp; Sustainable</a:t>
            </a:r>
          </a:p>
          <a:p>
            <a:r>
              <a:rPr lang="en-US" sz="2800" dirty="0"/>
              <a:t>Effectiveness of solution</a:t>
            </a:r>
          </a:p>
          <a:p>
            <a:r>
              <a:rPr lang="en-US" sz="2800" dirty="0"/>
              <a:t>Fact analysis</a:t>
            </a:r>
          </a:p>
          <a:p>
            <a:r>
              <a:rPr lang="en-US" sz="2800" dirty="0"/>
              <a:t>Collection of opinions and </a:t>
            </a:r>
          </a:p>
          <a:p>
            <a:r>
              <a:rPr lang="en-US" sz="2800" dirty="0"/>
              <a:t>Use of computer data banks</a:t>
            </a:r>
          </a:p>
        </p:txBody>
      </p:sp>
    </p:spTree>
    <p:extLst>
      <p:ext uri="{BB962C8B-B14F-4D97-AF65-F5344CB8AC3E}">
        <p14:creationId xmlns:p14="http://schemas.microsoft.com/office/powerpoint/2010/main" val="166423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3874" y="0"/>
            <a:ext cx="10058400" cy="1609344"/>
          </a:xfrm>
        </p:spPr>
        <p:txBody>
          <a:bodyPr/>
          <a:lstStyle/>
          <a:p>
            <a:r>
              <a:rPr lang="en-US" dirty="0">
                <a:solidFill>
                  <a:schemeClr val="accent1">
                    <a:lumMod val="50000"/>
                  </a:schemeClr>
                </a:solidFill>
              </a:rPr>
              <a:t>Step IV: Evaluate Alternatives</a:t>
            </a:r>
          </a:p>
        </p:txBody>
      </p:sp>
      <p:sp>
        <p:nvSpPr>
          <p:cNvPr id="3" name="Content Placeholder 2"/>
          <p:cNvSpPr>
            <a:spLocks noGrp="1"/>
          </p:cNvSpPr>
          <p:nvPr>
            <p:ph idx="1"/>
          </p:nvPr>
        </p:nvSpPr>
        <p:spPr>
          <a:xfrm>
            <a:off x="833874" y="1609344"/>
            <a:ext cx="8596668" cy="3132092"/>
          </a:xfrm>
        </p:spPr>
        <p:txBody>
          <a:bodyPr>
            <a:noAutofit/>
          </a:bodyPr>
          <a:lstStyle/>
          <a:p>
            <a:r>
              <a:rPr lang="en-US" sz="2400" dirty="0"/>
              <a:t>Evaluate using various techniques</a:t>
            </a:r>
          </a:p>
          <a:p>
            <a:pPr lvl="1"/>
            <a:r>
              <a:rPr lang="en-US" sz="2200" dirty="0">
                <a:solidFill>
                  <a:schemeClr val="tx1"/>
                </a:solidFill>
              </a:rPr>
              <a:t>Linear Programming Problem (LPP)</a:t>
            </a:r>
          </a:p>
          <a:p>
            <a:pPr lvl="1"/>
            <a:r>
              <a:rPr lang="en-US" sz="2200" dirty="0">
                <a:solidFill>
                  <a:schemeClr val="tx1"/>
                </a:solidFill>
              </a:rPr>
              <a:t>Transportation Problem</a:t>
            </a:r>
          </a:p>
          <a:p>
            <a:pPr lvl="1"/>
            <a:r>
              <a:rPr lang="en-US" sz="2200" dirty="0">
                <a:solidFill>
                  <a:schemeClr val="tx1"/>
                </a:solidFill>
              </a:rPr>
              <a:t>Assignment Problem</a:t>
            </a:r>
          </a:p>
          <a:p>
            <a:pPr lvl="1"/>
            <a:r>
              <a:rPr lang="en-US" sz="2200" dirty="0">
                <a:solidFill>
                  <a:schemeClr val="tx1"/>
                </a:solidFill>
              </a:rPr>
              <a:t>Simulation</a:t>
            </a:r>
          </a:p>
          <a:p>
            <a:pPr lvl="1"/>
            <a:r>
              <a:rPr lang="en-US" sz="2200" dirty="0">
                <a:solidFill>
                  <a:schemeClr val="tx1"/>
                </a:solidFill>
              </a:rPr>
              <a:t>PERT/CPM</a:t>
            </a:r>
          </a:p>
          <a:p>
            <a:pPr lvl="1"/>
            <a:r>
              <a:rPr lang="en-US" sz="2200" dirty="0">
                <a:solidFill>
                  <a:schemeClr val="tx1"/>
                </a:solidFill>
              </a:rPr>
              <a:t>Model Development</a:t>
            </a:r>
          </a:p>
        </p:txBody>
      </p:sp>
    </p:spTree>
    <p:extLst>
      <p:ext uri="{BB962C8B-B14F-4D97-AF65-F5344CB8AC3E}">
        <p14:creationId xmlns:p14="http://schemas.microsoft.com/office/powerpoint/2010/main" val="4117938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2364" y="0"/>
            <a:ext cx="10058400" cy="1609344"/>
          </a:xfrm>
        </p:spPr>
        <p:txBody>
          <a:bodyPr/>
          <a:lstStyle/>
          <a:p>
            <a:r>
              <a:rPr lang="en-US" dirty="0">
                <a:solidFill>
                  <a:schemeClr val="accent1">
                    <a:lumMod val="50000"/>
                  </a:schemeClr>
                </a:solidFill>
              </a:rPr>
              <a:t>Step V: Choose a Solution</a:t>
            </a:r>
          </a:p>
        </p:txBody>
      </p:sp>
      <p:sp>
        <p:nvSpPr>
          <p:cNvPr id="3" name="Content Placeholder 2"/>
          <p:cNvSpPr>
            <a:spLocks noGrp="1"/>
          </p:cNvSpPr>
          <p:nvPr>
            <p:ph idx="1"/>
          </p:nvPr>
        </p:nvSpPr>
        <p:spPr>
          <a:xfrm>
            <a:off x="1063752" y="1798329"/>
            <a:ext cx="8596668" cy="3880773"/>
          </a:xfrm>
        </p:spPr>
        <p:txBody>
          <a:bodyPr/>
          <a:lstStyle/>
          <a:p>
            <a:r>
              <a:rPr lang="en-US" dirty="0"/>
              <a:t>Testing of Model Solution</a:t>
            </a:r>
          </a:p>
        </p:txBody>
      </p:sp>
    </p:spTree>
    <p:extLst>
      <p:ext uri="{BB962C8B-B14F-4D97-AF65-F5344CB8AC3E}">
        <p14:creationId xmlns:p14="http://schemas.microsoft.com/office/powerpoint/2010/main" val="2923607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887" y="0"/>
            <a:ext cx="10920590" cy="1609344"/>
          </a:xfrm>
        </p:spPr>
        <p:txBody>
          <a:bodyPr/>
          <a:lstStyle/>
          <a:p>
            <a:r>
              <a:rPr lang="en-US" dirty="0">
                <a:solidFill>
                  <a:schemeClr val="accent1">
                    <a:lumMod val="50000"/>
                  </a:schemeClr>
                </a:solidFill>
              </a:rPr>
              <a:t>Step VI: Implement the solution</a:t>
            </a:r>
          </a:p>
        </p:txBody>
      </p:sp>
      <p:sp>
        <p:nvSpPr>
          <p:cNvPr id="3" name="Content Placeholder 2"/>
          <p:cNvSpPr>
            <a:spLocks noGrp="1"/>
          </p:cNvSpPr>
          <p:nvPr>
            <p:ph idx="1"/>
          </p:nvPr>
        </p:nvSpPr>
        <p:spPr>
          <a:xfrm>
            <a:off x="848623" y="1403604"/>
            <a:ext cx="10058400" cy="4050792"/>
          </a:xfrm>
        </p:spPr>
        <p:txBody>
          <a:bodyPr/>
          <a:lstStyle/>
          <a:p>
            <a:r>
              <a:rPr lang="en-US" dirty="0"/>
              <a:t>At this step the solution obtained from the previous step is implemented. The implementation of the solution involves so many </a:t>
            </a:r>
            <a:r>
              <a:rPr lang="en-US" dirty="0" err="1"/>
              <a:t>behavioural</a:t>
            </a:r>
            <a:r>
              <a:rPr lang="en-US" dirty="0"/>
              <a:t> issues. </a:t>
            </a:r>
          </a:p>
          <a:p>
            <a:r>
              <a:rPr lang="en-US" dirty="0"/>
              <a:t>Therefore, before implementation the implementation authority has to resolve the issues. </a:t>
            </a:r>
          </a:p>
          <a:p>
            <a:r>
              <a:rPr lang="en-US" dirty="0"/>
              <a:t>A properly implemented solution results in quality of work and gains the support from the management.</a:t>
            </a:r>
          </a:p>
        </p:txBody>
      </p:sp>
    </p:spTree>
    <p:extLst>
      <p:ext uri="{BB962C8B-B14F-4D97-AF65-F5344CB8AC3E}">
        <p14:creationId xmlns:p14="http://schemas.microsoft.com/office/powerpoint/2010/main" val="443194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7666" y="1813559"/>
            <a:ext cx="8596668" cy="3230881"/>
          </a:xfrm>
        </p:spPr>
        <p:txBody>
          <a:bodyPr>
            <a:normAutofit/>
          </a:bodyPr>
          <a:lstStyle/>
          <a:p>
            <a:pPr algn="ctr"/>
            <a:r>
              <a:rPr lang="en-US" sz="6000" dirty="0">
                <a:solidFill>
                  <a:schemeClr val="accent1">
                    <a:lumMod val="50000"/>
                  </a:schemeClr>
                </a:solidFill>
              </a:rPr>
              <a:t>Methods </a:t>
            </a:r>
            <a:br>
              <a:rPr lang="en-US" sz="6000" dirty="0">
                <a:solidFill>
                  <a:schemeClr val="accent1">
                    <a:lumMod val="50000"/>
                  </a:schemeClr>
                </a:solidFill>
              </a:rPr>
            </a:br>
            <a:r>
              <a:rPr lang="en-US" sz="6000" dirty="0">
                <a:solidFill>
                  <a:schemeClr val="accent1">
                    <a:lumMod val="50000"/>
                  </a:schemeClr>
                </a:solidFill>
              </a:rPr>
              <a:t>Of </a:t>
            </a:r>
            <a:br>
              <a:rPr lang="en-US" sz="6000" dirty="0">
                <a:solidFill>
                  <a:schemeClr val="accent1">
                    <a:lumMod val="50000"/>
                  </a:schemeClr>
                </a:solidFill>
              </a:rPr>
            </a:br>
            <a:r>
              <a:rPr lang="en-US" sz="6000" dirty="0">
                <a:solidFill>
                  <a:schemeClr val="accent1">
                    <a:lumMod val="50000"/>
                  </a:schemeClr>
                </a:solidFill>
              </a:rPr>
              <a:t>Operational Research</a:t>
            </a:r>
          </a:p>
        </p:txBody>
      </p:sp>
      <p:grpSp>
        <p:nvGrpSpPr>
          <p:cNvPr id="3" name="Group 2">
            <a:extLst>
              <a:ext uri="{FF2B5EF4-FFF2-40B4-BE49-F238E27FC236}">
                <a16:creationId xmlns:a16="http://schemas.microsoft.com/office/drawing/2014/main" id="{B14A1F7D-5A6C-46AD-990B-A7E1117E4525}"/>
              </a:ext>
            </a:extLst>
          </p:cNvPr>
          <p:cNvGrpSpPr/>
          <p:nvPr/>
        </p:nvGrpSpPr>
        <p:grpSpPr>
          <a:xfrm>
            <a:off x="0" y="0"/>
            <a:ext cx="12192000" cy="680699"/>
            <a:chOff x="0" y="0"/>
            <a:chExt cx="12192000" cy="680699"/>
          </a:xfrm>
        </p:grpSpPr>
        <p:sp>
          <p:nvSpPr>
            <p:cNvPr id="4" name="Rectangle 3">
              <a:extLst>
                <a:ext uri="{FF2B5EF4-FFF2-40B4-BE49-F238E27FC236}">
                  <a16:creationId xmlns:a16="http://schemas.microsoft.com/office/drawing/2014/main" id="{813E22E1-B0BE-44F8-9B75-DDD5D34017CF}"/>
                </a:ext>
              </a:extLst>
            </p:cNvPr>
            <p:cNvSpPr/>
            <p:nvPr/>
          </p:nvSpPr>
          <p:spPr>
            <a:xfrm>
              <a:off x="0" y="120260"/>
              <a:ext cx="12192000" cy="560439"/>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800A201-47BE-4222-A1F8-EAA671A64C9C}"/>
                </a:ext>
              </a:extLst>
            </p:cNvPr>
            <p:cNvSpPr/>
            <p:nvPr/>
          </p:nvSpPr>
          <p:spPr>
            <a:xfrm>
              <a:off x="0" y="0"/>
              <a:ext cx="12192000" cy="560439"/>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18837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9541" y="0"/>
            <a:ext cx="10672917" cy="1609344"/>
          </a:xfrm>
        </p:spPr>
        <p:txBody>
          <a:bodyPr>
            <a:normAutofit/>
          </a:bodyPr>
          <a:lstStyle/>
          <a:p>
            <a:r>
              <a:rPr lang="en-US" dirty="0">
                <a:solidFill>
                  <a:schemeClr val="accent1">
                    <a:lumMod val="50000"/>
                  </a:schemeClr>
                </a:solidFill>
              </a:rPr>
              <a:t>three broad groups of methods</a:t>
            </a:r>
          </a:p>
        </p:txBody>
      </p:sp>
      <p:sp>
        <p:nvSpPr>
          <p:cNvPr id="3" name="Content Placeholder 2"/>
          <p:cNvSpPr>
            <a:spLocks noGrp="1"/>
          </p:cNvSpPr>
          <p:nvPr>
            <p:ph idx="1"/>
          </p:nvPr>
        </p:nvSpPr>
        <p:spPr>
          <a:xfrm>
            <a:off x="1066799" y="1841189"/>
            <a:ext cx="10058400" cy="1963895"/>
          </a:xfrm>
        </p:spPr>
        <p:txBody>
          <a:bodyPr>
            <a:normAutofit/>
          </a:bodyPr>
          <a:lstStyle/>
          <a:p>
            <a:r>
              <a:rPr lang="en-US" sz="3200" dirty="0"/>
              <a:t>Simulation methods</a:t>
            </a:r>
          </a:p>
          <a:p>
            <a:r>
              <a:rPr lang="en-US" sz="3200" dirty="0"/>
              <a:t>Optimization methods</a:t>
            </a:r>
          </a:p>
          <a:p>
            <a:r>
              <a:rPr lang="en-US" sz="3200" dirty="0"/>
              <a:t>Data Analysis methods</a:t>
            </a:r>
          </a:p>
        </p:txBody>
      </p:sp>
    </p:spTree>
    <p:extLst>
      <p:ext uri="{BB962C8B-B14F-4D97-AF65-F5344CB8AC3E}">
        <p14:creationId xmlns:p14="http://schemas.microsoft.com/office/powerpoint/2010/main" val="12640527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1885"/>
            <a:ext cx="10058400" cy="1609344"/>
          </a:xfrm>
        </p:spPr>
        <p:txBody>
          <a:bodyPr/>
          <a:lstStyle/>
          <a:p>
            <a:r>
              <a:rPr lang="en-US" dirty="0">
                <a:solidFill>
                  <a:schemeClr val="accent1">
                    <a:lumMod val="50000"/>
                  </a:schemeClr>
                </a:solidFill>
              </a:rPr>
              <a:t>Simulation method</a:t>
            </a:r>
          </a:p>
        </p:txBody>
      </p:sp>
      <p:sp>
        <p:nvSpPr>
          <p:cNvPr id="3" name="Content Placeholder 2"/>
          <p:cNvSpPr>
            <a:spLocks noGrp="1"/>
          </p:cNvSpPr>
          <p:nvPr>
            <p:ph idx="1"/>
          </p:nvPr>
        </p:nvSpPr>
        <p:spPr/>
        <p:txBody>
          <a:bodyPr/>
          <a:lstStyle/>
          <a:p>
            <a:r>
              <a:rPr lang="en-US" dirty="0"/>
              <a:t>It gives ability to conduct sensitive study to </a:t>
            </a:r>
          </a:p>
          <a:p>
            <a:pPr lvl="1"/>
            <a:r>
              <a:rPr lang="en-US" dirty="0"/>
              <a:t>a) Search for improvements</a:t>
            </a:r>
          </a:p>
          <a:p>
            <a:pPr lvl="1"/>
            <a:r>
              <a:rPr lang="en-US" dirty="0"/>
              <a:t>B) Test the improvement ideas that are being made.</a:t>
            </a:r>
          </a:p>
        </p:txBody>
      </p:sp>
    </p:spTree>
    <p:extLst>
      <p:ext uri="{BB962C8B-B14F-4D97-AF65-F5344CB8AC3E}">
        <p14:creationId xmlns:p14="http://schemas.microsoft.com/office/powerpoint/2010/main" val="9650046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27137"/>
            <a:ext cx="10058400" cy="1609344"/>
          </a:xfrm>
        </p:spPr>
        <p:txBody>
          <a:bodyPr/>
          <a:lstStyle/>
          <a:p>
            <a:r>
              <a:rPr lang="en-US" dirty="0">
                <a:solidFill>
                  <a:schemeClr val="accent1">
                    <a:lumMod val="50000"/>
                  </a:schemeClr>
                </a:solidFill>
              </a:rPr>
              <a:t>Optimization Methods</a:t>
            </a:r>
          </a:p>
        </p:txBody>
      </p:sp>
      <p:sp>
        <p:nvSpPr>
          <p:cNvPr id="3" name="Content Placeholder 2"/>
          <p:cNvSpPr>
            <a:spLocks noGrp="1"/>
          </p:cNvSpPr>
          <p:nvPr>
            <p:ph idx="1"/>
          </p:nvPr>
        </p:nvSpPr>
        <p:spPr/>
        <p:txBody>
          <a:bodyPr/>
          <a:lstStyle/>
          <a:p>
            <a:r>
              <a:rPr lang="en-US" dirty="0"/>
              <a:t>Here the goal is to identify and locate the very best choice, where innumerable feasible choices are available and comparing them is difficult</a:t>
            </a:r>
          </a:p>
        </p:txBody>
      </p:sp>
    </p:spTree>
    <p:extLst>
      <p:ext uri="{BB962C8B-B14F-4D97-AF65-F5344CB8AC3E}">
        <p14:creationId xmlns:p14="http://schemas.microsoft.com/office/powerpoint/2010/main" val="2947802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1885"/>
            <a:ext cx="10058400" cy="1609344"/>
          </a:xfrm>
        </p:spPr>
        <p:txBody>
          <a:bodyPr/>
          <a:lstStyle/>
          <a:p>
            <a:r>
              <a:rPr lang="en-US" dirty="0">
                <a:solidFill>
                  <a:schemeClr val="accent1">
                    <a:lumMod val="50000"/>
                  </a:schemeClr>
                </a:solidFill>
              </a:rPr>
              <a:t>Data Analysis Methods</a:t>
            </a:r>
          </a:p>
        </p:txBody>
      </p:sp>
      <p:sp>
        <p:nvSpPr>
          <p:cNvPr id="3" name="Content Placeholder 2"/>
          <p:cNvSpPr>
            <a:spLocks noGrp="1"/>
          </p:cNvSpPr>
          <p:nvPr>
            <p:ph idx="1"/>
          </p:nvPr>
        </p:nvSpPr>
        <p:spPr/>
        <p:txBody>
          <a:bodyPr/>
          <a:lstStyle/>
          <a:p>
            <a:r>
              <a:rPr lang="en-US" dirty="0"/>
              <a:t>The goal is to aid the decision make in detecting actual patters and inter-connections in the data set </a:t>
            </a:r>
          </a:p>
          <a:p>
            <a:r>
              <a:rPr lang="en-US" dirty="0"/>
              <a:t>Use of analysis for making solutions</a:t>
            </a:r>
          </a:p>
          <a:p>
            <a:endParaRPr lang="en-US" dirty="0"/>
          </a:p>
          <a:p>
            <a:r>
              <a:rPr lang="en-US" dirty="0"/>
              <a:t>This method is very useful in the public field.</a:t>
            </a:r>
          </a:p>
          <a:p>
            <a:endParaRPr lang="en-US" dirty="0"/>
          </a:p>
        </p:txBody>
      </p:sp>
    </p:spTree>
    <p:extLst>
      <p:ext uri="{BB962C8B-B14F-4D97-AF65-F5344CB8AC3E}">
        <p14:creationId xmlns:p14="http://schemas.microsoft.com/office/powerpoint/2010/main" val="2719222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7666" y="1912033"/>
            <a:ext cx="8596668" cy="3033933"/>
          </a:xfrm>
        </p:spPr>
        <p:txBody>
          <a:bodyPr>
            <a:normAutofit/>
          </a:bodyPr>
          <a:lstStyle/>
          <a:p>
            <a:pPr algn="ctr"/>
            <a:r>
              <a:rPr lang="en-US" sz="6000" dirty="0">
                <a:solidFill>
                  <a:schemeClr val="accent1">
                    <a:lumMod val="50000"/>
                  </a:schemeClr>
                </a:solidFill>
              </a:rPr>
              <a:t>Optimization</a:t>
            </a:r>
          </a:p>
        </p:txBody>
      </p:sp>
      <p:grpSp>
        <p:nvGrpSpPr>
          <p:cNvPr id="3" name="Group 2">
            <a:extLst>
              <a:ext uri="{FF2B5EF4-FFF2-40B4-BE49-F238E27FC236}">
                <a16:creationId xmlns:a16="http://schemas.microsoft.com/office/drawing/2014/main" id="{9AC41754-B968-4CCD-9245-9A8C46FDD49F}"/>
              </a:ext>
            </a:extLst>
          </p:cNvPr>
          <p:cNvGrpSpPr/>
          <p:nvPr/>
        </p:nvGrpSpPr>
        <p:grpSpPr>
          <a:xfrm>
            <a:off x="0" y="0"/>
            <a:ext cx="12192000" cy="680699"/>
            <a:chOff x="0" y="0"/>
            <a:chExt cx="12192000" cy="680699"/>
          </a:xfrm>
        </p:grpSpPr>
        <p:sp>
          <p:nvSpPr>
            <p:cNvPr id="4" name="Rectangle 3">
              <a:extLst>
                <a:ext uri="{FF2B5EF4-FFF2-40B4-BE49-F238E27FC236}">
                  <a16:creationId xmlns:a16="http://schemas.microsoft.com/office/drawing/2014/main" id="{EEAF5491-E644-4FFC-96F6-67C30D59D34E}"/>
                </a:ext>
              </a:extLst>
            </p:cNvPr>
            <p:cNvSpPr/>
            <p:nvPr/>
          </p:nvSpPr>
          <p:spPr>
            <a:xfrm>
              <a:off x="0" y="120260"/>
              <a:ext cx="12192000" cy="560439"/>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8C7C8BD-6333-4711-99BF-5F4DCFA629DA}"/>
                </a:ext>
              </a:extLst>
            </p:cNvPr>
            <p:cNvSpPr/>
            <p:nvPr/>
          </p:nvSpPr>
          <p:spPr>
            <a:xfrm>
              <a:off x="0" y="0"/>
              <a:ext cx="12192000" cy="560439"/>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5455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130226"/>
            <a:ext cx="8596668" cy="994117"/>
          </a:xfrm>
        </p:spPr>
        <p:txBody>
          <a:bodyPr/>
          <a:lstStyle/>
          <a:p>
            <a:r>
              <a:rPr lang="en-US" dirty="0">
                <a:solidFill>
                  <a:schemeClr val="accent1">
                    <a:lumMod val="50000"/>
                  </a:schemeClr>
                </a:solidFill>
              </a:rPr>
              <a:t>Overview</a:t>
            </a:r>
          </a:p>
        </p:txBody>
      </p:sp>
      <p:sp>
        <p:nvSpPr>
          <p:cNvPr id="3" name="Content Placeholder 2"/>
          <p:cNvSpPr>
            <a:spLocks noGrp="1"/>
          </p:cNvSpPr>
          <p:nvPr>
            <p:ph idx="1"/>
          </p:nvPr>
        </p:nvSpPr>
        <p:spPr>
          <a:xfrm>
            <a:off x="578860" y="1499407"/>
            <a:ext cx="8368192" cy="994117"/>
          </a:xfrm>
        </p:spPr>
        <p:txBody>
          <a:bodyPr>
            <a:normAutofit/>
          </a:bodyPr>
          <a:lstStyle/>
          <a:p>
            <a:r>
              <a:rPr lang="en-US" b="1" dirty="0"/>
              <a:t>The value you are trying to Optimize</a:t>
            </a:r>
          </a:p>
          <a:p>
            <a:pPr lvl="1"/>
            <a:r>
              <a:rPr lang="en-US" dirty="0"/>
              <a:t>Try to make a square as big as possible, What will be objective Function ? </a:t>
            </a:r>
          </a:p>
        </p:txBody>
      </p:sp>
      <p:sp>
        <p:nvSpPr>
          <p:cNvPr id="4" name="TextBox 3">
            <a:extLst>
              <a:ext uri="{FF2B5EF4-FFF2-40B4-BE49-F238E27FC236}">
                <a16:creationId xmlns:a16="http://schemas.microsoft.com/office/drawing/2014/main" id="{EF5D3331-C38E-4867-89A8-4077649ED9B8}"/>
              </a:ext>
            </a:extLst>
          </p:cNvPr>
          <p:cNvSpPr txBox="1"/>
          <p:nvPr/>
        </p:nvSpPr>
        <p:spPr>
          <a:xfrm>
            <a:off x="1295925" y="2381795"/>
            <a:ext cx="2515373" cy="461665"/>
          </a:xfrm>
          <a:prstGeom prst="rect">
            <a:avLst/>
          </a:prstGeom>
          <a:noFill/>
        </p:spPr>
        <p:txBody>
          <a:bodyPr wrap="square" rtlCol="0">
            <a:spAutoFit/>
          </a:bodyPr>
          <a:lstStyle/>
          <a:p>
            <a:r>
              <a:rPr lang="en-US" sz="2400" b="1" dirty="0"/>
              <a:t>Area =  a x b</a:t>
            </a:r>
          </a:p>
        </p:txBody>
      </p:sp>
      <p:grpSp>
        <p:nvGrpSpPr>
          <p:cNvPr id="8" name="Group 7">
            <a:extLst>
              <a:ext uri="{FF2B5EF4-FFF2-40B4-BE49-F238E27FC236}">
                <a16:creationId xmlns:a16="http://schemas.microsoft.com/office/drawing/2014/main" id="{5930683B-5759-4DFB-A556-31502B1D7B81}"/>
              </a:ext>
            </a:extLst>
          </p:cNvPr>
          <p:cNvGrpSpPr/>
          <p:nvPr/>
        </p:nvGrpSpPr>
        <p:grpSpPr>
          <a:xfrm>
            <a:off x="8380703" y="1892105"/>
            <a:ext cx="2226338" cy="1909745"/>
            <a:chOff x="8380703" y="1892105"/>
            <a:chExt cx="2226338" cy="1909745"/>
          </a:xfrm>
        </p:grpSpPr>
        <p:sp>
          <p:nvSpPr>
            <p:cNvPr id="5" name="Rectangle 4">
              <a:extLst>
                <a:ext uri="{FF2B5EF4-FFF2-40B4-BE49-F238E27FC236}">
                  <a16:creationId xmlns:a16="http://schemas.microsoft.com/office/drawing/2014/main" id="{B47F606B-87BD-4764-BB0F-73BE2A6DB7CA}"/>
                </a:ext>
              </a:extLst>
            </p:cNvPr>
            <p:cNvSpPr/>
            <p:nvPr/>
          </p:nvSpPr>
          <p:spPr>
            <a:xfrm>
              <a:off x="8380703" y="1892105"/>
              <a:ext cx="1786597" cy="1533378"/>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39022E4-1E5D-46F2-B310-6B2770A3E891}"/>
                </a:ext>
              </a:extLst>
            </p:cNvPr>
            <p:cNvSpPr txBox="1"/>
            <p:nvPr/>
          </p:nvSpPr>
          <p:spPr>
            <a:xfrm>
              <a:off x="10167301" y="2474128"/>
              <a:ext cx="439740" cy="369332"/>
            </a:xfrm>
            <a:prstGeom prst="rect">
              <a:avLst/>
            </a:prstGeom>
            <a:noFill/>
          </p:spPr>
          <p:txBody>
            <a:bodyPr wrap="square" rtlCol="0">
              <a:spAutoFit/>
            </a:bodyPr>
            <a:lstStyle/>
            <a:p>
              <a:r>
                <a:rPr lang="en-US" b="1" dirty="0"/>
                <a:t>a</a:t>
              </a:r>
            </a:p>
          </p:txBody>
        </p:sp>
        <p:sp>
          <p:nvSpPr>
            <p:cNvPr id="7" name="TextBox 6">
              <a:extLst>
                <a:ext uri="{FF2B5EF4-FFF2-40B4-BE49-F238E27FC236}">
                  <a16:creationId xmlns:a16="http://schemas.microsoft.com/office/drawing/2014/main" id="{621CABB6-8D7B-4E4A-8F24-54549354AEF4}"/>
                </a:ext>
              </a:extLst>
            </p:cNvPr>
            <p:cNvSpPr txBox="1"/>
            <p:nvPr/>
          </p:nvSpPr>
          <p:spPr>
            <a:xfrm>
              <a:off x="9112872" y="3432518"/>
              <a:ext cx="368752" cy="369332"/>
            </a:xfrm>
            <a:prstGeom prst="rect">
              <a:avLst/>
            </a:prstGeom>
            <a:noFill/>
          </p:spPr>
          <p:txBody>
            <a:bodyPr wrap="square" rtlCol="0">
              <a:spAutoFit/>
            </a:bodyPr>
            <a:lstStyle/>
            <a:p>
              <a:r>
                <a:rPr lang="en-US" b="1" dirty="0"/>
                <a:t>b</a:t>
              </a:r>
            </a:p>
          </p:txBody>
        </p:sp>
      </p:grpSp>
      <p:grpSp>
        <p:nvGrpSpPr>
          <p:cNvPr id="13" name="Group 12">
            <a:extLst>
              <a:ext uri="{FF2B5EF4-FFF2-40B4-BE49-F238E27FC236}">
                <a16:creationId xmlns:a16="http://schemas.microsoft.com/office/drawing/2014/main" id="{40CF5FB9-190B-4963-A516-DB587BD8B549}"/>
              </a:ext>
            </a:extLst>
          </p:cNvPr>
          <p:cNvGrpSpPr/>
          <p:nvPr/>
        </p:nvGrpSpPr>
        <p:grpSpPr>
          <a:xfrm>
            <a:off x="8380703" y="1888587"/>
            <a:ext cx="2226338" cy="1909745"/>
            <a:chOff x="4158051" y="3043311"/>
            <a:chExt cx="2226338" cy="1909745"/>
          </a:xfrm>
        </p:grpSpPr>
        <p:sp>
          <p:nvSpPr>
            <p:cNvPr id="10" name="Rectangle 9">
              <a:extLst>
                <a:ext uri="{FF2B5EF4-FFF2-40B4-BE49-F238E27FC236}">
                  <a16:creationId xmlns:a16="http://schemas.microsoft.com/office/drawing/2014/main" id="{4B096B4B-FC2C-40D9-A3EF-A5192724D0D1}"/>
                </a:ext>
              </a:extLst>
            </p:cNvPr>
            <p:cNvSpPr/>
            <p:nvPr/>
          </p:nvSpPr>
          <p:spPr>
            <a:xfrm>
              <a:off x="4158051" y="3043311"/>
              <a:ext cx="1786597" cy="1533378"/>
            </a:xfrm>
            <a:prstGeom prst="rect">
              <a:avLst/>
            </a:prstGeom>
            <a:pattFill prst="wdUpDiag">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3D23B9A-E2BF-41B3-9807-BC4EB22568B0}"/>
                </a:ext>
              </a:extLst>
            </p:cNvPr>
            <p:cNvSpPr txBox="1"/>
            <p:nvPr/>
          </p:nvSpPr>
          <p:spPr>
            <a:xfrm>
              <a:off x="5944649" y="3625334"/>
              <a:ext cx="439740" cy="369332"/>
            </a:xfrm>
            <a:prstGeom prst="rect">
              <a:avLst/>
            </a:prstGeom>
            <a:noFill/>
          </p:spPr>
          <p:txBody>
            <a:bodyPr wrap="square" rtlCol="0">
              <a:spAutoFit/>
            </a:bodyPr>
            <a:lstStyle/>
            <a:p>
              <a:r>
                <a:rPr lang="en-US" b="1" dirty="0"/>
                <a:t>a</a:t>
              </a:r>
            </a:p>
          </p:txBody>
        </p:sp>
        <p:sp>
          <p:nvSpPr>
            <p:cNvPr id="12" name="TextBox 11">
              <a:extLst>
                <a:ext uri="{FF2B5EF4-FFF2-40B4-BE49-F238E27FC236}">
                  <a16:creationId xmlns:a16="http://schemas.microsoft.com/office/drawing/2014/main" id="{505D6384-ACF5-4C2F-90DE-0349B685795B}"/>
                </a:ext>
              </a:extLst>
            </p:cNvPr>
            <p:cNvSpPr txBox="1"/>
            <p:nvPr/>
          </p:nvSpPr>
          <p:spPr>
            <a:xfrm>
              <a:off x="4890220" y="4583724"/>
              <a:ext cx="368752" cy="369332"/>
            </a:xfrm>
            <a:prstGeom prst="rect">
              <a:avLst/>
            </a:prstGeom>
            <a:noFill/>
          </p:spPr>
          <p:txBody>
            <a:bodyPr wrap="square" rtlCol="0">
              <a:spAutoFit/>
            </a:bodyPr>
            <a:lstStyle/>
            <a:p>
              <a:r>
                <a:rPr lang="en-US" b="1" dirty="0"/>
                <a:t>b</a:t>
              </a:r>
            </a:p>
          </p:txBody>
        </p:sp>
      </p:grpSp>
      <p:sp>
        <p:nvSpPr>
          <p:cNvPr id="14" name="Content Placeholder 2">
            <a:extLst>
              <a:ext uri="{FF2B5EF4-FFF2-40B4-BE49-F238E27FC236}">
                <a16:creationId xmlns:a16="http://schemas.microsoft.com/office/drawing/2014/main" id="{5F673CE8-9A54-49C9-B082-568C0C26BE66}"/>
              </a:ext>
            </a:extLst>
          </p:cNvPr>
          <p:cNvSpPr txBox="1">
            <a:spLocks/>
          </p:cNvSpPr>
          <p:nvPr/>
        </p:nvSpPr>
        <p:spPr>
          <a:xfrm>
            <a:off x="578860" y="2938977"/>
            <a:ext cx="5413977" cy="99411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Goals of Optimization </a:t>
            </a:r>
          </a:p>
          <a:p>
            <a:pPr lvl="1"/>
            <a:r>
              <a:rPr lang="en-US" dirty="0"/>
              <a:t>To Improve the value of the Objective Function </a:t>
            </a:r>
          </a:p>
        </p:txBody>
      </p:sp>
      <p:grpSp>
        <p:nvGrpSpPr>
          <p:cNvPr id="20" name="Group 19">
            <a:extLst>
              <a:ext uri="{FF2B5EF4-FFF2-40B4-BE49-F238E27FC236}">
                <a16:creationId xmlns:a16="http://schemas.microsoft.com/office/drawing/2014/main" id="{3DE4D1F9-2B83-4EA3-B8C6-503316421ECE}"/>
              </a:ext>
            </a:extLst>
          </p:cNvPr>
          <p:cNvGrpSpPr/>
          <p:nvPr/>
        </p:nvGrpSpPr>
        <p:grpSpPr>
          <a:xfrm>
            <a:off x="5868607" y="3012808"/>
            <a:ext cx="1728956" cy="1772866"/>
            <a:chOff x="5868607" y="3053276"/>
            <a:chExt cx="1728956" cy="1772866"/>
          </a:xfrm>
        </p:grpSpPr>
        <p:sp>
          <p:nvSpPr>
            <p:cNvPr id="17" name="Arrow: Down 16">
              <a:extLst>
                <a:ext uri="{FF2B5EF4-FFF2-40B4-BE49-F238E27FC236}">
                  <a16:creationId xmlns:a16="http://schemas.microsoft.com/office/drawing/2014/main" id="{0F5DCD93-2B68-458F-BFAB-EE9C9531A55C}"/>
                </a:ext>
              </a:extLst>
            </p:cNvPr>
            <p:cNvSpPr/>
            <p:nvPr/>
          </p:nvSpPr>
          <p:spPr>
            <a:xfrm rot="10800000">
              <a:off x="6261818" y="3053276"/>
              <a:ext cx="942536" cy="1120780"/>
            </a:xfrm>
            <a:prstGeom prst="downArrow">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91560BA-3E21-451E-8640-35DDC61D8D4D}"/>
                </a:ext>
              </a:extLst>
            </p:cNvPr>
            <p:cNvSpPr txBox="1"/>
            <p:nvPr/>
          </p:nvSpPr>
          <p:spPr>
            <a:xfrm>
              <a:off x="5868607" y="4364477"/>
              <a:ext cx="1728956" cy="461665"/>
            </a:xfrm>
            <a:prstGeom prst="rect">
              <a:avLst/>
            </a:prstGeom>
            <a:noFill/>
          </p:spPr>
          <p:txBody>
            <a:bodyPr wrap="square" rtlCol="0">
              <a:spAutoFit/>
            </a:bodyPr>
            <a:lstStyle/>
            <a:p>
              <a:pPr algn="ctr"/>
              <a:r>
                <a:rPr lang="en-US" sz="2400" b="1" dirty="0"/>
                <a:t>Maximize</a:t>
              </a:r>
            </a:p>
          </p:txBody>
        </p:sp>
      </p:grpSp>
      <p:grpSp>
        <p:nvGrpSpPr>
          <p:cNvPr id="21" name="Group 20">
            <a:extLst>
              <a:ext uri="{FF2B5EF4-FFF2-40B4-BE49-F238E27FC236}">
                <a16:creationId xmlns:a16="http://schemas.microsoft.com/office/drawing/2014/main" id="{0D884645-BF39-42D0-83D6-BE5F5FBF596D}"/>
              </a:ext>
            </a:extLst>
          </p:cNvPr>
          <p:cNvGrpSpPr/>
          <p:nvPr/>
        </p:nvGrpSpPr>
        <p:grpSpPr>
          <a:xfrm>
            <a:off x="7719718" y="3012808"/>
            <a:ext cx="1728956" cy="1746462"/>
            <a:chOff x="9120951" y="3310512"/>
            <a:chExt cx="1728956" cy="1746462"/>
          </a:xfrm>
        </p:grpSpPr>
        <p:sp>
          <p:nvSpPr>
            <p:cNvPr id="15" name="Arrow: Down 14">
              <a:extLst>
                <a:ext uri="{FF2B5EF4-FFF2-40B4-BE49-F238E27FC236}">
                  <a16:creationId xmlns:a16="http://schemas.microsoft.com/office/drawing/2014/main" id="{B12231EC-69DB-488B-9A57-F66B816B89F5}"/>
                </a:ext>
              </a:extLst>
            </p:cNvPr>
            <p:cNvSpPr/>
            <p:nvPr/>
          </p:nvSpPr>
          <p:spPr>
            <a:xfrm>
              <a:off x="9408978" y="3310512"/>
              <a:ext cx="942536" cy="1120780"/>
            </a:xfrm>
            <a:prstGeom prst="downArrow">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79F6A47-74DD-49DD-95AC-2561D0CE2ABB}"/>
                </a:ext>
              </a:extLst>
            </p:cNvPr>
            <p:cNvSpPr txBox="1"/>
            <p:nvPr/>
          </p:nvSpPr>
          <p:spPr>
            <a:xfrm>
              <a:off x="9120951" y="4595309"/>
              <a:ext cx="1728956" cy="461665"/>
            </a:xfrm>
            <a:prstGeom prst="rect">
              <a:avLst/>
            </a:prstGeom>
            <a:noFill/>
          </p:spPr>
          <p:txBody>
            <a:bodyPr wrap="square" rtlCol="0">
              <a:spAutoFit/>
            </a:bodyPr>
            <a:lstStyle/>
            <a:p>
              <a:pPr algn="ctr"/>
              <a:r>
                <a:rPr lang="en-US" sz="2400" b="1" dirty="0"/>
                <a:t>Minimize</a:t>
              </a:r>
            </a:p>
          </p:txBody>
        </p:sp>
      </p:grpSp>
      <p:sp>
        <p:nvSpPr>
          <p:cNvPr id="22" name="Content Placeholder 2">
            <a:extLst>
              <a:ext uri="{FF2B5EF4-FFF2-40B4-BE49-F238E27FC236}">
                <a16:creationId xmlns:a16="http://schemas.microsoft.com/office/drawing/2014/main" id="{AD5DECE0-876B-48DE-82E8-71EBC61B8392}"/>
              </a:ext>
            </a:extLst>
          </p:cNvPr>
          <p:cNvSpPr txBox="1">
            <a:spLocks/>
          </p:cNvSpPr>
          <p:nvPr/>
        </p:nvSpPr>
        <p:spPr>
          <a:xfrm>
            <a:off x="590536" y="3910210"/>
            <a:ext cx="5009092" cy="99411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Decision Variables / Design Variables  </a:t>
            </a:r>
          </a:p>
          <a:p>
            <a:pPr lvl="1"/>
            <a:r>
              <a:rPr lang="en-US" dirty="0"/>
              <a:t>Values the Optimizer can Change  </a:t>
            </a:r>
          </a:p>
        </p:txBody>
      </p:sp>
      <p:sp>
        <p:nvSpPr>
          <p:cNvPr id="23" name="TextBox 22">
            <a:extLst>
              <a:ext uri="{FF2B5EF4-FFF2-40B4-BE49-F238E27FC236}">
                <a16:creationId xmlns:a16="http://schemas.microsoft.com/office/drawing/2014/main" id="{1A98134D-31D4-4051-B71D-F6B3403C518F}"/>
              </a:ext>
            </a:extLst>
          </p:cNvPr>
          <p:cNvSpPr txBox="1"/>
          <p:nvPr/>
        </p:nvSpPr>
        <p:spPr>
          <a:xfrm>
            <a:off x="4926056" y="4297605"/>
            <a:ext cx="2761759" cy="461665"/>
          </a:xfrm>
          <a:prstGeom prst="rect">
            <a:avLst/>
          </a:prstGeom>
          <a:noFill/>
        </p:spPr>
        <p:txBody>
          <a:bodyPr wrap="square" rtlCol="0">
            <a:spAutoFit/>
          </a:bodyPr>
          <a:lstStyle/>
          <a:p>
            <a:pPr algn="ctr"/>
            <a:r>
              <a:rPr lang="en-US" sz="2400" b="1" dirty="0"/>
              <a:t>Length of Square</a:t>
            </a:r>
          </a:p>
        </p:txBody>
      </p:sp>
    </p:spTree>
    <p:extLst>
      <p:ext uri="{BB962C8B-B14F-4D97-AF65-F5344CB8AC3E}">
        <p14:creationId xmlns:p14="http://schemas.microsoft.com/office/powerpoint/2010/main" val="2991008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2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2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P spid="22" grpId="0"/>
      <p:bldP spid="23"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E71CFA69A98247845C383A00253C40" ma:contentTypeVersion="2" ma:contentTypeDescription="Create a new document." ma:contentTypeScope="" ma:versionID="f72964e7bbe5712c818c7fedd9512191">
  <xsd:schema xmlns:xsd="http://www.w3.org/2001/XMLSchema" xmlns:xs="http://www.w3.org/2001/XMLSchema" xmlns:p="http://schemas.microsoft.com/office/2006/metadata/properties" xmlns:ns2="df63d6c3-3097-4dac-9e01-3e35a00a78b2" targetNamespace="http://schemas.microsoft.com/office/2006/metadata/properties" ma:root="true" ma:fieldsID="ddd1b32bd9dd0fd619750b9a6d7097df" ns2:_="">
    <xsd:import namespace="df63d6c3-3097-4dac-9e01-3e35a00a78b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63d6c3-3097-4dac-9e01-3e35a00a78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6E84C08-BE6E-4D47-8423-513455CA79AB}"/>
</file>

<file path=customXml/itemProps2.xml><?xml version="1.0" encoding="utf-8"?>
<ds:datastoreItem xmlns:ds="http://schemas.openxmlformats.org/officeDocument/2006/customXml" ds:itemID="{8BDEC20C-0362-477B-B6E0-A420EBAE8EBA}"/>
</file>

<file path=customXml/itemProps3.xml><?xml version="1.0" encoding="utf-8"?>
<ds:datastoreItem xmlns:ds="http://schemas.openxmlformats.org/officeDocument/2006/customXml" ds:itemID="{25D572F1-0545-42C5-A4A6-59426599FBF0}"/>
</file>

<file path=docProps/app.xml><?xml version="1.0" encoding="utf-8"?>
<Properties xmlns="http://schemas.openxmlformats.org/officeDocument/2006/extended-properties" xmlns:vt="http://schemas.openxmlformats.org/officeDocument/2006/docPropsVTypes">
  <Template>TM03090434[[fn=Wood Type]]</Template>
  <TotalTime>8377</TotalTime>
  <Words>1034</Words>
  <Application>Microsoft Office PowerPoint</Application>
  <PresentationFormat>Widescreen</PresentationFormat>
  <Paragraphs>166</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Wood Type</vt:lpstr>
      <vt:lpstr>Who Am I ? </vt:lpstr>
      <vt:lpstr>OPERATIONAL RESEARCH</vt:lpstr>
      <vt:lpstr>Online Learning Ground Rules</vt:lpstr>
      <vt:lpstr>Syllabus</vt:lpstr>
      <vt:lpstr>Need of Operations Research</vt:lpstr>
      <vt:lpstr>Why did WHO define separately ?</vt:lpstr>
      <vt:lpstr>Introduction to Operations Research</vt:lpstr>
      <vt:lpstr>DEFINITION There are many definitions of OR</vt:lpstr>
      <vt:lpstr>A comprehensive definition accepted by most in all fields is</vt:lpstr>
      <vt:lpstr>Objectives  of  Operational Research</vt:lpstr>
      <vt:lpstr>Objectives of Operational research</vt:lpstr>
      <vt:lpstr>PowerPoint Presentation</vt:lpstr>
      <vt:lpstr>Practical implementation </vt:lpstr>
      <vt:lpstr>Scope  of  Operational  Research</vt:lpstr>
      <vt:lpstr>Scope of Operational Research</vt:lpstr>
      <vt:lpstr>Scope of Operational Research</vt:lpstr>
      <vt:lpstr>Steps of  Problem Solving</vt:lpstr>
      <vt:lpstr>Steps</vt:lpstr>
      <vt:lpstr>PowerPoint Presentation</vt:lpstr>
      <vt:lpstr>PowerPoint Presentation</vt:lpstr>
      <vt:lpstr>Step III: Determine Evaluating Criteria</vt:lpstr>
      <vt:lpstr>Step IV: Evaluate Alternatives</vt:lpstr>
      <vt:lpstr>Step V: Choose a Solution</vt:lpstr>
      <vt:lpstr>Step VI: Implement the solution</vt:lpstr>
      <vt:lpstr>Methods  Of  Operational Research</vt:lpstr>
      <vt:lpstr>three broad groups of methods</vt:lpstr>
      <vt:lpstr>Simulation method</vt:lpstr>
      <vt:lpstr>Optimization Methods</vt:lpstr>
      <vt:lpstr>Data Analysis Methods</vt:lpstr>
      <vt:lpstr>Optimization</vt:lpstr>
      <vt:lpstr>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Umesh Zemse</cp:lastModifiedBy>
  <cp:revision>575</cp:revision>
  <dcterms:created xsi:type="dcterms:W3CDTF">2019-07-10T03:56:52Z</dcterms:created>
  <dcterms:modified xsi:type="dcterms:W3CDTF">2020-09-13T14:48:42Z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0x0101008BE71CFA69A98247845C383A00253C40</vt:lpwstr>
  </property>
  <property fmtid="{D5CDD505-2E9C-101B-9397-08002B2CF9AE}" pid="3" name="Order">
    <vt:r8>1593000</vt:r8>
  </property>
  <property fmtid="{D5CDD505-2E9C-101B-9397-08002B2CF9AE}" pid="4" name="_ExtendedDescription">
    <vt:lpwstr/>
  </property>
  <property fmtid="{D5CDD505-2E9C-101B-9397-08002B2CF9AE}" pid="5" name="TriggerFlowInfo">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ies>
</file>