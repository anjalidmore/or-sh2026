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0" r:id="rId1"/>
  </p:sldMasterIdLst>
  <p:sldIdLst>
    <p:sldId id="299" r:id="rId2"/>
    <p:sldId id="300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329" r:id="rId18"/>
    <p:sldId id="33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3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CC59FD-ADD7-CCF0-CE1C-7E51603C514B}" v="1" dt="2021-10-20T17:57:19.0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29" autoAdjust="0"/>
    <p:restoredTop sz="94353" autoAdjust="0"/>
  </p:normalViewPr>
  <p:slideViewPr>
    <p:cSldViewPr snapToGrid="0">
      <p:cViewPr varScale="1">
        <p:scale>
          <a:sx n="65" d="100"/>
          <a:sy n="65" d="100"/>
        </p:scale>
        <p:origin x="9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Relationship Id="rId27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mesh Zemse" userId="f5579818-f47c-4551-9630-9efa4dd51d64" providerId="ADAL" clId="{540DD99E-8EFB-43B0-8356-11D39B9DB913}"/>
    <pc:docChg chg="undo custSel addSld delSld modSld sldOrd">
      <pc:chgData name="Umesh Zemse" userId="f5579818-f47c-4551-9630-9efa4dd51d64" providerId="ADAL" clId="{540DD99E-8EFB-43B0-8356-11D39B9DB913}" dt="2020-08-01T03:49:05.390" v="1962" actId="6549"/>
      <pc:docMkLst>
        <pc:docMk/>
      </pc:docMkLst>
      <pc:sldChg chg="modSp">
        <pc:chgData name="Umesh Zemse" userId="f5579818-f47c-4551-9630-9efa4dd51d64" providerId="ADAL" clId="{540DD99E-8EFB-43B0-8356-11D39B9DB913}" dt="2020-07-17T08:51:14.337" v="385" actId="207"/>
        <pc:sldMkLst>
          <pc:docMk/>
          <pc:sldMk cId="1264052739" sldId="272"/>
        </pc:sldMkLst>
        <pc:spChg chg="mod">
          <ac:chgData name="Umesh Zemse" userId="f5579818-f47c-4551-9630-9efa4dd51d64" providerId="ADAL" clId="{540DD99E-8EFB-43B0-8356-11D39B9DB913}" dt="2020-07-17T08:51:14.337" v="385" actId="207"/>
          <ac:spMkLst>
            <pc:docMk/>
            <pc:sldMk cId="1264052739" sldId="272"/>
            <ac:spMk id="2" creationId="{00000000-0000-0000-0000-000000000000}"/>
          </ac:spMkLst>
        </pc:spChg>
      </pc:sldChg>
      <pc:sldChg chg="modSp">
        <pc:chgData name="Umesh Zemse" userId="f5579818-f47c-4551-9630-9efa4dd51d64" providerId="ADAL" clId="{540DD99E-8EFB-43B0-8356-11D39B9DB913}" dt="2020-07-17T08:51:18.614" v="386" actId="207"/>
        <pc:sldMkLst>
          <pc:docMk/>
          <pc:sldMk cId="965004602" sldId="273"/>
        </pc:sldMkLst>
        <pc:spChg chg="mod">
          <ac:chgData name="Umesh Zemse" userId="f5579818-f47c-4551-9630-9efa4dd51d64" providerId="ADAL" clId="{540DD99E-8EFB-43B0-8356-11D39B9DB913}" dt="2020-07-17T08:51:18.614" v="386" actId="207"/>
          <ac:spMkLst>
            <pc:docMk/>
            <pc:sldMk cId="965004602" sldId="273"/>
            <ac:spMk id="2" creationId="{00000000-0000-0000-0000-000000000000}"/>
          </ac:spMkLst>
        </pc:spChg>
      </pc:sldChg>
      <pc:sldChg chg="modSp">
        <pc:chgData name="Umesh Zemse" userId="f5579818-f47c-4551-9630-9efa4dd51d64" providerId="ADAL" clId="{540DD99E-8EFB-43B0-8356-11D39B9DB913}" dt="2020-07-17T08:51:23.088" v="387" actId="207"/>
        <pc:sldMkLst>
          <pc:docMk/>
          <pc:sldMk cId="294780215" sldId="274"/>
        </pc:sldMkLst>
        <pc:spChg chg="mod">
          <ac:chgData name="Umesh Zemse" userId="f5579818-f47c-4551-9630-9efa4dd51d64" providerId="ADAL" clId="{540DD99E-8EFB-43B0-8356-11D39B9DB913}" dt="2020-07-17T08:51:23.088" v="387" actId="207"/>
          <ac:spMkLst>
            <pc:docMk/>
            <pc:sldMk cId="294780215" sldId="274"/>
            <ac:spMk id="2" creationId="{00000000-0000-0000-0000-000000000000}"/>
          </ac:spMkLst>
        </pc:spChg>
        <pc:spChg chg="mod">
          <ac:chgData name="Umesh Zemse" userId="f5579818-f47c-4551-9630-9efa4dd51d64" providerId="ADAL" clId="{540DD99E-8EFB-43B0-8356-11D39B9DB913}" dt="2020-07-15T08:08:56.737" v="0" actId="313"/>
          <ac:spMkLst>
            <pc:docMk/>
            <pc:sldMk cId="294780215" sldId="274"/>
            <ac:spMk id="3" creationId="{00000000-0000-0000-0000-000000000000}"/>
          </ac:spMkLst>
        </pc:spChg>
      </pc:sldChg>
      <pc:sldChg chg="modSp">
        <pc:chgData name="Umesh Zemse" userId="f5579818-f47c-4551-9630-9efa4dd51d64" providerId="ADAL" clId="{540DD99E-8EFB-43B0-8356-11D39B9DB913}" dt="2020-07-17T08:51:26.352" v="388" actId="207"/>
        <pc:sldMkLst>
          <pc:docMk/>
          <pc:sldMk cId="2719222110" sldId="275"/>
        </pc:sldMkLst>
        <pc:spChg chg="mod">
          <ac:chgData name="Umesh Zemse" userId="f5579818-f47c-4551-9630-9efa4dd51d64" providerId="ADAL" clId="{540DD99E-8EFB-43B0-8356-11D39B9DB913}" dt="2020-07-17T08:51:26.352" v="388" actId="207"/>
          <ac:spMkLst>
            <pc:docMk/>
            <pc:sldMk cId="2719222110" sldId="275"/>
            <ac:spMk id="2" creationId="{00000000-0000-0000-0000-000000000000}"/>
          </ac:spMkLst>
        </pc:spChg>
      </pc:sldChg>
      <pc:sldChg chg="modSp">
        <pc:chgData name="Umesh Zemse" userId="f5579818-f47c-4551-9630-9efa4dd51d64" providerId="ADAL" clId="{540DD99E-8EFB-43B0-8356-11D39B9DB913}" dt="2020-07-17T08:51:56.887" v="392" actId="207"/>
        <pc:sldMkLst>
          <pc:docMk/>
          <pc:sldMk cId="2771644036" sldId="293"/>
        </pc:sldMkLst>
        <pc:spChg chg="mod">
          <ac:chgData name="Umesh Zemse" userId="f5579818-f47c-4551-9630-9efa4dd51d64" providerId="ADAL" clId="{540DD99E-8EFB-43B0-8356-11D39B9DB913}" dt="2020-07-17T08:51:56.887" v="392" actId="207"/>
          <ac:spMkLst>
            <pc:docMk/>
            <pc:sldMk cId="2771644036" sldId="293"/>
            <ac:spMk id="2" creationId="{00000000-0000-0000-0000-000000000000}"/>
          </ac:spMkLst>
        </pc:spChg>
      </pc:sldChg>
      <pc:sldChg chg="modSp">
        <pc:chgData name="Umesh Zemse" userId="f5579818-f47c-4551-9630-9efa4dd51d64" providerId="ADAL" clId="{540DD99E-8EFB-43B0-8356-11D39B9DB913}" dt="2020-07-17T08:52:00.016" v="393" actId="207"/>
        <pc:sldMkLst>
          <pc:docMk/>
          <pc:sldMk cId="2323935477" sldId="294"/>
        </pc:sldMkLst>
        <pc:spChg chg="mod">
          <ac:chgData name="Umesh Zemse" userId="f5579818-f47c-4551-9630-9efa4dd51d64" providerId="ADAL" clId="{540DD99E-8EFB-43B0-8356-11D39B9DB913}" dt="2020-07-17T08:52:00.016" v="393" actId="207"/>
          <ac:spMkLst>
            <pc:docMk/>
            <pc:sldMk cId="2323935477" sldId="294"/>
            <ac:spMk id="2" creationId="{DB82709E-0EC0-4971-A1CA-640DDB0215EB}"/>
          </ac:spMkLst>
        </pc:spChg>
      </pc:sldChg>
      <pc:sldChg chg="modSp">
        <pc:chgData name="Umesh Zemse" userId="f5579818-f47c-4551-9630-9efa4dd51d64" providerId="ADAL" clId="{540DD99E-8EFB-43B0-8356-11D39B9DB913}" dt="2020-07-17T08:52:03.393" v="394" actId="207"/>
        <pc:sldMkLst>
          <pc:docMk/>
          <pc:sldMk cId="2969517211" sldId="295"/>
        </pc:sldMkLst>
        <pc:spChg chg="mod">
          <ac:chgData name="Umesh Zemse" userId="f5579818-f47c-4551-9630-9efa4dd51d64" providerId="ADAL" clId="{540DD99E-8EFB-43B0-8356-11D39B9DB913}" dt="2020-07-17T08:52:03.393" v="394" actId="207"/>
          <ac:spMkLst>
            <pc:docMk/>
            <pc:sldMk cId="2969517211" sldId="295"/>
            <ac:spMk id="2" creationId="{BAF803E9-47AC-42F4-808B-984CC278ED0B}"/>
          </ac:spMkLst>
        </pc:spChg>
      </pc:sldChg>
      <pc:sldChg chg="modSp">
        <pc:chgData name="Umesh Zemse" userId="f5579818-f47c-4551-9630-9efa4dd51d64" providerId="ADAL" clId="{540DD99E-8EFB-43B0-8356-11D39B9DB913}" dt="2020-07-17T08:52:12.263" v="395" actId="207"/>
        <pc:sldMkLst>
          <pc:docMk/>
          <pc:sldMk cId="3305528177" sldId="296"/>
        </pc:sldMkLst>
        <pc:spChg chg="mod">
          <ac:chgData name="Umesh Zemse" userId="f5579818-f47c-4551-9630-9efa4dd51d64" providerId="ADAL" clId="{540DD99E-8EFB-43B0-8356-11D39B9DB913}" dt="2020-07-17T08:52:12.263" v="395" actId="207"/>
          <ac:spMkLst>
            <pc:docMk/>
            <pc:sldMk cId="3305528177" sldId="296"/>
            <ac:spMk id="2" creationId="{E0104F68-A9B6-4A9C-BD18-0301D1C829DB}"/>
          </ac:spMkLst>
        </pc:spChg>
      </pc:sldChg>
      <pc:sldChg chg="addSp delSp modSp delAnim modAnim">
        <pc:chgData name="Umesh Zemse" userId="f5579818-f47c-4551-9630-9efa4dd51d64" providerId="ADAL" clId="{540DD99E-8EFB-43B0-8356-11D39B9DB913}" dt="2020-07-17T08:52:29.111" v="399" actId="207"/>
        <pc:sldMkLst>
          <pc:docMk/>
          <pc:sldMk cId="1948447143" sldId="297"/>
        </pc:sldMkLst>
        <pc:spChg chg="mod">
          <ac:chgData name="Umesh Zemse" userId="f5579818-f47c-4551-9630-9efa4dd51d64" providerId="ADAL" clId="{540DD99E-8EFB-43B0-8356-11D39B9DB913}" dt="2020-07-17T08:52:29.111" v="399" actId="207"/>
          <ac:spMkLst>
            <pc:docMk/>
            <pc:sldMk cId="1948447143" sldId="297"/>
            <ac:spMk id="2" creationId="{11E3A721-98EA-4FA0-9C28-A1CD39FEBC42}"/>
          </ac:spMkLst>
        </pc:spChg>
        <pc:spChg chg="del mod topLvl">
          <ac:chgData name="Umesh Zemse" userId="f5579818-f47c-4551-9630-9efa4dd51d64" providerId="ADAL" clId="{540DD99E-8EFB-43B0-8356-11D39B9DB913}" dt="2020-07-15T08:22:07.986" v="92" actId="478"/>
          <ac:spMkLst>
            <pc:docMk/>
            <pc:sldMk cId="1948447143" sldId="297"/>
            <ac:spMk id="102" creationId="{4CC0EF38-1D39-49E3-BDFF-6EC66958973B}"/>
          </ac:spMkLst>
        </pc:spChg>
        <pc:spChg chg="del mod topLvl">
          <ac:chgData name="Umesh Zemse" userId="f5579818-f47c-4551-9630-9efa4dd51d64" providerId="ADAL" clId="{540DD99E-8EFB-43B0-8356-11D39B9DB913}" dt="2020-07-15T08:19:05.126" v="6" actId="478"/>
          <ac:spMkLst>
            <pc:docMk/>
            <pc:sldMk cId="1948447143" sldId="297"/>
            <ac:spMk id="103" creationId="{4068BA94-DACD-41C3-A762-06BC86E0D48D}"/>
          </ac:spMkLst>
        </pc:spChg>
        <pc:spChg chg="del mod topLvl">
          <ac:chgData name="Umesh Zemse" userId="f5579818-f47c-4551-9630-9efa4dd51d64" providerId="ADAL" clId="{540DD99E-8EFB-43B0-8356-11D39B9DB913}" dt="2020-07-15T08:19:07.558" v="7" actId="478"/>
          <ac:spMkLst>
            <pc:docMk/>
            <pc:sldMk cId="1948447143" sldId="297"/>
            <ac:spMk id="105" creationId="{33F9F9E6-337E-44BF-99CC-600F8CD6D443}"/>
          </ac:spMkLst>
        </pc:spChg>
        <pc:spChg chg="add del mod">
          <ac:chgData name="Umesh Zemse" userId="f5579818-f47c-4551-9630-9efa4dd51d64" providerId="ADAL" clId="{540DD99E-8EFB-43B0-8356-11D39B9DB913}" dt="2020-07-15T08:24:45.630" v="94" actId="478"/>
          <ac:spMkLst>
            <pc:docMk/>
            <pc:sldMk cId="1948447143" sldId="297"/>
            <ac:spMk id="106" creationId="{47216382-9EA1-4B88-BAD1-E9B2A60724F4}"/>
          </ac:spMkLst>
        </pc:spChg>
        <pc:spChg chg="mod">
          <ac:chgData name="Umesh Zemse" userId="f5579818-f47c-4551-9630-9efa4dd51d64" providerId="ADAL" clId="{540DD99E-8EFB-43B0-8356-11D39B9DB913}" dt="2020-07-15T08:24:58.263" v="99" actId="20577"/>
          <ac:spMkLst>
            <pc:docMk/>
            <pc:sldMk cId="1948447143" sldId="297"/>
            <ac:spMk id="108" creationId="{687B0F88-5936-4645-A5A0-ABD824416035}"/>
          </ac:spMkLst>
        </pc:spChg>
        <pc:spChg chg="mod">
          <ac:chgData name="Umesh Zemse" userId="f5579818-f47c-4551-9630-9efa4dd51d64" providerId="ADAL" clId="{540DD99E-8EFB-43B0-8356-11D39B9DB913}" dt="2020-07-15T08:25:39.380" v="101" actId="20577"/>
          <ac:spMkLst>
            <pc:docMk/>
            <pc:sldMk cId="1948447143" sldId="297"/>
            <ac:spMk id="109" creationId="{9233CC60-2E26-4227-9972-1D6E3DEBA52F}"/>
          </ac:spMkLst>
        </pc:spChg>
        <pc:grpChg chg="del mod">
          <ac:chgData name="Umesh Zemse" userId="f5579818-f47c-4551-9630-9efa4dd51d64" providerId="ADAL" clId="{540DD99E-8EFB-43B0-8356-11D39B9DB913}" dt="2020-07-15T08:20:15.393" v="56" actId="478"/>
          <ac:grpSpMkLst>
            <pc:docMk/>
            <pc:sldMk cId="1948447143" sldId="297"/>
            <ac:grpSpMk id="35" creationId="{4F3340CC-C3DD-410D-9685-CF87808382EB}"/>
          </ac:grpSpMkLst>
        </pc:grpChg>
        <pc:grpChg chg="add del mod">
          <ac:chgData name="Umesh Zemse" userId="f5579818-f47c-4551-9630-9efa4dd51d64" providerId="ADAL" clId="{540DD99E-8EFB-43B0-8356-11D39B9DB913}" dt="2020-07-15T08:18:59.561" v="4" actId="165"/>
          <ac:grpSpMkLst>
            <pc:docMk/>
            <pc:sldMk cId="1948447143" sldId="297"/>
            <ac:grpSpMk id="101" creationId="{08608284-62E3-41DF-BBDA-2897AD7546ED}"/>
          </ac:grpSpMkLst>
        </pc:grpChg>
        <pc:grpChg chg="add mod">
          <ac:chgData name="Umesh Zemse" userId="f5579818-f47c-4551-9630-9efa4dd51d64" providerId="ADAL" clId="{540DD99E-8EFB-43B0-8356-11D39B9DB913}" dt="2020-07-15T08:24:55.604" v="97" actId="1076"/>
          <ac:grpSpMkLst>
            <pc:docMk/>
            <pc:sldMk cId="1948447143" sldId="297"/>
            <ac:grpSpMk id="107" creationId="{18A6A3B5-B155-4FAD-8460-553478FA2AA9}"/>
          </ac:grpSpMkLst>
        </pc:grpChg>
        <pc:cxnChg chg="del mod topLvl">
          <ac:chgData name="Umesh Zemse" userId="f5579818-f47c-4551-9630-9efa4dd51d64" providerId="ADAL" clId="{540DD99E-8EFB-43B0-8356-11D39B9DB913}" dt="2020-07-15T08:19:02.409" v="5" actId="478"/>
          <ac:cxnSpMkLst>
            <pc:docMk/>
            <pc:sldMk cId="1948447143" sldId="297"/>
            <ac:cxnSpMk id="104" creationId="{8198B581-7CE7-405C-AA37-DD65A3C63C97}"/>
          </ac:cxnSpMkLst>
        </pc:cxnChg>
      </pc:sldChg>
      <pc:sldChg chg="modSp">
        <pc:chgData name="Umesh Zemse" userId="f5579818-f47c-4551-9630-9efa4dd51d64" providerId="ADAL" clId="{540DD99E-8EFB-43B0-8356-11D39B9DB913}" dt="2020-08-01T03:49:05.390" v="1962" actId="6549"/>
        <pc:sldMkLst>
          <pc:docMk/>
          <pc:sldMk cId="2075490455" sldId="298"/>
        </pc:sldMkLst>
        <pc:spChg chg="mod">
          <ac:chgData name="Umesh Zemse" userId="f5579818-f47c-4551-9630-9efa4dd51d64" providerId="ADAL" clId="{540DD99E-8EFB-43B0-8356-11D39B9DB913}" dt="2020-07-17T08:52:41.583" v="402" actId="207"/>
          <ac:spMkLst>
            <pc:docMk/>
            <pc:sldMk cId="2075490455" sldId="298"/>
            <ac:spMk id="2" creationId="{08B7163A-92FA-4BF2-BC13-7AA24BB08966}"/>
          </ac:spMkLst>
        </pc:spChg>
        <pc:spChg chg="mod">
          <ac:chgData name="Umesh Zemse" userId="f5579818-f47c-4551-9630-9efa4dd51d64" providerId="ADAL" clId="{540DD99E-8EFB-43B0-8356-11D39B9DB913}" dt="2020-08-01T03:49:05.390" v="1962" actId="6549"/>
          <ac:spMkLst>
            <pc:docMk/>
            <pc:sldMk cId="2075490455" sldId="298"/>
            <ac:spMk id="72" creationId="{92C81DC3-B0B3-4EEA-A8F9-16F859BAEAA4}"/>
          </ac:spMkLst>
        </pc:spChg>
      </pc:sldChg>
      <pc:sldChg chg="modSp">
        <pc:chgData name="Umesh Zemse" userId="f5579818-f47c-4551-9630-9efa4dd51d64" providerId="ADAL" clId="{540DD99E-8EFB-43B0-8356-11D39B9DB913}" dt="2020-07-17T08:52:16.096" v="396" actId="207"/>
        <pc:sldMkLst>
          <pc:docMk/>
          <pc:sldMk cId="1791304860" sldId="307"/>
        </pc:sldMkLst>
        <pc:spChg chg="mod">
          <ac:chgData name="Umesh Zemse" userId="f5579818-f47c-4551-9630-9efa4dd51d64" providerId="ADAL" clId="{540DD99E-8EFB-43B0-8356-11D39B9DB913}" dt="2020-07-17T08:52:16.096" v="396" actId="207"/>
          <ac:spMkLst>
            <pc:docMk/>
            <pc:sldMk cId="1791304860" sldId="307"/>
            <ac:spMk id="2" creationId="{E0104F68-A9B6-4A9C-BD18-0301D1C829DB}"/>
          </ac:spMkLst>
        </pc:spChg>
      </pc:sldChg>
      <pc:sldChg chg="modSp">
        <pc:chgData name="Umesh Zemse" userId="f5579818-f47c-4551-9630-9efa4dd51d64" providerId="ADAL" clId="{540DD99E-8EFB-43B0-8356-11D39B9DB913}" dt="2020-07-17T08:52:19.832" v="397" actId="207"/>
        <pc:sldMkLst>
          <pc:docMk/>
          <pc:sldMk cId="3545767512" sldId="308"/>
        </pc:sldMkLst>
        <pc:spChg chg="mod">
          <ac:chgData name="Umesh Zemse" userId="f5579818-f47c-4551-9630-9efa4dd51d64" providerId="ADAL" clId="{540DD99E-8EFB-43B0-8356-11D39B9DB913}" dt="2020-07-17T08:52:19.832" v="397" actId="207"/>
          <ac:spMkLst>
            <pc:docMk/>
            <pc:sldMk cId="3545767512" sldId="308"/>
            <ac:spMk id="2" creationId="{E0104F68-A9B6-4A9C-BD18-0301D1C829DB}"/>
          </ac:spMkLst>
        </pc:spChg>
      </pc:sldChg>
      <pc:sldChg chg="modSp">
        <pc:chgData name="Umesh Zemse" userId="f5579818-f47c-4551-9630-9efa4dd51d64" providerId="ADAL" clId="{540DD99E-8EFB-43B0-8356-11D39B9DB913}" dt="2020-07-17T08:52:25.071" v="398" actId="207"/>
        <pc:sldMkLst>
          <pc:docMk/>
          <pc:sldMk cId="543032260" sldId="309"/>
        </pc:sldMkLst>
        <pc:spChg chg="mod">
          <ac:chgData name="Umesh Zemse" userId="f5579818-f47c-4551-9630-9efa4dd51d64" providerId="ADAL" clId="{540DD99E-8EFB-43B0-8356-11D39B9DB913}" dt="2020-07-17T08:52:25.071" v="398" actId="207"/>
          <ac:spMkLst>
            <pc:docMk/>
            <pc:sldMk cId="543032260" sldId="309"/>
            <ac:spMk id="2" creationId="{E0104F68-A9B6-4A9C-BD18-0301D1C829DB}"/>
          </ac:spMkLst>
        </pc:spChg>
      </pc:sldChg>
      <pc:sldChg chg="modSp">
        <pc:chgData name="Umesh Zemse" userId="f5579818-f47c-4551-9630-9efa4dd51d64" providerId="ADAL" clId="{540DD99E-8EFB-43B0-8356-11D39B9DB913}" dt="2020-07-17T08:52:34.151" v="400" actId="207"/>
        <pc:sldMkLst>
          <pc:docMk/>
          <pc:sldMk cId="2360601023" sldId="310"/>
        </pc:sldMkLst>
        <pc:spChg chg="mod">
          <ac:chgData name="Umesh Zemse" userId="f5579818-f47c-4551-9630-9efa4dd51d64" providerId="ADAL" clId="{540DD99E-8EFB-43B0-8356-11D39B9DB913}" dt="2020-07-17T08:52:34.151" v="400" actId="207"/>
          <ac:spMkLst>
            <pc:docMk/>
            <pc:sldMk cId="2360601023" sldId="310"/>
            <ac:spMk id="2" creationId="{E0104F68-A9B6-4A9C-BD18-0301D1C829DB}"/>
          </ac:spMkLst>
        </pc:spChg>
      </pc:sldChg>
      <pc:sldChg chg="addSp delSp modSp modAnim">
        <pc:chgData name="Umesh Zemse" userId="f5579818-f47c-4551-9630-9efa4dd51d64" providerId="ADAL" clId="{540DD99E-8EFB-43B0-8356-11D39B9DB913}" dt="2020-08-01T03:48:24.955" v="1951" actId="1035"/>
        <pc:sldMkLst>
          <pc:docMk/>
          <pc:sldMk cId="241382766" sldId="311"/>
        </pc:sldMkLst>
        <pc:spChg chg="mod">
          <ac:chgData name="Umesh Zemse" userId="f5579818-f47c-4551-9630-9efa4dd51d64" providerId="ADAL" clId="{540DD99E-8EFB-43B0-8356-11D39B9DB913}" dt="2020-07-17T08:52:38.015" v="401" actId="207"/>
          <ac:spMkLst>
            <pc:docMk/>
            <pc:sldMk cId="241382766" sldId="311"/>
            <ac:spMk id="2" creationId="{E0104F68-A9B6-4A9C-BD18-0301D1C829DB}"/>
          </ac:spMkLst>
        </pc:spChg>
        <pc:spChg chg="add 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8" creationId="{D25F1F62-3359-4D14-B70D-55E6F02B1181}"/>
          </ac:spMkLst>
        </pc:spChg>
        <pc:spChg chg="mod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9" creationId="{410D83FC-7940-402F-B5B0-F709D30A86A8}"/>
          </ac:spMkLst>
        </pc:spChg>
        <pc:spChg chg="add del mod">
          <ac:chgData name="Umesh Zemse" userId="f5579818-f47c-4551-9630-9efa4dd51d64" providerId="ADAL" clId="{540DD99E-8EFB-43B0-8356-11D39B9DB913}" dt="2020-07-31T05:52:08.998" v="1383" actId="478"/>
          <ac:spMkLst>
            <pc:docMk/>
            <pc:sldMk cId="241382766" sldId="311"/>
            <ac:spMk id="10" creationId="{0D13BB81-69DD-423B-AA63-F136A8E358CD}"/>
          </ac:spMkLst>
        </pc:spChg>
        <pc:spChg chg="mod topLvl">
          <ac:chgData name="Umesh Zemse" userId="f5579818-f47c-4551-9630-9efa4dd51d64" providerId="ADAL" clId="{540DD99E-8EFB-43B0-8356-11D39B9DB913}" dt="2020-07-31T05:17:36.622" v="932" actId="1076"/>
          <ac:spMkLst>
            <pc:docMk/>
            <pc:sldMk cId="241382766" sldId="311"/>
            <ac:spMk id="30" creationId="{8F4BD260-506B-419F-B7A8-E8D129990992}"/>
          </ac:spMkLst>
        </pc:spChg>
        <pc:spChg chg="mod">
          <ac:chgData name="Umesh Zemse" userId="f5579818-f47c-4551-9630-9efa4dd51d64" providerId="ADAL" clId="{540DD99E-8EFB-43B0-8356-11D39B9DB913}" dt="2020-07-31T05:12:52.798" v="860" actId="5793"/>
          <ac:spMkLst>
            <pc:docMk/>
            <pc:sldMk cId="241382766" sldId="311"/>
            <ac:spMk id="33" creationId="{28DC01ED-A506-41B9-B2BB-BFE06D40F5D9}"/>
          </ac:spMkLst>
        </pc:spChg>
        <pc:spChg chg="mod">
          <ac:chgData name="Umesh Zemse" userId="f5579818-f47c-4551-9630-9efa4dd51d64" providerId="ADAL" clId="{540DD99E-8EFB-43B0-8356-11D39B9DB913}" dt="2020-07-31T05:13:05.360" v="863" actId="6549"/>
          <ac:spMkLst>
            <pc:docMk/>
            <pc:sldMk cId="241382766" sldId="311"/>
            <ac:spMk id="35" creationId="{2BEA4997-2972-46ED-BE78-965E3DCB9E82}"/>
          </ac:spMkLst>
        </pc:spChg>
        <pc:spChg chg="mod">
          <ac:chgData name="Umesh Zemse" userId="f5579818-f47c-4551-9630-9efa4dd51d64" providerId="ADAL" clId="{540DD99E-8EFB-43B0-8356-11D39B9DB913}" dt="2020-07-31T05:14:47.409" v="894" actId="1037"/>
          <ac:spMkLst>
            <pc:docMk/>
            <pc:sldMk cId="241382766" sldId="311"/>
            <ac:spMk id="36" creationId="{98B580EF-0A99-495C-A036-C4A65AC967F8}"/>
          </ac:spMkLst>
        </pc:spChg>
        <pc:spChg chg="mod">
          <ac:chgData name="Umesh Zemse" userId="f5579818-f47c-4551-9630-9efa4dd51d64" providerId="ADAL" clId="{540DD99E-8EFB-43B0-8356-11D39B9DB913}" dt="2020-07-31T05:14:34.727" v="885" actId="6549"/>
          <ac:spMkLst>
            <pc:docMk/>
            <pc:sldMk cId="241382766" sldId="311"/>
            <ac:spMk id="38" creationId="{E9DBB561-80B6-4A17-BC8B-ADC625798C14}"/>
          </ac:spMkLst>
        </pc:spChg>
        <pc:spChg chg="mod">
          <ac:chgData name="Umesh Zemse" userId="f5579818-f47c-4551-9630-9efa4dd51d64" providerId="ADAL" clId="{540DD99E-8EFB-43B0-8356-11D39B9DB913}" dt="2020-07-31T05:51:38.132" v="1377" actId="1076"/>
          <ac:spMkLst>
            <pc:docMk/>
            <pc:sldMk cId="241382766" sldId="311"/>
            <ac:spMk id="39" creationId="{E50F7005-A0A5-4774-8127-5856594B3A10}"/>
          </ac:spMkLst>
        </pc:spChg>
        <pc:spChg chg="mod">
          <ac:chgData name="Umesh Zemse" userId="f5579818-f47c-4551-9630-9efa4dd51d64" providerId="ADAL" clId="{540DD99E-8EFB-43B0-8356-11D39B9DB913}" dt="2020-07-31T05:14:19.034" v="881" actId="5793"/>
          <ac:spMkLst>
            <pc:docMk/>
            <pc:sldMk cId="241382766" sldId="311"/>
            <ac:spMk id="47" creationId="{28E0004E-289F-4BAA-AFAA-9B4FD9022918}"/>
          </ac:spMkLst>
        </pc:spChg>
        <pc:spChg chg="mod">
          <ac:chgData name="Umesh Zemse" userId="f5579818-f47c-4551-9630-9efa4dd51d64" providerId="ADAL" clId="{540DD99E-8EFB-43B0-8356-11D39B9DB913}" dt="2020-07-31T05:15:07.303" v="913" actId="6549"/>
          <ac:spMkLst>
            <pc:docMk/>
            <pc:sldMk cId="241382766" sldId="311"/>
            <ac:spMk id="48" creationId="{57FD3129-0C27-4957-A070-043930192993}"/>
          </ac:spMkLst>
        </pc:spChg>
        <pc:spChg chg="mod">
          <ac:chgData name="Umesh Zemse" userId="f5579818-f47c-4551-9630-9efa4dd51d64" providerId="ADAL" clId="{540DD99E-8EFB-43B0-8356-11D39B9DB913}" dt="2020-07-31T05:21:10.809" v="941" actId="6549"/>
          <ac:spMkLst>
            <pc:docMk/>
            <pc:sldMk cId="241382766" sldId="311"/>
            <ac:spMk id="52" creationId="{B91FFC6D-E87D-4DA5-B8BD-19C37958C935}"/>
          </ac:spMkLst>
        </pc:spChg>
        <pc:spChg chg="mod">
          <ac:chgData name="Umesh Zemse" userId="f5579818-f47c-4551-9630-9efa4dd51d64" providerId="ADAL" clId="{540DD99E-8EFB-43B0-8356-11D39B9DB913}" dt="2020-07-31T05:21:55.328" v="945" actId="14100"/>
          <ac:spMkLst>
            <pc:docMk/>
            <pc:sldMk cId="241382766" sldId="311"/>
            <ac:spMk id="54" creationId="{DEE98AE8-E69C-4BD6-B0DE-5B6C58D483E5}"/>
          </ac:spMkLst>
        </pc:spChg>
        <pc:spChg chg="mod">
          <ac:chgData name="Umesh Zemse" userId="f5579818-f47c-4551-9630-9efa4dd51d64" providerId="ADAL" clId="{540DD99E-8EFB-43B0-8356-11D39B9DB913}" dt="2020-07-31T05:22:01.983" v="949" actId="20577"/>
          <ac:spMkLst>
            <pc:docMk/>
            <pc:sldMk cId="241382766" sldId="311"/>
            <ac:spMk id="59" creationId="{C6CC0029-BC35-4462-882A-DD3668EA43D0}"/>
          </ac:spMkLst>
        </pc:spChg>
        <pc:spChg chg="mod">
          <ac:chgData name="Umesh Zemse" userId="f5579818-f47c-4551-9630-9efa4dd51d64" providerId="ADAL" clId="{540DD99E-8EFB-43B0-8356-11D39B9DB913}" dt="2020-07-31T05:21:58.048" v="947" actId="6549"/>
          <ac:spMkLst>
            <pc:docMk/>
            <pc:sldMk cId="241382766" sldId="311"/>
            <ac:spMk id="62" creationId="{99AE540F-3593-4720-BE41-65524B6350D2}"/>
          </ac:spMkLst>
        </pc:spChg>
        <pc:spChg chg="mod">
          <ac:chgData name="Umesh Zemse" userId="f5579818-f47c-4551-9630-9efa4dd51d64" providerId="ADAL" clId="{540DD99E-8EFB-43B0-8356-11D39B9DB913}" dt="2020-07-31T05:22:13.504" v="959" actId="20577"/>
          <ac:spMkLst>
            <pc:docMk/>
            <pc:sldMk cId="241382766" sldId="311"/>
            <ac:spMk id="63" creationId="{C286DA9A-6156-4F99-9017-CFAB46889CBF}"/>
          </ac:spMkLst>
        </pc:spChg>
        <pc:spChg chg="mod ord topLvl">
          <ac:chgData name="Umesh Zemse" userId="f5579818-f47c-4551-9630-9efa4dd51d64" providerId="ADAL" clId="{540DD99E-8EFB-43B0-8356-11D39B9DB913}" dt="2020-07-31T05:58:01.797" v="1722" actId="14100"/>
          <ac:spMkLst>
            <pc:docMk/>
            <pc:sldMk cId="241382766" sldId="311"/>
            <ac:spMk id="65" creationId="{F96F6A7E-BACB-43AC-8DDC-5655614354B3}"/>
          </ac:spMkLst>
        </pc:spChg>
        <pc:spChg chg="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67" creationId="{08FC167E-2A96-43B4-B993-E015EBAE28B9}"/>
          </ac:spMkLst>
        </pc:spChg>
        <pc:spChg chg="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69" creationId="{829AAD16-758A-4662-B36D-C8FECB5E5399}"/>
          </ac:spMkLst>
        </pc:spChg>
        <pc:spChg chg="mod or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70" creationId="{9891CBD0-CA3D-4FF8-8461-287AD2B787FA}"/>
          </ac:spMkLst>
        </pc:spChg>
        <pc:spChg chg="mod or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72" creationId="{FF1BC38E-783B-460D-8B27-513402B001E5}"/>
          </ac:spMkLst>
        </pc:spChg>
        <pc:spChg chg="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73" creationId="{2BED3378-E174-46D0-8289-EE4DACD940E9}"/>
          </ac:spMkLst>
        </pc:spChg>
        <pc:spChg chg="del mod ord topLvl">
          <ac:chgData name="Umesh Zemse" userId="f5579818-f47c-4551-9630-9efa4dd51d64" providerId="ADAL" clId="{540DD99E-8EFB-43B0-8356-11D39B9DB913}" dt="2020-07-31T05:54:11.178" v="1651" actId="478"/>
          <ac:spMkLst>
            <pc:docMk/>
            <pc:sldMk cId="241382766" sldId="311"/>
            <ac:spMk id="74" creationId="{588C03A9-B7A9-45F0-9D85-07623D4AC52A}"/>
          </ac:spMkLst>
        </pc:spChg>
        <pc:spChg chg="add mod ord">
          <ac:chgData name="Umesh Zemse" userId="f5579818-f47c-4551-9630-9efa4dd51d64" providerId="ADAL" clId="{540DD99E-8EFB-43B0-8356-11D39B9DB913}" dt="2020-08-01T03:48:24.955" v="1951" actId="1035"/>
          <ac:spMkLst>
            <pc:docMk/>
            <pc:sldMk cId="241382766" sldId="311"/>
            <ac:spMk id="74" creationId="{94FB88BC-6804-46D0-B8AB-E35552A81162}"/>
          </ac:spMkLst>
        </pc:spChg>
        <pc:spChg chg="add del mod">
          <ac:chgData name="Umesh Zemse" userId="f5579818-f47c-4551-9630-9efa4dd51d64" providerId="ADAL" clId="{540DD99E-8EFB-43B0-8356-11D39B9DB913}" dt="2020-07-31T05:47:19.805" v="1245" actId="478"/>
          <ac:spMkLst>
            <pc:docMk/>
            <pc:sldMk cId="241382766" sldId="311"/>
            <ac:spMk id="75" creationId="{532D93F5-7A4A-4D0A-BD9C-46969E851833}"/>
          </ac:spMkLst>
        </pc:spChg>
        <pc:spChg chg="add 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76" creationId="{ADF721CA-3AC2-4968-BB5B-8C10B808703D}"/>
          </ac:spMkLst>
        </pc:spChg>
        <pc:spChg chg="add del">
          <ac:chgData name="Umesh Zemse" userId="f5579818-f47c-4551-9630-9efa4dd51d64" providerId="ADAL" clId="{540DD99E-8EFB-43B0-8356-11D39B9DB913}" dt="2020-07-31T05:47:49.582" v="1255"/>
          <ac:spMkLst>
            <pc:docMk/>
            <pc:sldMk cId="241382766" sldId="311"/>
            <ac:spMk id="77" creationId="{28393913-1ED7-4B8D-AC0C-3F0BA18D194F}"/>
          </ac:spMkLst>
        </pc:spChg>
        <pc:spChg chg="add del">
          <ac:chgData name="Umesh Zemse" userId="f5579818-f47c-4551-9630-9efa4dd51d64" providerId="ADAL" clId="{540DD99E-8EFB-43B0-8356-11D39B9DB913}" dt="2020-07-31T05:47:49.390" v="1254"/>
          <ac:spMkLst>
            <pc:docMk/>
            <pc:sldMk cId="241382766" sldId="311"/>
            <ac:spMk id="78" creationId="{5B74F8AA-1D21-44D8-B61E-4444A9C692F3}"/>
          </ac:spMkLst>
        </pc:spChg>
        <pc:spChg chg="add 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79" creationId="{801F0DC8-E080-49F1-9D3C-D187918256DF}"/>
          </ac:spMkLst>
        </pc:spChg>
        <pc:spChg chg="add del 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81" creationId="{E01D5B59-CB0D-4BC3-8792-905BC3BF6772}"/>
          </ac:spMkLst>
        </pc:spChg>
        <pc:spChg chg="add 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82" creationId="{F3DB4039-B072-4EF2-80A8-82B2083812F2}"/>
          </ac:spMkLst>
        </pc:spChg>
        <pc:spChg chg="add 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84" creationId="{FD04B50A-EFA0-47E1-A14B-E66CEA53A456}"/>
          </ac:spMkLst>
        </pc:spChg>
        <pc:spChg chg="add 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85" creationId="{B4589B3F-B03F-4A8D-80A6-7C1BA2406434}"/>
          </ac:spMkLst>
        </pc:spChg>
        <pc:spChg chg="add 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86" creationId="{F264B67D-E9D5-427A-B8BC-0410F4F782D0}"/>
          </ac:spMkLst>
        </pc:spChg>
        <pc:spChg chg="add 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87" creationId="{E017DD96-B12F-4C4A-B851-AA5CD52BE7E9}"/>
          </ac:spMkLst>
        </pc:spChg>
        <pc:spChg chg="add 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88" creationId="{AA27C497-C1B2-4F3D-BE6D-43BBC9894E57}"/>
          </ac:spMkLst>
        </pc:spChg>
        <pc:spChg chg="add 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89" creationId="{BBB2420D-DE7B-4DEB-9D2A-70608E88B485}"/>
          </ac:spMkLst>
        </pc:spChg>
        <pc:spChg chg="add del">
          <ac:chgData name="Umesh Zemse" userId="f5579818-f47c-4551-9630-9efa4dd51d64" providerId="ADAL" clId="{540DD99E-8EFB-43B0-8356-11D39B9DB913}" dt="2020-07-31T05:53:25.244" v="1586"/>
          <ac:spMkLst>
            <pc:docMk/>
            <pc:sldMk cId="241382766" sldId="311"/>
            <ac:spMk id="90" creationId="{F35FFBCF-7A92-4032-9E3E-096B043D8008}"/>
          </ac:spMkLst>
        </pc:spChg>
        <pc:spChg chg="add 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91" creationId="{F7A2C0B0-6035-492C-AA89-B2779377AC38}"/>
          </ac:spMkLst>
        </pc:spChg>
        <pc:spChg chg="add mod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92" creationId="{B0B0C787-368F-41F8-9C43-4EA940954973}"/>
          </ac:spMkLst>
        </pc:spChg>
        <pc:grpChg chg="add mod">
          <ac:chgData name="Umesh Zemse" userId="f5579818-f47c-4551-9630-9efa4dd51d64" providerId="ADAL" clId="{540DD99E-8EFB-43B0-8356-11D39B9DB913}" dt="2020-07-31T05:17:26.175" v="929" actId="1076"/>
          <ac:grpSpMkLst>
            <pc:docMk/>
            <pc:sldMk cId="241382766" sldId="311"/>
            <ac:grpSpMk id="3" creationId="{CE8DF3D2-8D6B-4CAE-88EC-3D716711A365}"/>
          </ac:grpSpMkLst>
        </pc:grpChg>
        <pc:grpChg chg="add del mod">
          <ac:chgData name="Umesh Zemse" userId="f5579818-f47c-4551-9630-9efa4dd51d64" providerId="ADAL" clId="{540DD99E-8EFB-43B0-8356-11D39B9DB913}" dt="2020-07-31T05:37:22.268" v="1012" actId="165"/>
          <ac:grpSpMkLst>
            <pc:docMk/>
            <pc:sldMk cId="241382766" sldId="311"/>
            <ac:grpSpMk id="5" creationId="{7B574BC7-5081-4C27-998C-D2756EC7739F}"/>
          </ac:grpSpMkLst>
        </pc:grpChg>
        <pc:grpChg chg="add del mod">
          <ac:chgData name="Umesh Zemse" userId="f5579818-f47c-4551-9630-9efa4dd51d64" providerId="ADAL" clId="{540DD99E-8EFB-43B0-8356-11D39B9DB913}" dt="2020-07-31T05:56:47.173" v="1655" actId="165"/>
          <ac:grpSpMkLst>
            <pc:docMk/>
            <pc:sldMk cId="241382766" sldId="311"/>
            <ac:grpSpMk id="13" creationId="{4EB57751-2257-4266-93E2-BD954A41F756}"/>
          </ac:grpSpMkLst>
        </pc:grpChg>
        <pc:grpChg chg="add mod">
          <ac:chgData name="Umesh Zemse" userId="f5579818-f47c-4551-9630-9efa4dd51d64" providerId="ADAL" clId="{540DD99E-8EFB-43B0-8356-11D39B9DB913}" dt="2020-07-31T06:01:07.709" v="1731" actId="1076"/>
          <ac:grpSpMkLst>
            <pc:docMk/>
            <pc:sldMk cId="241382766" sldId="311"/>
            <ac:grpSpMk id="16" creationId="{218173C9-C500-413C-995B-E6E687AC1B39}"/>
          </ac:grpSpMkLst>
        </pc:grpChg>
        <pc:grpChg chg="add del">
          <ac:chgData name="Umesh Zemse" userId="f5579818-f47c-4551-9630-9efa4dd51d64" providerId="ADAL" clId="{540DD99E-8EFB-43B0-8356-11D39B9DB913}" dt="2020-07-31T05:11:48.845" v="838" actId="165"/>
          <ac:grpSpMkLst>
            <pc:docMk/>
            <pc:sldMk cId="241382766" sldId="311"/>
            <ac:grpSpMk id="29" creationId="{D32C738D-6B0E-4F19-B4D8-18BF2B7ED097}"/>
          </ac:grpSpMkLst>
        </pc:grpChg>
        <pc:grpChg chg="mod topLvl">
          <ac:chgData name="Umesh Zemse" userId="f5579818-f47c-4551-9630-9efa4dd51d64" providerId="ADAL" clId="{540DD99E-8EFB-43B0-8356-11D39B9DB913}" dt="2020-07-31T05:15:23.669" v="916" actId="164"/>
          <ac:grpSpMkLst>
            <pc:docMk/>
            <pc:sldMk cId="241382766" sldId="311"/>
            <ac:grpSpMk id="31" creationId="{EB910099-C806-485C-8D9C-1A2AEAFDD077}"/>
          </ac:grpSpMkLst>
        </pc:grpChg>
        <pc:grpChg chg="add mod">
          <ac:chgData name="Umesh Zemse" userId="f5579818-f47c-4551-9630-9efa4dd51d64" providerId="ADAL" clId="{540DD99E-8EFB-43B0-8356-11D39B9DB913}" dt="2020-07-31T05:21:04.134" v="938" actId="1076"/>
          <ac:grpSpMkLst>
            <pc:docMk/>
            <pc:sldMk cId="241382766" sldId="311"/>
            <ac:grpSpMk id="51" creationId="{45BF1484-94B5-47FE-B231-13EEAE2D5D70}"/>
          </ac:grpSpMkLst>
        </pc:grpChg>
        <pc:grpChg chg="mod">
          <ac:chgData name="Umesh Zemse" userId="f5579818-f47c-4551-9630-9efa4dd51d64" providerId="ADAL" clId="{540DD99E-8EFB-43B0-8356-11D39B9DB913}" dt="2020-07-31T05:20:58.365" v="937"/>
          <ac:grpSpMkLst>
            <pc:docMk/>
            <pc:sldMk cId="241382766" sldId="311"/>
            <ac:grpSpMk id="53" creationId="{8699763C-7996-4938-AE2E-2D84CE5EFBBC}"/>
          </ac:grpSpMkLst>
        </pc:grpChg>
        <pc:grpChg chg="add del mod">
          <ac:chgData name="Umesh Zemse" userId="f5579818-f47c-4551-9630-9efa4dd51d64" providerId="ADAL" clId="{540DD99E-8EFB-43B0-8356-11D39B9DB913}" dt="2020-07-31T05:23:13.192" v="966" actId="165"/>
          <ac:grpSpMkLst>
            <pc:docMk/>
            <pc:sldMk cId="241382766" sldId="311"/>
            <ac:grpSpMk id="64" creationId="{AC32F973-2E69-4E28-B827-8BA74FCAB1D0}"/>
          </ac:grpSpMkLst>
        </pc:grpChg>
        <pc:grpChg chg="del mod topLvl">
          <ac:chgData name="Umesh Zemse" userId="f5579818-f47c-4551-9630-9efa4dd51d64" providerId="ADAL" clId="{540DD99E-8EFB-43B0-8356-11D39B9DB913}" dt="2020-07-31T05:38:11.620" v="1057" actId="165"/>
          <ac:grpSpMkLst>
            <pc:docMk/>
            <pc:sldMk cId="241382766" sldId="311"/>
            <ac:grpSpMk id="66" creationId="{781E0FB3-0808-4547-92A7-67D0B4AF4EBF}"/>
          </ac:grpSpMkLst>
        </pc:grpChg>
        <pc:picChg chg="mod ord">
          <ac:chgData name="Umesh Zemse" userId="f5579818-f47c-4551-9630-9efa4dd51d64" providerId="ADAL" clId="{540DD99E-8EFB-43B0-8356-11D39B9DB913}" dt="2020-08-01T03:45:20.793" v="1945" actId="167"/>
          <ac:picMkLst>
            <pc:docMk/>
            <pc:sldMk cId="241382766" sldId="311"/>
            <ac:picMk id="12" creationId="{A1F62020-A0EC-4C85-93C9-8B28E57159D2}"/>
          </ac:picMkLst>
        </pc:picChg>
        <pc:cxnChg chg="mod topLvl">
          <ac:chgData name="Umesh Zemse" userId="f5579818-f47c-4551-9630-9efa4dd51d64" providerId="ADAL" clId="{540DD99E-8EFB-43B0-8356-11D39B9DB913}" dt="2020-07-31T05:57:41.457" v="1721" actId="164"/>
          <ac:cxnSpMkLst>
            <pc:docMk/>
            <pc:sldMk cId="241382766" sldId="311"/>
            <ac:cxnSpMk id="68" creationId="{3E6CBE71-0E9B-4F53-86FF-8702EE0DB193}"/>
          </ac:cxnSpMkLst>
        </pc:cxnChg>
        <pc:cxnChg chg="mod ord topLvl">
          <ac:chgData name="Umesh Zemse" userId="f5579818-f47c-4551-9630-9efa4dd51d64" providerId="ADAL" clId="{540DD99E-8EFB-43B0-8356-11D39B9DB913}" dt="2020-07-31T05:57:41.457" v="1721" actId="164"/>
          <ac:cxnSpMkLst>
            <pc:docMk/>
            <pc:sldMk cId="241382766" sldId="311"/>
            <ac:cxnSpMk id="71" creationId="{6DE1FDFC-778A-495B-BCB7-C558B9DA5545}"/>
          </ac:cxnSpMkLst>
        </pc:cxnChg>
        <pc:cxnChg chg="add del mod topLvl">
          <ac:chgData name="Umesh Zemse" userId="f5579818-f47c-4551-9630-9efa4dd51d64" providerId="ADAL" clId="{540DD99E-8EFB-43B0-8356-11D39B9DB913}" dt="2020-07-31T05:57:41.457" v="1721" actId="164"/>
          <ac:cxnSpMkLst>
            <pc:docMk/>
            <pc:sldMk cId="241382766" sldId="311"/>
            <ac:cxnSpMk id="80" creationId="{261FEF8D-2A98-4E66-927C-749B3DB4B041}"/>
          </ac:cxnSpMkLst>
        </pc:cxnChg>
        <pc:cxnChg chg="add mod topLvl">
          <ac:chgData name="Umesh Zemse" userId="f5579818-f47c-4551-9630-9efa4dd51d64" providerId="ADAL" clId="{540DD99E-8EFB-43B0-8356-11D39B9DB913}" dt="2020-07-31T05:57:41.457" v="1721" actId="164"/>
          <ac:cxnSpMkLst>
            <pc:docMk/>
            <pc:sldMk cId="241382766" sldId="311"/>
            <ac:cxnSpMk id="83" creationId="{9126ED9A-9694-4CF8-91B1-61FC34427BC9}"/>
          </ac:cxnSpMkLst>
        </pc:cxnChg>
      </pc:sldChg>
      <pc:sldChg chg="addSp delSp modSp modAnim">
        <pc:chgData name="Umesh Zemse" userId="f5579818-f47c-4551-9630-9efa4dd51d64" providerId="ADAL" clId="{540DD99E-8EFB-43B0-8356-11D39B9DB913}" dt="2020-07-31T06:42:31.250" v="1936"/>
        <pc:sldMkLst>
          <pc:docMk/>
          <pc:sldMk cId="714502171" sldId="316"/>
        </pc:sldMkLst>
        <pc:spChg chg="mod topLvl">
          <ac:chgData name="Umesh Zemse" userId="f5579818-f47c-4551-9630-9efa4dd51d64" providerId="ADAL" clId="{540DD99E-8EFB-43B0-8356-11D39B9DB913}" dt="2020-07-31T06:36:20.954" v="1740" actId="165"/>
          <ac:spMkLst>
            <pc:docMk/>
            <pc:sldMk cId="714502171" sldId="316"/>
            <ac:spMk id="37" creationId="{35C3668A-B5CE-4095-948A-162410A2E14C}"/>
          </ac:spMkLst>
        </pc:spChg>
        <pc:spChg chg="mod topLvl">
          <ac:chgData name="Umesh Zemse" userId="f5579818-f47c-4551-9630-9efa4dd51d64" providerId="ADAL" clId="{540DD99E-8EFB-43B0-8356-11D39B9DB913}" dt="2020-07-31T06:40:53.110" v="1931" actId="20577"/>
          <ac:spMkLst>
            <pc:docMk/>
            <pc:sldMk cId="714502171" sldId="316"/>
            <ac:spMk id="39" creationId="{0F83EA6B-46ED-44E0-8FFD-49765EE7D718}"/>
          </ac:spMkLst>
        </pc:spChg>
        <pc:spChg chg="mod topLvl">
          <ac:chgData name="Umesh Zemse" userId="f5579818-f47c-4551-9630-9efa4dd51d64" providerId="ADAL" clId="{540DD99E-8EFB-43B0-8356-11D39B9DB913}" dt="2020-07-31T06:39:44.981" v="1922" actId="164"/>
          <ac:spMkLst>
            <pc:docMk/>
            <pc:sldMk cId="714502171" sldId="316"/>
            <ac:spMk id="40" creationId="{34EA552D-DC02-4159-A949-F34587C89522}"/>
          </ac:spMkLst>
        </pc:spChg>
        <pc:spChg chg="del mod topLvl">
          <ac:chgData name="Umesh Zemse" userId="f5579818-f47c-4551-9630-9efa4dd51d64" providerId="ADAL" clId="{540DD99E-8EFB-43B0-8356-11D39B9DB913}" dt="2020-07-31T06:37:00.144" v="1780" actId="478"/>
          <ac:spMkLst>
            <pc:docMk/>
            <pc:sldMk cId="714502171" sldId="316"/>
            <ac:spMk id="42" creationId="{9D4E4D29-9DA3-4A51-B418-E1E5CE31C547}"/>
          </ac:spMkLst>
        </pc:spChg>
        <pc:spChg chg="mod topLvl">
          <ac:chgData name="Umesh Zemse" userId="f5579818-f47c-4551-9630-9efa4dd51d64" providerId="ADAL" clId="{540DD99E-8EFB-43B0-8356-11D39B9DB913}" dt="2020-07-31T06:39:44.981" v="1922" actId="164"/>
          <ac:spMkLst>
            <pc:docMk/>
            <pc:sldMk cId="714502171" sldId="316"/>
            <ac:spMk id="43" creationId="{0D3DF9AF-D93B-489A-8AB2-2E484684FB4A}"/>
          </ac:spMkLst>
        </pc:spChg>
        <pc:spChg chg="del mod topLvl">
          <ac:chgData name="Umesh Zemse" userId="f5579818-f47c-4551-9630-9efa4dd51d64" providerId="ADAL" clId="{540DD99E-8EFB-43B0-8356-11D39B9DB913}" dt="2020-07-31T06:38:00.571" v="1859" actId="478"/>
          <ac:spMkLst>
            <pc:docMk/>
            <pc:sldMk cId="714502171" sldId="316"/>
            <ac:spMk id="44" creationId="{94923A66-8AF1-468D-9A81-F01548D104EC}"/>
          </ac:spMkLst>
        </pc:spChg>
        <pc:spChg chg="mod">
          <ac:chgData name="Umesh Zemse" userId="f5579818-f47c-4551-9630-9efa4dd51d64" providerId="ADAL" clId="{540DD99E-8EFB-43B0-8356-11D39B9DB913}" dt="2020-07-31T06:36:29.123" v="1763" actId="1037"/>
          <ac:spMkLst>
            <pc:docMk/>
            <pc:sldMk cId="714502171" sldId="316"/>
            <ac:spMk id="46" creationId="{E583237C-2886-4603-91E6-BC45C989AB71}"/>
          </ac:spMkLst>
        </pc:spChg>
        <pc:spChg chg="del mod topLvl">
          <ac:chgData name="Umesh Zemse" userId="f5579818-f47c-4551-9630-9efa4dd51d64" providerId="ADAL" clId="{540DD99E-8EFB-43B0-8356-11D39B9DB913}" dt="2020-07-31T06:38:03.245" v="1860" actId="478"/>
          <ac:spMkLst>
            <pc:docMk/>
            <pc:sldMk cId="714502171" sldId="316"/>
            <ac:spMk id="49" creationId="{9478E78A-F131-4ABF-8F7A-3335078E2B55}"/>
          </ac:spMkLst>
        </pc:spChg>
        <pc:spChg chg="mod topLvl">
          <ac:chgData name="Umesh Zemse" userId="f5579818-f47c-4551-9630-9efa4dd51d64" providerId="ADAL" clId="{540DD99E-8EFB-43B0-8356-11D39B9DB913}" dt="2020-07-31T06:39:44.981" v="1922" actId="164"/>
          <ac:spMkLst>
            <pc:docMk/>
            <pc:sldMk cId="714502171" sldId="316"/>
            <ac:spMk id="50" creationId="{D63F9A85-1B94-4162-AF4D-C25033D80DF0}"/>
          </ac:spMkLst>
        </pc:spChg>
        <pc:spChg chg="del mod topLvl">
          <ac:chgData name="Umesh Zemse" userId="f5579818-f47c-4551-9630-9efa4dd51d64" providerId="ADAL" clId="{540DD99E-8EFB-43B0-8356-11D39B9DB913}" dt="2020-07-31T06:38:52.139" v="1901" actId="478"/>
          <ac:spMkLst>
            <pc:docMk/>
            <pc:sldMk cId="714502171" sldId="316"/>
            <ac:spMk id="51" creationId="{05635E9B-C497-4EAE-81CB-FA06999D4FC6}"/>
          </ac:spMkLst>
        </pc:spChg>
        <pc:spChg chg="del mod topLvl">
          <ac:chgData name="Umesh Zemse" userId="f5579818-f47c-4551-9630-9efa4dd51d64" providerId="ADAL" clId="{540DD99E-8EFB-43B0-8356-11D39B9DB913}" dt="2020-07-31T06:38:53.819" v="1902" actId="478"/>
          <ac:spMkLst>
            <pc:docMk/>
            <pc:sldMk cId="714502171" sldId="316"/>
            <ac:spMk id="54" creationId="{DE77E8D9-7A18-4CEA-9CFE-B0CA876722E1}"/>
          </ac:spMkLst>
        </pc:spChg>
        <pc:spChg chg="del mod topLvl">
          <ac:chgData name="Umesh Zemse" userId="f5579818-f47c-4551-9630-9efa4dd51d64" providerId="ADAL" clId="{540DD99E-8EFB-43B0-8356-11D39B9DB913}" dt="2020-07-31T06:39:00.363" v="1905" actId="478"/>
          <ac:spMkLst>
            <pc:docMk/>
            <pc:sldMk cId="714502171" sldId="316"/>
            <ac:spMk id="55" creationId="{46FB7549-F536-439A-AB45-5B006D8E25D0}"/>
          </ac:spMkLst>
        </pc:spChg>
        <pc:spChg chg="del mod topLvl">
          <ac:chgData name="Umesh Zemse" userId="f5579818-f47c-4551-9630-9efa4dd51d64" providerId="ADAL" clId="{540DD99E-8EFB-43B0-8356-11D39B9DB913}" dt="2020-07-31T06:39:01.898" v="1906" actId="478"/>
          <ac:spMkLst>
            <pc:docMk/>
            <pc:sldMk cId="714502171" sldId="316"/>
            <ac:spMk id="57" creationId="{2D3D0D3A-587C-4CD4-AEF0-5C6876BA8506}"/>
          </ac:spMkLst>
        </pc:spChg>
        <pc:spChg chg="del mod topLvl">
          <ac:chgData name="Umesh Zemse" userId="f5579818-f47c-4551-9630-9efa4dd51d64" providerId="ADAL" clId="{540DD99E-8EFB-43B0-8356-11D39B9DB913}" dt="2020-07-31T06:38:55.830" v="1903" actId="478"/>
          <ac:spMkLst>
            <pc:docMk/>
            <pc:sldMk cId="714502171" sldId="316"/>
            <ac:spMk id="58" creationId="{1DB4F0AA-B6C9-4489-9911-236391A74500}"/>
          </ac:spMkLst>
        </pc:spChg>
        <pc:spChg chg="mod topLvl">
          <ac:chgData name="Umesh Zemse" userId="f5579818-f47c-4551-9630-9efa4dd51d64" providerId="ADAL" clId="{540DD99E-8EFB-43B0-8356-11D39B9DB913}" dt="2020-07-31T06:39:44.981" v="1922" actId="164"/>
          <ac:spMkLst>
            <pc:docMk/>
            <pc:sldMk cId="714502171" sldId="316"/>
            <ac:spMk id="59" creationId="{CC285CF8-6DC8-45EA-B439-F2D39ECBAF30}"/>
          </ac:spMkLst>
        </pc:spChg>
        <pc:spChg chg="mod topLvl">
          <ac:chgData name="Umesh Zemse" userId="f5579818-f47c-4551-9630-9efa4dd51d64" providerId="ADAL" clId="{540DD99E-8EFB-43B0-8356-11D39B9DB913}" dt="2020-07-31T06:39:44.981" v="1922" actId="164"/>
          <ac:spMkLst>
            <pc:docMk/>
            <pc:sldMk cId="714502171" sldId="316"/>
            <ac:spMk id="60" creationId="{54FBDDB1-7769-454C-A968-A9322E66CAB3}"/>
          </ac:spMkLst>
        </pc:spChg>
        <pc:spChg chg="del mod topLvl">
          <ac:chgData name="Umesh Zemse" userId="f5579818-f47c-4551-9630-9efa4dd51d64" providerId="ADAL" clId="{540DD99E-8EFB-43B0-8356-11D39B9DB913}" dt="2020-07-31T06:37:53.316" v="1857" actId="478"/>
          <ac:spMkLst>
            <pc:docMk/>
            <pc:sldMk cId="714502171" sldId="316"/>
            <ac:spMk id="61" creationId="{A19DA3E7-4153-4EC8-B95F-3A8950722A8E}"/>
          </ac:spMkLst>
        </pc:spChg>
        <pc:spChg chg="del mod topLvl">
          <ac:chgData name="Umesh Zemse" userId="f5579818-f47c-4551-9630-9efa4dd51d64" providerId="ADAL" clId="{540DD99E-8EFB-43B0-8356-11D39B9DB913}" dt="2020-07-31T06:38:05.327" v="1861" actId="478"/>
          <ac:spMkLst>
            <pc:docMk/>
            <pc:sldMk cId="714502171" sldId="316"/>
            <ac:spMk id="62" creationId="{169EB5D7-73F6-4604-963C-31857FDCCD0A}"/>
          </ac:spMkLst>
        </pc:spChg>
        <pc:spChg chg="del mod topLvl">
          <ac:chgData name="Umesh Zemse" userId="f5579818-f47c-4551-9630-9efa4dd51d64" providerId="ADAL" clId="{540DD99E-8EFB-43B0-8356-11D39B9DB913}" dt="2020-07-31T06:38:48.378" v="1899" actId="478"/>
          <ac:spMkLst>
            <pc:docMk/>
            <pc:sldMk cId="714502171" sldId="316"/>
            <ac:spMk id="63" creationId="{9A69BE30-A718-43BE-88B9-3F205AB17651}"/>
          </ac:spMkLst>
        </pc:spChg>
        <pc:spChg chg="del mod topLvl">
          <ac:chgData name="Umesh Zemse" userId="f5579818-f47c-4551-9630-9efa4dd51d64" providerId="ADAL" clId="{540DD99E-8EFB-43B0-8356-11D39B9DB913}" dt="2020-07-31T06:39:03.614" v="1907" actId="478"/>
          <ac:spMkLst>
            <pc:docMk/>
            <pc:sldMk cId="714502171" sldId="316"/>
            <ac:spMk id="64" creationId="{9262FCCF-A027-448F-ADF0-A66FE3AE4851}"/>
          </ac:spMkLst>
        </pc:spChg>
        <pc:spChg chg="mod topLvl">
          <ac:chgData name="Umesh Zemse" userId="f5579818-f47c-4551-9630-9efa4dd51d64" providerId="ADAL" clId="{540DD99E-8EFB-43B0-8356-11D39B9DB913}" dt="2020-07-31T06:39:44.981" v="1922" actId="164"/>
          <ac:spMkLst>
            <pc:docMk/>
            <pc:sldMk cId="714502171" sldId="316"/>
            <ac:spMk id="65" creationId="{FC68B35B-D13A-4FCE-8440-552CE3FE03D4}"/>
          </ac:spMkLst>
        </pc:spChg>
        <pc:grpChg chg="add mod">
          <ac:chgData name="Umesh Zemse" userId="f5579818-f47c-4551-9630-9efa4dd51d64" providerId="ADAL" clId="{540DD99E-8EFB-43B0-8356-11D39B9DB913}" dt="2020-07-31T06:39:44.981" v="1922" actId="164"/>
          <ac:grpSpMkLst>
            <pc:docMk/>
            <pc:sldMk cId="714502171" sldId="316"/>
            <ac:grpSpMk id="3" creationId="{53B0EDA3-5E35-4F25-9CAB-20086E964FB8}"/>
          </ac:grpSpMkLst>
        </pc:grpChg>
        <pc:grpChg chg="add del mod">
          <ac:chgData name="Umesh Zemse" userId="f5579818-f47c-4551-9630-9efa4dd51d64" providerId="ADAL" clId="{540DD99E-8EFB-43B0-8356-11D39B9DB913}" dt="2020-07-31T06:36:20.954" v="1740" actId="165"/>
          <ac:grpSpMkLst>
            <pc:docMk/>
            <pc:sldMk cId="714502171" sldId="316"/>
            <ac:grpSpMk id="36" creationId="{7F3F1347-87A8-48CD-8D44-1DF8C61D971A}"/>
          </ac:grpSpMkLst>
        </pc:grpChg>
        <pc:cxnChg chg="del mod topLvl">
          <ac:chgData name="Umesh Zemse" userId="f5579818-f47c-4551-9630-9efa4dd51d64" providerId="ADAL" clId="{540DD99E-8EFB-43B0-8356-11D39B9DB913}" dt="2020-07-31T06:37:02.244" v="1781" actId="478"/>
          <ac:cxnSpMkLst>
            <pc:docMk/>
            <pc:sldMk cId="714502171" sldId="316"/>
            <ac:cxnSpMk id="41" creationId="{5D530ED5-C603-48E3-93DF-8F73DE8C9B5C}"/>
          </ac:cxnSpMkLst>
        </pc:cxnChg>
        <pc:cxnChg chg="del mod topLvl">
          <ac:chgData name="Umesh Zemse" userId="f5579818-f47c-4551-9630-9efa4dd51d64" providerId="ADAL" clId="{540DD99E-8EFB-43B0-8356-11D39B9DB913}" dt="2020-07-31T06:37:58.780" v="1858" actId="478"/>
          <ac:cxnSpMkLst>
            <pc:docMk/>
            <pc:sldMk cId="714502171" sldId="316"/>
            <ac:cxnSpMk id="48" creationId="{E807C64D-9319-417C-9D9F-8521EEA3D695}"/>
          </ac:cxnSpMkLst>
        </pc:cxnChg>
        <pc:cxnChg chg="del mod topLvl">
          <ac:chgData name="Umesh Zemse" userId="f5579818-f47c-4551-9630-9efa4dd51d64" providerId="ADAL" clId="{540DD99E-8EFB-43B0-8356-11D39B9DB913}" dt="2020-07-31T06:38:49.731" v="1900" actId="478"/>
          <ac:cxnSpMkLst>
            <pc:docMk/>
            <pc:sldMk cId="714502171" sldId="316"/>
            <ac:cxnSpMk id="53" creationId="{72DFB000-A1A4-4BE9-8C06-4CB38F4ABA0D}"/>
          </ac:cxnSpMkLst>
        </pc:cxnChg>
        <pc:cxnChg chg="del mod topLvl">
          <ac:chgData name="Umesh Zemse" userId="f5579818-f47c-4551-9630-9efa4dd51d64" providerId="ADAL" clId="{540DD99E-8EFB-43B0-8356-11D39B9DB913}" dt="2020-07-31T06:38:57.909" v="1904" actId="478"/>
          <ac:cxnSpMkLst>
            <pc:docMk/>
            <pc:sldMk cId="714502171" sldId="316"/>
            <ac:cxnSpMk id="56" creationId="{2915737D-9849-40AD-8685-6D47F7BA4798}"/>
          </ac:cxnSpMkLst>
        </pc:cxnChg>
      </pc:sldChg>
      <pc:sldChg chg="modSp">
        <pc:chgData name="Umesh Zemse" userId="f5579818-f47c-4551-9630-9efa4dd51d64" providerId="ADAL" clId="{540DD99E-8EFB-43B0-8356-11D39B9DB913}" dt="2020-07-17T08:51:29.991" v="389" actId="207"/>
        <pc:sldMkLst>
          <pc:docMk/>
          <pc:sldMk cId="2991008582" sldId="320"/>
        </pc:sldMkLst>
        <pc:spChg chg="mod">
          <ac:chgData name="Umesh Zemse" userId="f5579818-f47c-4551-9630-9efa4dd51d64" providerId="ADAL" clId="{540DD99E-8EFB-43B0-8356-11D39B9DB913}" dt="2020-07-17T08:51:29.991" v="389" actId="207"/>
          <ac:spMkLst>
            <pc:docMk/>
            <pc:sldMk cId="2991008582" sldId="320"/>
            <ac:spMk id="2" creationId="{00000000-0000-0000-0000-000000000000}"/>
          </ac:spMkLst>
        </pc:spChg>
      </pc:sldChg>
    </pc:docChg>
  </pc:docChgLst>
  <pc:docChgLst>
    <pc:chgData name="Umesh Zemse" userId="f5579818-f47c-4551-9630-9efa4dd51d64" providerId="ADAL" clId="{7BD1F271-D7CE-4DE1-902B-F340CAF19A23}"/>
    <pc:docChg chg="undo custSel addSld delSld modSld">
      <pc:chgData name="Umesh Zemse" userId="f5579818-f47c-4551-9630-9efa4dd51d64" providerId="ADAL" clId="{7BD1F271-D7CE-4DE1-902B-F340CAF19A23}" dt="2020-09-09T11:18:18.252" v="1487" actId="20577"/>
      <pc:docMkLst>
        <pc:docMk/>
      </pc:docMkLst>
      <pc:sldChg chg="modSp">
        <pc:chgData name="Umesh Zemse" userId="f5579818-f47c-4551-9630-9efa4dd51d64" providerId="ADAL" clId="{7BD1F271-D7CE-4DE1-902B-F340CAF19A23}" dt="2020-09-09T10:39:54.519" v="344" actId="1076"/>
        <pc:sldMkLst>
          <pc:docMk/>
          <pc:sldMk cId="1264052739" sldId="272"/>
        </pc:sldMkLst>
        <pc:spChg chg="mod">
          <ac:chgData name="Umesh Zemse" userId="f5579818-f47c-4551-9630-9efa4dd51d64" providerId="ADAL" clId="{7BD1F271-D7CE-4DE1-902B-F340CAF19A23}" dt="2020-09-09T10:39:51.431" v="343" actId="1076"/>
          <ac:spMkLst>
            <pc:docMk/>
            <pc:sldMk cId="1264052739" sldId="272"/>
            <ac:spMk id="2" creationId="{00000000-0000-0000-0000-000000000000}"/>
          </ac:spMkLst>
        </pc:spChg>
        <pc:spChg chg="mod">
          <ac:chgData name="Umesh Zemse" userId="f5579818-f47c-4551-9630-9efa4dd51d64" providerId="ADAL" clId="{7BD1F271-D7CE-4DE1-902B-F340CAF19A23}" dt="2020-09-09T10:39:54.519" v="344" actId="1076"/>
          <ac:spMkLst>
            <pc:docMk/>
            <pc:sldMk cId="1264052739" sldId="272"/>
            <ac:spMk id="3" creationId="{00000000-0000-0000-0000-000000000000}"/>
          </ac:spMkLst>
        </pc:spChg>
      </pc:sldChg>
      <pc:sldChg chg="modSp">
        <pc:chgData name="Umesh Zemse" userId="f5579818-f47c-4551-9630-9efa4dd51d64" providerId="ADAL" clId="{7BD1F271-D7CE-4DE1-902B-F340CAF19A23}" dt="2020-09-09T10:40:17.607" v="353" actId="1076"/>
        <pc:sldMkLst>
          <pc:docMk/>
          <pc:sldMk cId="965004602" sldId="273"/>
        </pc:sldMkLst>
        <pc:spChg chg="mod">
          <ac:chgData name="Umesh Zemse" userId="f5579818-f47c-4551-9630-9efa4dd51d64" providerId="ADAL" clId="{7BD1F271-D7CE-4DE1-902B-F340CAF19A23}" dt="2020-09-09T10:40:17.607" v="353" actId="1076"/>
          <ac:spMkLst>
            <pc:docMk/>
            <pc:sldMk cId="965004602" sldId="273"/>
            <ac:spMk id="2" creationId="{00000000-0000-0000-0000-000000000000}"/>
          </ac:spMkLst>
        </pc:spChg>
      </pc:sldChg>
      <pc:sldChg chg="modSp">
        <pc:chgData name="Umesh Zemse" userId="f5579818-f47c-4551-9630-9efa4dd51d64" providerId="ADAL" clId="{7BD1F271-D7CE-4DE1-902B-F340CAF19A23}" dt="2020-09-09T10:40:13.447" v="352" actId="1076"/>
        <pc:sldMkLst>
          <pc:docMk/>
          <pc:sldMk cId="294780215" sldId="274"/>
        </pc:sldMkLst>
        <pc:spChg chg="mod">
          <ac:chgData name="Umesh Zemse" userId="f5579818-f47c-4551-9630-9efa4dd51d64" providerId="ADAL" clId="{7BD1F271-D7CE-4DE1-902B-F340CAF19A23}" dt="2020-09-09T10:40:13.447" v="352" actId="1076"/>
          <ac:spMkLst>
            <pc:docMk/>
            <pc:sldMk cId="294780215" sldId="274"/>
            <ac:spMk id="2" creationId="{00000000-0000-0000-0000-000000000000}"/>
          </ac:spMkLst>
        </pc:spChg>
      </pc:sldChg>
      <pc:sldChg chg="modSp">
        <pc:chgData name="Umesh Zemse" userId="f5579818-f47c-4551-9630-9efa4dd51d64" providerId="ADAL" clId="{7BD1F271-D7CE-4DE1-902B-F340CAF19A23}" dt="2020-09-09T10:40:25.607" v="355" actId="1076"/>
        <pc:sldMkLst>
          <pc:docMk/>
          <pc:sldMk cId="2719222110" sldId="275"/>
        </pc:sldMkLst>
        <pc:spChg chg="mod">
          <ac:chgData name="Umesh Zemse" userId="f5579818-f47c-4551-9630-9efa4dd51d64" providerId="ADAL" clId="{7BD1F271-D7CE-4DE1-902B-F340CAF19A23}" dt="2020-09-09T10:40:25.607" v="355" actId="1076"/>
          <ac:spMkLst>
            <pc:docMk/>
            <pc:sldMk cId="2719222110" sldId="275"/>
            <ac:spMk id="2" creationId="{00000000-0000-0000-0000-000000000000}"/>
          </ac:spMkLst>
        </pc:spChg>
      </pc:sldChg>
      <pc:sldChg chg="addSp modSp">
        <pc:chgData name="Umesh Zemse" userId="f5579818-f47c-4551-9630-9efa4dd51d64" providerId="ADAL" clId="{7BD1F271-D7CE-4DE1-902B-F340CAF19A23}" dt="2020-09-09T10:41:05.267" v="362" actId="207"/>
        <pc:sldMkLst>
          <pc:docMk/>
          <pc:sldMk cId="553882014" sldId="292"/>
        </pc:sldMkLst>
        <pc:spChg chg="mod">
          <ac:chgData name="Umesh Zemse" userId="f5579818-f47c-4551-9630-9efa4dd51d64" providerId="ADAL" clId="{7BD1F271-D7CE-4DE1-902B-F340CAF19A23}" dt="2020-09-09T10:41:05.267" v="362" actId="207"/>
          <ac:spMkLst>
            <pc:docMk/>
            <pc:sldMk cId="553882014" sldId="292"/>
            <ac:spMk id="2" creationId="{00000000-0000-0000-0000-000000000000}"/>
          </ac:spMkLst>
        </pc:spChg>
        <pc:grpChg chg="add">
          <ac:chgData name="Umesh Zemse" userId="f5579818-f47c-4551-9630-9efa4dd51d64" providerId="ADAL" clId="{7BD1F271-D7CE-4DE1-902B-F340CAF19A23}" dt="2020-09-09T10:40:57.870" v="360"/>
          <ac:grpSpMkLst>
            <pc:docMk/>
            <pc:sldMk cId="553882014" sldId="292"/>
            <ac:grpSpMk id="3" creationId="{01DFF431-DEFD-4D77-853A-20D839B65089}"/>
          </ac:grpSpMkLst>
        </pc:grpChg>
      </pc:sldChg>
      <pc:sldChg chg="modSp">
        <pc:chgData name="Umesh Zemse" userId="f5579818-f47c-4551-9630-9efa4dd51d64" providerId="ADAL" clId="{7BD1F271-D7CE-4DE1-902B-F340CAF19A23}" dt="2020-09-09T10:41:14.872" v="363" actId="1076"/>
        <pc:sldMkLst>
          <pc:docMk/>
          <pc:sldMk cId="2771644036" sldId="293"/>
        </pc:sldMkLst>
        <pc:spChg chg="mod">
          <ac:chgData name="Umesh Zemse" userId="f5579818-f47c-4551-9630-9efa4dd51d64" providerId="ADAL" clId="{7BD1F271-D7CE-4DE1-902B-F340CAF19A23}" dt="2020-09-09T10:41:14.872" v="363" actId="1076"/>
          <ac:spMkLst>
            <pc:docMk/>
            <pc:sldMk cId="2771644036" sldId="293"/>
            <ac:spMk id="2" creationId="{00000000-0000-0000-0000-000000000000}"/>
          </ac:spMkLst>
        </pc:spChg>
      </pc:sldChg>
      <pc:sldChg chg="modSp">
        <pc:chgData name="Umesh Zemse" userId="f5579818-f47c-4551-9630-9efa4dd51d64" providerId="ADAL" clId="{7BD1F271-D7CE-4DE1-902B-F340CAF19A23}" dt="2020-09-09T10:22:16.879" v="73" actId="27636"/>
        <pc:sldMkLst>
          <pc:docMk/>
          <pc:sldMk cId="2323935477" sldId="294"/>
        </pc:sldMkLst>
        <pc:spChg chg="mod">
          <ac:chgData name="Umesh Zemse" userId="f5579818-f47c-4551-9630-9efa4dd51d64" providerId="ADAL" clId="{7BD1F271-D7CE-4DE1-902B-F340CAF19A23}" dt="2020-09-09T10:22:16.879" v="73" actId="27636"/>
          <ac:spMkLst>
            <pc:docMk/>
            <pc:sldMk cId="2323935477" sldId="294"/>
            <ac:spMk id="2" creationId="{DB82709E-0EC0-4971-A1CA-640DDB0215EB}"/>
          </ac:spMkLst>
        </pc:spChg>
      </pc:sldChg>
      <pc:sldChg chg="modSp">
        <pc:chgData name="Umesh Zemse" userId="f5579818-f47c-4551-9630-9efa4dd51d64" providerId="ADAL" clId="{7BD1F271-D7CE-4DE1-902B-F340CAF19A23}" dt="2020-09-09T10:41:43.986" v="367" actId="404"/>
        <pc:sldMkLst>
          <pc:docMk/>
          <pc:sldMk cId="2969517211" sldId="295"/>
        </pc:sldMkLst>
        <pc:spChg chg="mod">
          <ac:chgData name="Umesh Zemse" userId="f5579818-f47c-4551-9630-9efa4dd51d64" providerId="ADAL" clId="{7BD1F271-D7CE-4DE1-902B-F340CAF19A23}" dt="2020-09-09T10:41:43.986" v="367" actId="404"/>
          <ac:spMkLst>
            <pc:docMk/>
            <pc:sldMk cId="2969517211" sldId="295"/>
            <ac:spMk id="2" creationId="{BAF803E9-47AC-42F4-808B-984CC278ED0B}"/>
          </ac:spMkLst>
        </pc:spChg>
      </pc:sldChg>
      <pc:sldChg chg="modSp">
        <pc:chgData name="Umesh Zemse" userId="f5579818-f47c-4551-9630-9efa4dd51d64" providerId="ADAL" clId="{7BD1F271-D7CE-4DE1-902B-F340CAF19A23}" dt="2020-09-09T10:50:13.164" v="511" actId="20577"/>
        <pc:sldMkLst>
          <pc:docMk/>
          <pc:sldMk cId="3305528177" sldId="296"/>
        </pc:sldMkLst>
        <pc:spChg chg="mod">
          <ac:chgData name="Umesh Zemse" userId="f5579818-f47c-4551-9630-9efa4dd51d64" providerId="ADAL" clId="{7BD1F271-D7CE-4DE1-902B-F340CAF19A23}" dt="2020-09-09T10:42:12.911" v="369" actId="1076"/>
          <ac:spMkLst>
            <pc:docMk/>
            <pc:sldMk cId="3305528177" sldId="296"/>
            <ac:spMk id="2" creationId="{E0104F68-A9B6-4A9C-BD18-0301D1C829DB}"/>
          </ac:spMkLst>
        </pc:spChg>
        <pc:spChg chg="mod">
          <ac:chgData name="Umesh Zemse" userId="f5579818-f47c-4551-9630-9efa4dd51d64" providerId="ADAL" clId="{7BD1F271-D7CE-4DE1-902B-F340CAF19A23}" dt="2020-09-09T10:49:27.831" v="463" actId="20577"/>
          <ac:spMkLst>
            <pc:docMk/>
            <pc:sldMk cId="3305528177" sldId="296"/>
            <ac:spMk id="11" creationId="{F37D74E3-585D-4E7D-90FB-90B97715A1C2}"/>
          </ac:spMkLst>
        </pc:spChg>
        <pc:spChg chg="mod">
          <ac:chgData name="Umesh Zemse" userId="f5579818-f47c-4551-9630-9efa4dd51d64" providerId="ADAL" clId="{7BD1F271-D7CE-4DE1-902B-F340CAF19A23}" dt="2020-09-09T10:49:38.306" v="474" actId="20577"/>
          <ac:spMkLst>
            <pc:docMk/>
            <pc:sldMk cId="3305528177" sldId="296"/>
            <ac:spMk id="12" creationId="{757A82B3-4AF2-4211-B555-0CE256758C51}"/>
          </ac:spMkLst>
        </pc:spChg>
        <pc:spChg chg="mod">
          <ac:chgData name="Umesh Zemse" userId="f5579818-f47c-4551-9630-9efa4dd51d64" providerId="ADAL" clId="{7BD1F271-D7CE-4DE1-902B-F340CAF19A23}" dt="2020-09-09T10:49:52.305" v="487" actId="20577"/>
          <ac:spMkLst>
            <pc:docMk/>
            <pc:sldMk cId="3305528177" sldId="296"/>
            <ac:spMk id="27" creationId="{B46BB860-9FCC-471B-B1DB-CC177706B8CB}"/>
          </ac:spMkLst>
        </pc:spChg>
        <pc:spChg chg="mod">
          <ac:chgData name="Umesh Zemse" userId="f5579818-f47c-4551-9630-9efa4dd51d64" providerId="ADAL" clId="{7BD1F271-D7CE-4DE1-902B-F340CAF19A23}" dt="2020-09-09T10:50:03.167" v="500" actId="20577"/>
          <ac:spMkLst>
            <pc:docMk/>
            <pc:sldMk cId="3305528177" sldId="296"/>
            <ac:spMk id="31" creationId="{864F2EA2-D3FA-4B29-B824-58D41C0151C4}"/>
          </ac:spMkLst>
        </pc:spChg>
        <pc:spChg chg="mod">
          <ac:chgData name="Umesh Zemse" userId="f5579818-f47c-4551-9630-9efa4dd51d64" providerId="ADAL" clId="{7BD1F271-D7CE-4DE1-902B-F340CAF19A23}" dt="2020-09-09T10:50:13.164" v="511" actId="20577"/>
          <ac:spMkLst>
            <pc:docMk/>
            <pc:sldMk cId="3305528177" sldId="296"/>
            <ac:spMk id="33" creationId="{2B65CB3B-095B-4A91-A457-6D5825DEABD9}"/>
          </ac:spMkLst>
        </pc:spChg>
      </pc:sldChg>
      <pc:sldChg chg="modSp">
        <pc:chgData name="Umesh Zemse" userId="f5579818-f47c-4551-9630-9efa4dd51d64" providerId="ADAL" clId="{7BD1F271-D7CE-4DE1-902B-F340CAF19A23}" dt="2020-09-09T10:52:52.934" v="617" actId="20577"/>
        <pc:sldMkLst>
          <pc:docMk/>
          <pc:sldMk cId="1948447143" sldId="297"/>
        </pc:sldMkLst>
        <pc:spChg chg="mod">
          <ac:chgData name="Umesh Zemse" userId="f5579818-f47c-4551-9630-9efa4dd51d64" providerId="ADAL" clId="{7BD1F271-D7CE-4DE1-902B-F340CAF19A23}" dt="2020-09-09T10:42:37.895" v="373" actId="1076"/>
          <ac:spMkLst>
            <pc:docMk/>
            <pc:sldMk cId="1948447143" sldId="297"/>
            <ac:spMk id="2" creationId="{11E3A721-98EA-4FA0-9C28-A1CD39FEBC42}"/>
          </ac:spMkLst>
        </pc:spChg>
        <pc:spChg chg="mod ord">
          <ac:chgData name="Umesh Zemse" userId="f5579818-f47c-4551-9630-9efa4dd51d64" providerId="ADAL" clId="{7BD1F271-D7CE-4DE1-902B-F340CAF19A23}" dt="2020-09-09T10:52:18.228" v="587" actId="20577"/>
          <ac:spMkLst>
            <pc:docMk/>
            <pc:sldMk cId="1948447143" sldId="297"/>
            <ac:spMk id="7" creationId="{1EC99875-9AF0-4886-A485-6408E5688E53}"/>
          </ac:spMkLst>
        </pc:spChg>
        <pc:spChg chg="mod">
          <ac:chgData name="Umesh Zemse" userId="f5579818-f47c-4551-9630-9efa4dd51d64" providerId="ADAL" clId="{7BD1F271-D7CE-4DE1-902B-F340CAF19A23}" dt="2020-09-09T10:52:31.782" v="601" actId="20577"/>
          <ac:spMkLst>
            <pc:docMk/>
            <pc:sldMk cId="1948447143" sldId="297"/>
            <ac:spMk id="14" creationId="{30B4120C-8249-4285-AB77-F6E157DCD137}"/>
          </ac:spMkLst>
        </pc:spChg>
        <pc:spChg chg="mod">
          <ac:chgData name="Umesh Zemse" userId="f5579818-f47c-4551-9630-9efa4dd51d64" providerId="ADAL" clId="{7BD1F271-D7CE-4DE1-902B-F340CAF19A23}" dt="2020-09-09T10:52:45.020" v="608" actId="20577"/>
          <ac:spMkLst>
            <pc:docMk/>
            <pc:sldMk cId="1948447143" sldId="297"/>
            <ac:spMk id="16" creationId="{0FB3CE8C-3079-4DC3-8E89-30279AD8187D}"/>
          </ac:spMkLst>
        </pc:spChg>
        <pc:spChg chg="mod">
          <ac:chgData name="Umesh Zemse" userId="f5579818-f47c-4551-9630-9efa4dd51d64" providerId="ADAL" clId="{7BD1F271-D7CE-4DE1-902B-F340CAF19A23}" dt="2020-09-09T10:52:52.934" v="617" actId="20577"/>
          <ac:spMkLst>
            <pc:docMk/>
            <pc:sldMk cId="1948447143" sldId="297"/>
            <ac:spMk id="18" creationId="{F33CD066-D592-4CFC-8DEA-44455FE4A64F}"/>
          </ac:spMkLst>
        </pc:spChg>
      </pc:sldChg>
      <pc:sldChg chg="modSp">
        <pc:chgData name="Umesh Zemse" userId="f5579818-f47c-4551-9630-9efa4dd51d64" providerId="ADAL" clId="{7BD1F271-D7CE-4DE1-902B-F340CAF19A23}" dt="2020-09-09T10:56:25.585" v="779" actId="1038"/>
        <pc:sldMkLst>
          <pc:docMk/>
          <pc:sldMk cId="2075490455" sldId="298"/>
        </pc:sldMkLst>
        <pc:spChg chg="mod">
          <ac:chgData name="Umesh Zemse" userId="f5579818-f47c-4551-9630-9efa4dd51d64" providerId="ADAL" clId="{7BD1F271-D7CE-4DE1-902B-F340CAF19A23}" dt="2020-09-09T10:42:53.752" v="376" actId="1076"/>
          <ac:spMkLst>
            <pc:docMk/>
            <pc:sldMk cId="2075490455" sldId="298"/>
            <ac:spMk id="2" creationId="{08B7163A-92FA-4BF2-BC13-7AA24BB08966}"/>
          </ac:spMkLst>
        </pc:spChg>
        <pc:spChg chg="mod">
          <ac:chgData name="Umesh Zemse" userId="f5579818-f47c-4551-9630-9efa4dd51d64" providerId="ADAL" clId="{7BD1F271-D7CE-4DE1-902B-F340CAF19A23}" dt="2020-09-09T10:56:25.585" v="779" actId="1038"/>
          <ac:spMkLst>
            <pc:docMk/>
            <pc:sldMk cId="2075490455" sldId="298"/>
            <ac:spMk id="73" creationId="{D9061128-30D3-498C-AB48-44F2A70B5EF3}"/>
          </ac:spMkLst>
        </pc:spChg>
        <pc:spChg chg="mod">
          <ac:chgData name="Umesh Zemse" userId="f5579818-f47c-4551-9630-9efa4dd51d64" providerId="ADAL" clId="{7BD1F271-D7CE-4DE1-902B-F340CAF19A23}" dt="2020-09-09T10:55:34.054" v="739" actId="20577"/>
          <ac:spMkLst>
            <pc:docMk/>
            <pc:sldMk cId="2075490455" sldId="298"/>
            <ac:spMk id="75" creationId="{AB80592B-4177-4AE8-8C15-92FA3BFADA78}"/>
          </ac:spMkLst>
        </pc:spChg>
        <pc:spChg chg="mod">
          <ac:chgData name="Umesh Zemse" userId="f5579818-f47c-4551-9630-9efa4dd51d64" providerId="ADAL" clId="{7BD1F271-D7CE-4DE1-902B-F340CAF19A23}" dt="2020-09-09T10:55:31.066" v="733" actId="20577"/>
          <ac:spMkLst>
            <pc:docMk/>
            <pc:sldMk cId="2075490455" sldId="298"/>
            <ac:spMk id="76" creationId="{35DF31D0-ADA4-4CAD-A08A-2DE4A5EDF7C7}"/>
          </ac:spMkLst>
        </pc:spChg>
        <pc:spChg chg="mod">
          <ac:chgData name="Umesh Zemse" userId="f5579818-f47c-4551-9630-9efa4dd51d64" providerId="ADAL" clId="{7BD1F271-D7CE-4DE1-902B-F340CAF19A23}" dt="2020-09-09T10:55:39.132" v="748" actId="20577"/>
          <ac:spMkLst>
            <pc:docMk/>
            <pc:sldMk cId="2075490455" sldId="298"/>
            <ac:spMk id="85" creationId="{49D8E490-5CC6-448C-A007-4BBF5F947765}"/>
          </ac:spMkLst>
        </pc:spChg>
        <pc:spChg chg="mod">
          <ac:chgData name="Umesh Zemse" userId="f5579818-f47c-4551-9630-9efa4dd51d64" providerId="ADAL" clId="{7BD1F271-D7CE-4DE1-902B-F340CAF19A23}" dt="2020-09-09T10:55:46.297" v="757" actId="20577"/>
          <ac:spMkLst>
            <pc:docMk/>
            <pc:sldMk cId="2075490455" sldId="298"/>
            <ac:spMk id="86" creationId="{E42CC9C9-7FBD-49CB-9DAD-25490FE6A608}"/>
          </ac:spMkLst>
        </pc:spChg>
        <pc:spChg chg="mod">
          <ac:chgData name="Umesh Zemse" userId="f5579818-f47c-4551-9630-9efa4dd51d64" providerId="ADAL" clId="{7BD1F271-D7CE-4DE1-902B-F340CAF19A23}" dt="2020-09-09T10:55:52.117" v="767" actId="20577"/>
          <ac:spMkLst>
            <pc:docMk/>
            <pc:sldMk cId="2075490455" sldId="298"/>
            <ac:spMk id="87" creationId="{6D45CF89-BF5C-4902-80C2-54DA0EABFCC4}"/>
          </ac:spMkLst>
        </pc:spChg>
        <pc:spChg chg="mod">
          <ac:chgData name="Umesh Zemse" userId="f5579818-f47c-4551-9630-9efa4dd51d64" providerId="ADAL" clId="{7BD1F271-D7CE-4DE1-902B-F340CAF19A23}" dt="2020-09-09T10:55:55.993" v="774" actId="20577"/>
          <ac:spMkLst>
            <pc:docMk/>
            <pc:sldMk cId="2075490455" sldId="298"/>
            <ac:spMk id="88" creationId="{E910AF9B-63B3-475D-833B-40071CD1DC34}"/>
          </ac:spMkLst>
        </pc:spChg>
        <pc:graphicFrameChg chg="ord">
          <ac:chgData name="Umesh Zemse" userId="f5579818-f47c-4551-9630-9efa4dd51d64" providerId="ADAL" clId="{7BD1F271-D7CE-4DE1-902B-F340CAF19A23}" dt="2020-09-09T10:56:10.527" v="775" actId="167"/>
          <ac:graphicFrameMkLst>
            <pc:docMk/>
            <pc:sldMk cId="2075490455" sldId="298"/>
            <ac:graphicFrameMk id="74" creationId="{251B0105-864B-4306-BD58-24A59F6B6245}"/>
          </ac:graphicFrameMkLst>
        </pc:graphicFrameChg>
      </pc:sldChg>
      <pc:sldChg chg="addSp modSp">
        <pc:chgData name="Umesh Zemse" userId="f5579818-f47c-4551-9630-9efa4dd51d64" providerId="ADAL" clId="{7BD1F271-D7CE-4DE1-902B-F340CAF19A23}" dt="2020-09-09T10:43:14.569" v="379" actId="207"/>
        <pc:sldMkLst>
          <pc:docMk/>
          <pc:sldMk cId="523706966" sldId="299"/>
        </pc:sldMkLst>
        <pc:spChg chg="mod">
          <ac:chgData name="Umesh Zemse" userId="f5579818-f47c-4551-9630-9efa4dd51d64" providerId="ADAL" clId="{7BD1F271-D7CE-4DE1-902B-F340CAF19A23}" dt="2020-09-09T10:43:14.569" v="379" actId="207"/>
          <ac:spMkLst>
            <pc:docMk/>
            <pc:sldMk cId="523706966" sldId="299"/>
            <ac:spMk id="4" creationId="{4C316F01-5026-402C-A495-1ECF38A2E385}"/>
          </ac:spMkLst>
        </pc:spChg>
        <pc:grpChg chg="add">
          <ac:chgData name="Umesh Zemse" userId="f5579818-f47c-4551-9630-9efa4dd51d64" providerId="ADAL" clId="{7BD1F271-D7CE-4DE1-902B-F340CAF19A23}" dt="2020-09-09T10:43:02.901" v="377"/>
          <ac:grpSpMkLst>
            <pc:docMk/>
            <pc:sldMk cId="523706966" sldId="299"/>
            <ac:grpSpMk id="3" creationId="{D537DF8C-9872-4162-9227-E0441216D655}"/>
          </ac:grpSpMkLst>
        </pc:grpChg>
      </pc:sldChg>
      <pc:sldChg chg="addSp delSp modSp">
        <pc:chgData name="Umesh Zemse" userId="f5579818-f47c-4551-9630-9efa4dd51d64" providerId="ADAL" clId="{7BD1F271-D7CE-4DE1-902B-F340CAF19A23}" dt="2020-09-09T10:44:16.433" v="389" actId="207"/>
        <pc:sldMkLst>
          <pc:docMk/>
          <pc:sldMk cId="382840632" sldId="300"/>
        </pc:sldMkLst>
        <pc:spChg chg="del mod">
          <ac:chgData name="Umesh Zemse" userId="f5579818-f47c-4551-9630-9efa4dd51d64" providerId="ADAL" clId="{7BD1F271-D7CE-4DE1-902B-F340CAF19A23}" dt="2020-09-09T10:43:45.230" v="383" actId="478"/>
          <ac:spMkLst>
            <pc:docMk/>
            <pc:sldMk cId="382840632" sldId="300"/>
            <ac:spMk id="2" creationId="{27512A58-622E-47B9-BF72-67F91064FAEB}"/>
          </ac:spMkLst>
        </pc:spChg>
        <pc:spChg chg="mod">
          <ac:chgData name="Umesh Zemse" userId="f5579818-f47c-4551-9630-9efa4dd51d64" providerId="ADAL" clId="{7BD1F271-D7CE-4DE1-902B-F340CAF19A23}" dt="2020-09-09T10:44:16.433" v="389" actId="207"/>
          <ac:spMkLst>
            <pc:docMk/>
            <pc:sldMk cId="382840632" sldId="300"/>
            <ac:spMk id="6" creationId="{23235D2C-F7D3-419F-BEE9-C455EC6484B0}"/>
          </ac:spMkLst>
        </pc:spChg>
        <pc:spChg chg="add del mod">
          <ac:chgData name="Umesh Zemse" userId="f5579818-f47c-4551-9630-9efa4dd51d64" providerId="ADAL" clId="{7BD1F271-D7CE-4DE1-902B-F340CAF19A23}" dt="2020-09-09T10:43:49.389" v="384" actId="478"/>
          <ac:spMkLst>
            <pc:docMk/>
            <pc:sldMk cId="382840632" sldId="300"/>
            <ac:spMk id="7" creationId="{1A4274D8-FF06-4855-BE85-5AD318911DBF}"/>
          </ac:spMkLst>
        </pc:spChg>
        <pc:spChg chg="add mod">
          <ac:chgData name="Umesh Zemse" userId="f5579818-f47c-4551-9630-9efa4dd51d64" providerId="ADAL" clId="{7BD1F271-D7CE-4DE1-902B-F340CAF19A23}" dt="2020-09-09T10:44:13.762" v="388" actId="207"/>
          <ac:spMkLst>
            <pc:docMk/>
            <pc:sldMk cId="382840632" sldId="300"/>
            <ac:spMk id="13" creationId="{87FFA6AF-B4B5-4071-A18D-548F217FFCE9}"/>
          </ac:spMkLst>
        </pc:spChg>
      </pc:sldChg>
      <pc:sldChg chg="modSp">
        <pc:chgData name="Umesh Zemse" userId="f5579818-f47c-4551-9630-9efa4dd51d64" providerId="ADAL" clId="{7BD1F271-D7CE-4DE1-902B-F340CAF19A23}" dt="2020-09-09T10:42:17.143" v="370" actId="1076"/>
        <pc:sldMkLst>
          <pc:docMk/>
          <pc:sldMk cId="1791304860" sldId="307"/>
        </pc:sldMkLst>
        <pc:spChg chg="mod">
          <ac:chgData name="Umesh Zemse" userId="f5579818-f47c-4551-9630-9efa4dd51d64" providerId="ADAL" clId="{7BD1F271-D7CE-4DE1-902B-F340CAF19A23}" dt="2020-09-09T10:42:17.143" v="370" actId="1076"/>
          <ac:spMkLst>
            <pc:docMk/>
            <pc:sldMk cId="1791304860" sldId="307"/>
            <ac:spMk id="2" creationId="{E0104F68-A9B6-4A9C-BD18-0301D1C829DB}"/>
          </ac:spMkLst>
        </pc:spChg>
      </pc:sldChg>
      <pc:sldChg chg="modSp">
        <pc:chgData name="Umesh Zemse" userId="f5579818-f47c-4551-9630-9efa4dd51d64" providerId="ADAL" clId="{7BD1F271-D7CE-4DE1-902B-F340CAF19A23}" dt="2020-09-09T10:42:24.455" v="371" actId="1076"/>
        <pc:sldMkLst>
          <pc:docMk/>
          <pc:sldMk cId="3545767512" sldId="308"/>
        </pc:sldMkLst>
        <pc:spChg chg="mod">
          <ac:chgData name="Umesh Zemse" userId="f5579818-f47c-4551-9630-9efa4dd51d64" providerId="ADAL" clId="{7BD1F271-D7CE-4DE1-902B-F340CAF19A23}" dt="2020-09-09T10:42:24.455" v="371" actId="1076"/>
          <ac:spMkLst>
            <pc:docMk/>
            <pc:sldMk cId="3545767512" sldId="308"/>
            <ac:spMk id="2" creationId="{E0104F68-A9B6-4A9C-BD18-0301D1C829DB}"/>
          </ac:spMkLst>
        </pc:spChg>
      </pc:sldChg>
      <pc:sldChg chg="modSp">
        <pc:chgData name="Umesh Zemse" userId="f5579818-f47c-4551-9630-9efa4dd51d64" providerId="ADAL" clId="{7BD1F271-D7CE-4DE1-902B-F340CAF19A23}" dt="2020-09-09T10:51:30.015" v="575" actId="20577"/>
        <pc:sldMkLst>
          <pc:docMk/>
          <pc:sldMk cId="543032260" sldId="309"/>
        </pc:sldMkLst>
        <pc:spChg chg="mod">
          <ac:chgData name="Umesh Zemse" userId="f5579818-f47c-4551-9630-9efa4dd51d64" providerId="ADAL" clId="{7BD1F271-D7CE-4DE1-902B-F340CAF19A23}" dt="2020-09-09T10:42:30.583" v="372" actId="1076"/>
          <ac:spMkLst>
            <pc:docMk/>
            <pc:sldMk cId="543032260" sldId="309"/>
            <ac:spMk id="2" creationId="{E0104F68-A9B6-4A9C-BD18-0301D1C829DB}"/>
          </ac:spMkLst>
        </pc:spChg>
        <pc:spChg chg="mod">
          <ac:chgData name="Umesh Zemse" userId="f5579818-f47c-4551-9630-9efa4dd51d64" providerId="ADAL" clId="{7BD1F271-D7CE-4DE1-902B-F340CAF19A23}" dt="2020-09-09T10:50:45.936" v="526" actId="20577"/>
          <ac:spMkLst>
            <pc:docMk/>
            <pc:sldMk cId="543032260" sldId="309"/>
            <ac:spMk id="9" creationId="{410D83FC-7940-402F-B5B0-F709D30A86A8}"/>
          </ac:spMkLst>
        </pc:spChg>
        <pc:spChg chg="mod">
          <ac:chgData name="Umesh Zemse" userId="f5579818-f47c-4551-9630-9efa4dd51d64" providerId="ADAL" clId="{7BD1F271-D7CE-4DE1-902B-F340CAF19A23}" dt="2020-09-09T10:50:39.341" v="518" actId="20577"/>
          <ac:spMkLst>
            <pc:docMk/>
            <pc:sldMk cId="543032260" sldId="309"/>
            <ac:spMk id="11" creationId="{F37D74E3-585D-4E7D-90FB-90B97715A1C2}"/>
          </ac:spMkLst>
        </pc:spChg>
        <pc:spChg chg="mod">
          <ac:chgData name="Umesh Zemse" userId="f5579818-f47c-4551-9630-9efa4dd51d64" providerId="ADAL" clId="{7BD1F271-D7CE-4DE1-902B-F340CAF19A23}" dt="2020-09-09T10:50:57.874" v="538" actId="20577"/>
          <ac:spMkLst>
            <pc:docMk/>
            <pc:sldMk cId="543032260" sldId="309"/>
            <ac:spMk id="12" creationId="{757A82B3-4AF2-4211-B555-0CE256758C51}"/>
          </ac:spMkLst>
        </pc:spChg>
        <pc:spChg chg="mod">
          <ac:chgData name="Umesh Zemse" userId="f5579818-f47c-4551-9630-9efa4dd51d64" providerId="ADAL" clId="{7BD1F271-D7CE-4DE1-902B-F340CAF19A23}" dt="2020-09-09T10:51:10.528" v="551" actId="20577"/>
          <ac:spMkLst>
            <pc:docMk/>
            <pc:sldMk cId="543032260" sldId="309"/>
            <ac:spMk id="27" creationId="{B46BB860-9FCC-471B-B1DB-CC177706B8CB}"/>
          </ac:spMkLst>
        </pc:spChg>
        <pc:spChg chg="mod">
          <ac:chgData name="Umesh Zemse" userId="f5579818-f47c-4551-9630-9efa4dd51d64" providerId="ADAL" clId="{7BD1F271-D7CE-4DE1-902B-F340CAF19A23}" dt="2020-09-09T10:51:22.906" v="565" actId="20577"/>
          <ac:spMkLst>
            <pc:docMk/>
            <pc:sldMk cId="543032260" sldId="309"/>
            <ac:spMk id="31" creationId="{864F2EA2-D3FA-4B29-B824-58D41C0151C4}"/>
          </ac:spMkLst>
        </pc:spChg>
        <pc:spChg chg="mod">
          <ac:chgData name="Umesh Zemse" userId="f5579818-f47c-4551-9630-9efa4dd51d64" providerId="ADAL" clId="{7BD1F271-D7CE-4DE1-902B-F340CAF19A23}" dt="2020-09-09T10:51:30.015" v="575" actId="20577"/>
          <ac:spMkLst>
            <pc:docMk/>
            <pc:sldMk cId="543032260" sldId="309"/>
            <ac:spMk id="33" creationId="{2B65CB3B-095B-4A91-A457-6D5825DEABD9}"/>
          </ac:spMkLst>
        </pc:spChg>
      </pc:sldChg>
      <pc:sldChg chg="modSp">
        <pc:chgData name="Umesh Zemse" userId="f5579818-f47c-4551-9630-9efa4dd51d64" providerId="ADAL" clId="{7BD1F271-D7CE-4DE1-902B-F340CAF19A23}" dt="2020-09-09T10:53:40.976" v="670" actId="20577"/>
        <pc:sldMkLst>
          <pc:docMk/>
          <pc:sldMk cId="2360601023" sldId="310"/>
        </pc:sldMkLst>
        <pc:spChg chg="mod">
          <ac:chgData name="Umesh Zemse" userId="f5579818-f47c-4551-9630-9efa4dd51d64" providerId="ADAL" clId="{7BD1F271-D7CE-4DE1-902B-F340CAF19A23}" dt="2020-09-09T10:42:42.271" v="374" actId="1076"/>
          <ac:spMkLst>
            <pc:docMk/>
            <pc:sldMk cId="2360601023" sldId="310"/>
            <ac:spMk id="2" creationId="{E0104F68-A9B6-4A9C-BD18-0301D1C829DB}"/>
          </ac:spMkLst>
        </pc:spChg>
        <pc:spChg chg="mod">
          <ac:chgData name="Umesh Zemse" userId="f5579818-f47c-4551-9630-9efa4dd51d64" providerId="ADAL" clId="{7BD1F271-D7CE-4DE1-902B-F340CAF19A23}" dt="2020-09-09T10:53:19.076" v="637" actId="20577"/>
          <ac:spMkLst>
            <pc:docMk/>
            <pc:sldMk cId="2360601023" sldId="310"/>
            <ac:spMk id="9" creationId="{410D83FC-7940-402F-B5B0-F709D30A86A8}"/>
          </ac:spMkLst>
        </pc:spChg>
        <pc:spChg chg="mod">
          <ac:chgData name="Umesh Zemse" userId="f5579818-f47c-4551-9630-9efa4dd51d64" providerId="ADAL" clId="{7BD1F271-D7CE-4DE1-902B-F340CAF19A23}" dt="2020-09-09T10:53:10.354" v="630" actId="20577"/>
          <ac:spMkLst>
            <pc:docMk/>
            <pc:sldMk cId="2360601023" sldId="310"/>
            <ac:spMk id="11" creationId="{F37D74E3-585D-4E7D-90FB-90B97715A1C2}"/>
          </ac:spMkLst>
        </pc:spChg>
        <pc:spChg chg="mod">
          <ac:chgData name="Umesh Zemse" userId="f5579818-f47c-4551-9630-9efa4dd51d64" providerId="ADAL" clId="{7BD1F271-D7CE-4DE1-902B-F340CAF19A23}" dt="2020-09-09T10:53:25.809" v="642" actId="20577"/>
          <ac:spMkLst>
            <pc:docMk/>
            <pc:sldMk cId="2360601023" sldId="310"/>
            <ac:spMk id="39" creationId="{E50F7005-A0A5-4774-8127-5856594B3A10}"/>
          </ac:spMkLst>
        </pc:spChg>
        <pc:spChg chg="mod">
          <ac:chgData name="Umesh Zemse" userId="f5579818-f47c-4551-9630-9efa4dd51d64" providerId="ADAL" clId="{7BD1F271-D7CE-4DE1-902B-F340CAF19A23}" dt="2020-09-09T10:53:32.968" v="653" actId="20577"/>
          <ac:spMkLst>
            <pc:docMk/>
            <pc:sldMk cId="2360601023" sldId="310"/>
            <ac:spMk id="40" creationId="{1DD1F160-86D3-4E84-A973-EE048ED5C330}"/>
          </ac:spMkLst>
        </pc:spChg>
        <pc:spChg chg="mod">
          <ac:chgData name="Umesh Zemse" userId="f5579818-f47c-4551-9630-9efa4dd51d64" providerId="ADAL" clId="{7BD1F271-D7CE-4DE1-902B-F340CAF19A23}" dt="2020-09-09T10:53:37.652" v="662" actId="20577"/>
          <ac:spMkLst>
            <pc:docMk/>
            <pc:sldMk cId="2360601023" sldId="310"/>
            <ac:spMk id="42" creationId="{D77F08B0-E8F7-460F-B24E-9D87ED166589}"/>
          </ac:spMkLst>
        </pc:spChg>
        <pc:spChg chg="mod">
          <ac:chgData name="Umesh Zemse" userId="f5579818-f47c-4551-9630-9efa4dd51d64" providerId="ADAL" clId="{7BD1F271-D7CE-4DE1-902B-F340CAF19A23}" dt="2020-09-09T10:53:40.976" v="670" actId="20577"/>
          <ac:spMkLst>
            <pc:docMk/>
            <pc:sldMk cId="2360601023" sldId="310"/>
            <ac:spMk id="45" creationId="{2376E528-DFB4-47FB-85E0-38009A9119BA}"/>
          </ac:spMkLst>
        </pc:spChg>
        <pc:spChg chg="mod">
          <ac:chgData name="Umesh Zemse" userId="f5579818-f47c-4551-9630-9efa4dd51d64" providerId="ADAL" clId="{7BD1F271-D7CE-4DE1-902B-F340CAF19A23}" dt="2020-09-09T10:53:04.199" v="623" actId="20577"/>
          <ac:spMkLst>
            <pc:docMk/>
            <pc:sldMk cId="2360601023" sldId="310"/>
            <ac:spMk id="53" creationId="{5AED39E9-5BA2-4F25-919A-A073CBCBCAA2}"/>
          </ac:spMkLst>
        </pc:spChg>
      </pc:sldChg>
      <pc:sldChg chg="modSp">
        <pc:chgData name="Umesh Zemse" userId="f5579818-f47c-4551-9630-9efa4dd51d64" providerId="ADAL" clId="{7BD1F271-D7CE-4DE1-902B-F340CAF19A23}" dt="2020-09-09T10:54:38.678" v="728" actId="20577"/>
        <pc:sldMkLst>
          <pc:docMk/>
          <pc:sldMk cId="241382766" sldId="311"/>
        </pc:sldMkLst>
        <pc:spChg chg="mod">
          <ac:chgData name="Umesh Zemse" userId="f5579818-f47c-4551-9630-9efa4dd51d64" providerId="ADAL" clId="{7BD1F271-D7CE-4DE1-902B-F340CAF19A23}" dt="2020-09-09T10:42:49.247" v="375" actId="1076"/>
          <ac:spMkLst>
            <pc:docMk/>
            <pc:sldMk cId="241382766" sldId="311"/>
            <ac:spMk id="2" creationId="{E0104F68-A9B6-4A9C-BD18-0301D1C829DB}"/>
          </ac:spMkLst>
        </pc:spChg>
        <pc:spChg chg="mod ord">
          <ac:chgData name="Umesh Zemse" userId="f5579818-f47c-4551-9630-9efa4dd51d64" providerId="ADAL" clId="{7BD1F271-D7CE-4DE1-902B-F340CAF19A23}" dt="2020-09-09T10:54:06.677" v="680" actId="20577"/>
          <ac:spMkLst>
            <pc:docMk/>
            <pc:sldMk cId="241382766" sldId="311"/>
            <ac:spMk id="9" creationId="{410D83FC-7940-402F-B5B0-F709D30A86A8}"/>
          </ac:spMkLst>
        </pc:spChg>
        <pc:spChg chg="mod ord">
          <ac:chgData name="Umesh Zemse" userId="f5579818-f47c-4551-9630-9efa4dd51d64" providerId="ADAL" clId="{7BD1F271-D7CE-4DE1-902B-F340CAF19A23}" dt="2020-09-09T10:54:15.886" v="687" actId="20577"/>
          <ac:spMkLst>
            <pc:docMk/>
            <pc:sldMk cId="241382766" sldId="311"/>
            <ac:spMk id="11" creationId="{F37D74E3-585D-4E7D-90FB-90B97715A1C2}"/>
          </ac:spMkLst>
        </pc:spChg>
        <pc:spChg chg="mod">
          <ac:chgData name="Umesh Zemse" userId="f5579818-f47c-4551-9630-9efa4dd51d64" providerId="ADAL" clId="{7BD1F271-D7CE-4DE1-902B-F340CAF19A23}" dt="2020-09-09T10:54:21.099" v="697" actId="20577"/>
          <ac:spMkLst>
            <pc:docMk/>
            <pc:sldMk cId="241382766" sldId="311"/>
            <ac:spMk id="39" creationId="{E50F7005-A0A5-4774-8127-5856594B3A10}"/>
          </ac:spMkLst>
        </pc:spChg>
        <pc:spChg chg="mod">
          <ac:chgData name="Umesh Zemse" userId="f5579818-f47c-4551-9630-9efa4dd51d64" providerId="ADAL" clId="{7BD1F271-D7CE-4DE1-902B-F340CAF19A23}" dt="2020-09-09T10:54:26.385" v="707" actId="20577"/>
          <ac:spMkLst>
            <pc:docMk/>
            <pc:sldMk cId="241382766" sldId="311"/>
            <ac:spMk id="40" creationId="{1DD1F160-86D3-4E84-A973-EE048ED5C330}"/>
          </ac:spMkLst>
        </pc:spChg>
        <pc:spChg chg="mod">
          <ac:chgData name="Umesh Zemse" userId="f5579818-f47c-4551-9630-9efa4dd51d64" providerId="ADAL" clId="{7BD1F271-D7CE-4DE1-902B-F340CAF19A23}" dt="2020-09-09T10:54:33.756" v="719" actId="20577"/>
          <ac:spMkLst>
            <pc:docMk/>
            <pc:sldMk cId="241382766" sldId="311"/>
            <ac:spMk id="42" creationId="{D77F08B0-E8F7-460F-B24E-9D87ED166589}"/>
          </ac:spMkLst>
        </pc:spChg>
        <pc:spChg chg="mod">
          <ac:chgData name="Umesh Zemse" userId="f5579818-f47c-4551-9630-9efa4dd51d64" providerId="ADAL" clId="{7BD1F271-D7CE-4DE1-902B-F340CAF19A23}" dt="2020-09-09T10:54:38.678" v="728" actId="20577"/>
          <ac:spMkLst>
            <pc:docMk/>
            <pc:sldMk cId="241382766" sldId="311"/>
            <ac:spMk id="45" creationId="{2376E528-DFB4-47FB-85E0-38009A9119BA}"/>
          </ac:spMkLst>
        </pc:spChg>
      </pc:sldChg>
      <pc:sldChg chg="modSp">
        <pc:chgData name="Umesh Zemse" userId="f5579818-f47c-4551-9630-9efa4dd51d64" providerId="ADAL" clId="{7BD1F271-D7CE-4DE1-902B-F340CAF19A23}" dt="2020-09-09T10:45:14.896" v="391" actId="207"/>
        <pc:sldMkLst>
          <pc:docMk/>
          <pc:sldMk cId="2646424376" sldId="312"/>
        </pc:sldMkLst>
        <pc:spChg chg="mod">
          <ac:chgData name="Umesh Zemse" userId="f5579818-f47c-4551-9630-9efa4dd51d64" providerId="ADAL" clId="{7BD1F271-D7CE-4DE1-902B-F340CAF19A23}" dt="2020-09-09T10:45:14.896" v="391" actId="207"/>
          <ac:spMkLst>
            <pc:docMk/>
            <pc:sldMk cId="2646424376" sldId="312"/>
            <ac:spMk id="2" creationId="{DB82709E-0EC0-4971-A1CA-640DDB0215EB}"/>
          </ac:spMkLst>
        </pc:spChg>
      </pc:sldChg>
      <pc:sldChg chg="modSp">
        <pc:chgData name="Umesh Zemse" userId="f5579818-f47c-4551-9630-9efa4dd51d64" providerId="ADAL" clId="{7BD1F271-D7CE-4DE1-902B-F340CAF19A23}" dt="2020-09-09T10:45:32.576" v="398" actId="207"/>
        <pc:sldMkLst>
          <pc:docMk/>
          <pc:sldMk cId="210964008" sldId="313"/>
        </pc:sldMkLst>
        <pc:spChg chg="mod">
          <ac:chgData name="Umesh Zemse" userId="f5579818-f47c-4551-9630-9efa4dd51d64" providerId="ADAL" clId="{7BD1F271-D7CE-4DE1-902B-F340CAF19A23}" dt="2020-09-09T10:45:32.576" v="398" actId="207"/>
          <ac:spMkLst>
            <pc:docMk/>
            <pc:sldMk cId="210964008" sldId="313"/>
            <ac:spMk id="2" creationId="{BAF803E9-47AC-42F4-808B-984CC278ED0B}"/>
          </ac:spMkLst>
        </pc:spChg>
      </pc:sldChg>
      <pc:sldChg chg="modSp">
        <pc:chgData name="Umesh Zemse" userId="f5579818-f47c-4551-9630-9efa4dd51d64" providerId="ADAL" clId="{7BD1F271-D7CE-4DE1-902B-F340CAF19A23}" dt="2020-09-09T11:02:01.282" v="870" actId="20577"/>
        <pc:sldMkLst>
          <pc:docMk/>
          <pc:sldMk cId="417666523" sldId="314"/>
        </pc:sldMkLst>
        <pc:spChg chg="mod">
          <ac:chgData name="Umesh Zemse" userId="f5579818-f47c-4551-9630-9efa4dd51d64" providerId="ADAL" clId="{7BD1F271-D7CE-4DE1-902B-F340CAF19A23}" dt="2020-09-09T10:45:41.775" v="402" actId="207"/>
          <ac:spMkLst>
            <pc:docMk/>
            <pc:sldMk cId="417666523" sldId="314"/>
            <ac:spMk id="2" creationId="{E0104F68-A9B6-4A9C-BD18-0301D1C829DB}"/>
          </ac:spMkLst>
        </pc:spChg>
        <pc:spChg chg="mod">
          <ac:chgData name="Umesh Zemse" userId="f5579818-f47c-4551-9630-9efa4dd51d64" providerId="ADAL" clId="{7BD1F271-D7CE-4DE1-902B-F340CAF19A23}" dt="2020-09-09T11:00:53.435" v="791" actId="20577"/>
          <ac:spMkLst>
            <pc:docMk/>
            <pc:sldMk cId="417666523" sldId="314"/>
            <ac:spMk id="9" creationId="{410D83FC-7940-402F-B5B0-F709D30A86A8}"/>
          </ac:spMkLst>
        </pc:spChg>
        <pc:spChg chg="mod">
          <ac:chgData name="Umesh Zemse" userId="f5579818-f47c-4551-9630-9efa4dd51d64" providerId="ADAL" clId="{7BD1F271-D7CE-4DE1-902B-F340CAF19A23}" dt="2020-09-09T11:01:31.010" v="829" actId="20577"/>
          <ac:spMkLst>
            <pc:docMk/>
            <pc:sldMk cId="417666523" sldId="314"/>
            <ac:spMk id="11" creationId="{F37D74E3-585D-4E7D-90FB-90B97715A1C2}"/>
          </ac:spMkLst>
        </pc:spChg>
        <pc:spChg chg="mod">
          <ac:chgData name="Umesh Zemse" userId="f5579818-f47c-4551-9630-9efa4dd51d64" providerId="ADAL" clId="{7BD1F271-D7CE-4DE1-902B-F340CAF19A23}" dt="2020-09-09T11:01:39.635" v="844" actId="20577"/>
          <ac:spMkLst>
            <pc:docMk/>
            <pc:sldMk cId="417666523" sldId="314"/>
            <ac:spMk id="12" creationId="{757A82B3-4AF2-4211-B555-0CE256758C51}"/>
          </ac:spMkLst>
        </pc:spChg>
        <pc:spChg chg="mod">
          <ac:chgData name="Umesh Zemse" userId="f5579818-f47c-4551-9630-9efa4dd51d64" providerId="ADAL" clId="{7BD1F271-D7CE-4DE1-902B-F340CAF19A23}" dt="2020-09-09T11:01:48.523" v="858" actId="20577"/>
          <ac:spMkLst>
            <pc:docMk/>
            <pc:sldMk cId="417666523" sldId="314"/>
            <ac:spMk id="27" creationId="{B46BB860-9FCC-471B-B1DB-CC177706B8CB}"/>
          </ac:spMkLst>
        </pc:spChg>
        <pc:spChg chg="mod">
          <ac:chgData name="Umesh Zemse" userId="f5579818-f47c-4551-9630-9efa4dd51d64" providerId="ADAL" clId="{7BD1F271-D7CE-4DE1-902B-F340CAF19A23}" dt="2020-09-09T11:01:57" v="867" actId="20577"/>
          <ac:spMkLst>
            <pc:docMk/>
            <pc:sldMk cId="417666523" sldId="314"/>
            <ac:spMk id="31" creationId="{864F2EA2-D3FA-4B29-B824-58D41C0151C4}"/>
          </ac:spMkLst>
        </pc:spChg>
        <pc:spChg chg="mod">
          <ac:chgData name="Umesh Zemse" userId="f5579818-f47c-4551-9630-9efa4dd51d64" providerId="ADAL" clId="{7BD1F271-D7CE-4DE1-902B-F340CAF19A23}" dt="2020-09-09T11:02:01.282" v="870" actId="20577"/>
          <ac:spMkLst>
            <pc:docMk/>
            <pc:sldMk cId="417666523" sldId="314"/>
            <ac:spMk id="33" creationId="{2B65CB3B-095B-4A91-A457-6D5825DEABD9}"/>
          </ac:spMkLst>
        </pc:spChg>
        <pc:graphicFrameChg chg="mod">
          <ac:chgData name="Umesh Zemse" userId="f5579818-f47c-4551-9630-9efa4dd51d64" providerId="ADAL" clId="{7BD1F271-D7CE-4DE1-902B-F340CAF19A23}" dt="2020-09-09T11:01:16.943" v="813" actId="1038"/>
          <ac:graphicFrameMkLst>
            <pc:docMk/>
            <pc:sldMk cId="417666523" sldId="314"/>
            <ac:graphicFrameMk id="4" creationId="{2C90F907-3B83-4F24-B3E9-103787B534F5}"/>
          </ac:graphicFrameMkLst>
        </pc:graphicFrameChg>
      </pc:sldChg>
      <pc:sldChg chg="modSp">
        <pc:chgData name="Umesh Zemse" userId="f5579818-f47c-4551-9630-9efa4dd51d64" providerId="ADAL" clId="{7BD1F271-D7CE-4DE1-902B-F340CAF19A23}" dt="2020-09-09T11:04:51.547" v="952" actId="20577"/>
        <pc:sldMkLst>
          <pc:docMk/>
          <pc:sldMk cId="1771976029" sldId="315"/>
        </pc:sldMkLst>
        <pc:spChg chg="mod">
          <ac:chgData name="Umesh Zemse" userId="f5579818-f47c-4551-9630-9efa4dd51d64" providerId="ADAL" clId="{7BD1F271-D7CE-4DE1-902B-F340CAF19A23}" dt="2020-09-09T10:45:48.080" v="404" actId="207"/>
          <ac:spMkLst>
            <pc:docMk/>
            <pc:sldMk cId="1771976029" sldId="315"/>
            <ac:spMk id="2" creationId="{E0104F68-A9B6-4A9C-BD18-0301D1C829DB}"/>
          </ac:spMkLst>
        </pc:spChg>
        <pc:spChg chg="mod">
          <ac:chgData name="Umesh Zemse" userId="f5579818-f47c-4551-9630-9efa4dd51d64" providerId="ADAL" clId="{7BD1F271-D7CE-4DE1-902B-F340CAF19A23}" dt="2020-09-09T11:02:54.875" v="876" actId="1037"/>
          <ac:spMkLst>
            <pc:docMk/>
            <pc:sldMk cId="1771976029" sldId="315"/>
            <ac:spMk id="3" creationId="{30E3D156-D755-4C84-95B4-EB4D8B9D9C4C}"/>
          </ac:spMkLst>
        </pc:spChg>
        <pc:spChg chg="mod">
          <ac:chgData name="Umesh Zemse" userId="f5579818-f47c-4551-9630-9efa4dd51d64" providerId="ADAL" clId="{7BD1F271-D7CE-4DE1-902B-F340CAF19A23}" dt="2020-09-09T11:03:10.069" v="881" actId="1037"/>
          <ac:spMkLst>
            <pc:docMk/>
            <pc:sldMk cId="1771976029" sldId="315"/>
            <ac:spMk id="8" creationId="{435BACF5-C4D7-4024-A643-040FF0954C75}"/>
          </ac:spMkLst>
        </pc:spChg>
        <pc:spChg chg="mod">
          <ac:chgData name="Umesh Zemse" userId="f5579818-f47c-4551-9630-9efa4dd51d64" providerId="ADAL" clId="{7BD1F271-D7CE-4DE1-902B-F340CAF19A23}" dt="2020-09-09T11:04:10.296" v="898" actId="20577"/>
          <ac:spMkLst>
            <pc:docMk/>
            <pc:sldMk cId="1771976029" sldId="315"/>
            <ac:spMk id="45" creationId="{8F783B75-ABE7-416B-9F6F-C4B692DD0E15}"/>
          </ac:spMkLst>
        </pc:spChg>
        <pc:spChg chg="mod">
          <ac:chgData name="Umesh Zemse" userId="f5579818-f47c-4551-9630-9efa4dd51d64" providerId="ADAL" clId="{7BD1F271-D7CE-4DE1-902B-F340CAF19A23}" dt="2020-09-09T11:04:16.971" v="910" actId="20577"/>
          <ac:spMkLst>
            <pc:docMk/>
            <pc:sldMk cId="1771976029" sldId="315"/>
            <ac:spMk id="46" creationId="{C21522B1-6197-4A3A-86CD-1D3962D97CA6}"/>
          </ac:spMkLst>
        </pc:spChg>
        <pc:spChg chg="mod">
          <ac:chgData name="Umesh Zemse" userId="f5579818-f47c-4551-9630-9efa4dd51d64" providerId="ADAL" clId="{7BD1F271-D7CE-4DE1-902B-F340CAF19A23}" dt="2020-09-09T11:04:26.943" v="925" actId="20577"/>
          <ac:spMkLst>
            <pc:docMk/>
            <pc:sldMk cId="1771976029" sldId="315"/>
            <ac:spMk id="47" creationId="{CC1A8B27-B9BC-4C6D-84ED-4E66DD495906}"/>
          </ac:spMkLst>
        </pc:spChg>
        <pc:spChg chg="mod">
          <ac:chgData name="Umesh Zemse" userId="f5579818-f47c-4551-9630-9efa4dd51d64" providerId="ADAL" clId="{7BD1F271-D7CE-4DE1-902B-F340CAF19A23}" dt="2020-09-09T11:04:33.084" v="934" actId="20577"/>
          <ac:spMkLst>
            <pc:docMk/>
            <pc:sldMk cId="1771976029" sldId="315"/>
            <ac:spMk id="56" creationId="{E4F07D44-0E0B-4113-8BE3-F35F370BB314}"/>
          </ac:spMkLst>
        </pc:spChg>
        <pc:spChg chg="mod">
          <ac:chgData name="Umesh Zemse" userId="f5579818-f47c-4551-9630-9efa4dd51d64" providerId="ADAL" clId="{7BD1F271-D7CE-4DE1-902B-F340CAF19A23}" dt="2020-09-09T11:04:47.210" v="947" actId="20577"/>
          <ac:spMkLst>
            <pc:docMk/>
            <pc:sldMk cId="1771976029" sldId="315"/>
            <ac:spMk id="58" creationId="{BFCFD2DA-35B3-43AF-AF51-1AFC211D57F6}"/>
          </ac:spMkLst>
        </pc:spChg>
        <pc:spChg chg="mod">
          <ac:chgData name="Umesh Zemse" userId="f5579818-f47c-4551-9630-9efa4dd51d64" providerId="ADAL" clId="{7BD1F271-D7CE-4DE1-902B-F340CAF19A23}" dt="2020-09-09T11:04:51.547" v="952" actId="20577"/>
          <ac:spMkLst>
            <pc:docMk/>
            <pc:sldMk cId="1771976029" sldId="315"/>
            <ac:spMk id="60" creationId="{E4693C51-E749-4D8A-86F7-A715D31AB42A}"/>
          </ac:spMkLst>
        </pc:spChg>
        <pc:graphicFrameChg chg="mod">
          <ac:chgData name="Umesh Zemse" userId="f5579818-f47c-4551-9630-9efa4dd51d64" providerId="ADAL" clId="{7BD1F271-D7CE-4DE1-902B-F340CAF19A23}" dt="2020-09-09T11:02:49.071" v="874" actId="1037"/>
          <ac:graphicFrameMkLst>
            <pc:docMk/>
            <pc:sldMk cId="1771976029" sldId="315"/>
            <ac:graphicFrameMk id="39" creationId="{BB35744C-43D8-4F6D-8875-6E65C417A2AB}"/>
          </ac:graphicFrameMkLst>
        </pc:graphicFrameChg>
      </pc:sldChg>
      <pc:sldChg chg="delSp modSp">
        <pc:chgData name="Umesh Zemse" userId="f5579818-f47c-4551-9630-9efa4dd51d64" providerId="ADAL" clId="{7BD1F271-D7CE-4DE1-902B-F340CAF19A23}" dt="2020-09-09T11:08:02.828" v="1051" actId="20577"/>
        <pc:sldMkLst>
          <pc:docMk/>
          <pc:sldMk cId="714502171" sldId="316"/>
        </pc:sldMkLst>
        <pc:spChg chg="mod">
          <ac:chgData name="Umesh Zemse" userId="f5579818-f47c-4551-9630-9efa4dd51d64" providerId="ADAL" clId="{7BD1F271-D7CE-4DE1-902B-F340CAF19A23}" dt="2020-09-09T10:45:57.689" v="406" actId="207"/>
          <ac:spMkLst>
            <pc:docMk/>
            <pc:sldMk cId="714502171" sldId="316"/>
            <ac:spMk id="2" creationId="{11E3A721-98EA-4FA0-9C28-A1CD39FEBC42}"/>
          </ac:spMkLst>
        </pc:spChg>
        <pc:spChg chg="mod">
          <ac:chgData name="Umesh Zemse" userId="f5579818-f47c-4551-9630-9efa4dd51d64" providerId="ADAL" clId="{7BD1F271-D7CE-4DE1-902B-F340CAF19A23}" dt="2020-09-09T11:06:04.633" v="998" actId="20577"/>
          <ac:spMkLst>
            <pc:docMk/>
            <pc:sldMk cId="714502171" sldId="316"/>
            <ac:spMk id="7" creationId="{1EC99875-9AF0-4886-A485-6408E5688E53}"/>
          </ac:spMkLst>
        </pc:spChg>
        <pc:spChg chg="mod">
          <ac:chgData name="Umesh Zemse" userId="f5579818-f47c-4551-9630-9efa4dd51d64" providerId="ADAL" clId="{7BD1F271-D7CE-4DE1-902B-F340CAF19A23}" dt="2020-09-09T11:07:16.456" v="1015" actId="20577"/>
          <ac:spMkLst>
            <pc:docMk/>
            <pc:sldMk cId="714502171" sldId="316"/>
            <ac:spMk id="14" creationId="{30B4120C-8249-4285-AB77-F6E157DCD137}"/>
          </ac:spMkLst>
        </pc:spChg>
        <pc:spChg chg="mod">
          <ac:chgData name="Umesh Zemse" userId="f5579818-f47c-4551-9630-9efa4dd51d64" providerId="ADAL" clId="{7BD1F271-D7CE-4DE1-902B-F340CAF19A23}" dt="2020-09-09T11:07:26.475" v="1028" actId="20577"/>
          <ac:spMkLst>
            <pc:docMk/>
            <pc:sldMk cId="714502171" sldId="316"/>
            <ac:spMk id="16" creationId="{0FB3CE8C-3079-4DC3-8E89-30279AD8187D}"/>
          </ac:spMkLst>
        </pc:spChg>
        <pc:spChg chg="mod">
          <ac:chgData name="Umesh Zemse" userId="f5579818-f47c-4551-9630-9efa4dd51d64" providerId="ADAL" clId="{7BD1F271-D7CE-4DE1-902B-F340CAF19A23}" dt="2020-09-09T11:08:02.828" v="1051" actId="20577"/>
          <ac:spMkLst>
            <pc:docMk/>
            <pc:sldMk cId="714502171" sldId="316"/>
            <ac:spMk id="18" creationId="{F33CD066-D592-4CFC-8DEA-44455FE4A64F}"/>
          </ac:spMkLst>
        </pc:spChg>
        <pc:spChg chg="del mod">
          <ac:chgData name="Umesh Zemse" userId="f5579818-f47c-4551-9630-9efa4dd51d64" providerId="ADAL" clId="{7BD1F271-D7CE-4DE1-902B-F340CAF19A23}" dt="2020-09-09T11:05:28.238" v="963" actId="478"/>
          <ac:spMkLst>
            <pc:docMk/>
            <pc:sldMk cId="714502171" sldId="316"/>
            <ac:spMk id="37" creationId="{35C3668A-B5CE-4095-948A-162410A2E14C}"/>
          </ac:spMkLst>
        </pc:spChg>
        <pc:spChg chg="mod ord">
          <ac:chgData name="Umesh Zemse" userId="f5579818-f47c-4551-9630-9efa4dd51d64" providerId="ADAL" clId="{7BD1F271-D7CE-4DE1-902B-F340CAF19A23}" dt="2020-09-09T11:05:42.679" v="970" actId="20577"/>
          <ac:spMkLst>
            <pc:docMk/>
            <pc:sldMk cId="714502171" sldId="316"/>
            <ac:spMk id="102" creationId="{DEC94D3A-451E-4884-8750-920542A92D33}"/>
          </ac:spMkLst>
        </pc:spChg>
        <pc:spChg chg="mod">
          <ac:chgData name="Umesh Zemse" userId="f5579818-f47c-4551-9630-9efa4dd51d64" providerId="ADAL" clId="{7BD1F271-D7CE-4DE1-902B-F340CAF19A23}" dt="2020-09-09T11:05:52.577" v="983" actId="20577"/>
          <ac:spMkLst>
            <pc:docMk/>
            <pc:sldMk cId="714502171" sldId="316"/>
            <ac:spMk id="103" creationId="{5617C1D9-061A-40C5-B622-C93478A5F31D}"/>
          </ac:spMkLst>
        </pc:spChg>
        <pc:graphicFrameChg chg="mod">
          <ac:chgData name="Umesh Zemse" userId="f5579818-f47c-4551-9630-9efa4dd51d64" providerId="ADAL" clId="{7BD1F271-D7CE-4DE1-902B-F340CAF19A23}" dt="2020-09-09T11:05:18.406" v="960" actId="1076"/>
          <ac:graphicFrameMkLst>
            <pc:docMk/>
            <pc:sldMk cId="714502171" sldId="316"/>
            <ac:graphicFrameMk id="101" creationId="{770B5E12-9892-4D64-9061-6FE4FAA5BF7D}"/>
          </ac:graphicFrameMkLst>
        </pc:graphicFrameChg>
      </pc:sldChg>
      <pc:sldChg chg="modSp">
        <pc:chgData name="Umesh Zemse" userId="f5579818-f47c-4551-9630-9efa4dd51d64" providerId="ADAL" clId="{7BD1F271-D7CE-4DE1-902B-F340CAF19A23}" dt="2020-09-09T11:08:55.749" v="1085" actId="20577"/>
        <pc:sldMkLst>
          <pc:docMk/>
          <pc:sldMk cId="2201415147" sldId="317"/>
        </pc:sldMkLst>
        <pc:spChg chg="mod">
          <ac:chgData name="Umesh Zemse" userId="f5579818-f47c-4551-9630-9efa4dd51d64" providerId="ADAL" clId="{7BD1F271-D7CE-4DE1-902B-F340CAF19A23}" dt="2020-09-09T10:46:02.688" v="408" actId="207"/>
          <ac:spMkLst>
            <pc:docMk/>
            <pc:sldMk cId="2201415147" sldId="317"/>
            <ac:spMk id="2" creationId="{11E3A721-98EA-4FA0-9C28-A1CD39FEBC42}"/>
          </ac:spMkLst>
        </pc:spChg>
        <pc:spChg chg="mod">
          <ac:chgData name="Umesh Zemse" userId="f5579818-f47c-4551-9630-9efa4dd51d64" providerId="ADAL" clId="{7BD1F271-D7CE-4DE1-902B-F340CAF19A23}" dt="2020-09-09T11:08:55.749" v="1085" actId="20577"/>
          <ac:spMkLst>
            <pc:docMk/>
            <pc:sldMk cId="2201415147" sldId="317"/>
            <ac:spMk id="16" creationId="{0FB3CE8C-3079-4DC3-8E89-30279AD8187D}"/>
          </ac:spMkLst>
        </pc:spChg>
        <pc:spChg chg="mod">
          <ac:chgData name="Umesh Zemse" userId="f5579818-f47c-4551-9630-9efa4dd51d64" providerId="ADAL" clId="{7BD1F271-D7CE-4DE1-902B-F340CAF19A23}" dt="2020-09-09T11:08:47.421" v="1073" actId="20577"/>
          <ac:spMkLst>
            <pc:docMk/>
            <pc:sldMk cId="2201415147" sldId="317"/>
            <ac:spMk id="18" creationId="{F33CD066-D592-4CFC-8DEA-44455FE4A64F}"/>
          </ac:spMkLst>
        </pc:spChg>
      </pc:sldChg>
      <pc:sldChg chg="modSp">
        <pc:chgData name="Umesh Zemse" userId="f5579818-f47c-4551-9630-9efa4dd51d64" providerId="ADAL" clId="{7BD1F271-D7CE-4DE1-902B-F340CAF19A23}" dt="2020-09-09T10:46:09.673" v="410" actId="207"/>
        <pc:sldMkLst>
          <pc:docMk/>
          <pc:sldMk cId="2429341014" sldId="318"/>
        </pc:sldMkLst>
        <pc:spChg chg="mod">
          <ac:chgData name="Umesh Zemse" userId="f5579818-f47c-4551-9630-9efa4dd51d64" providerId="ADAL" clId="{7BD1F271-D7CE-4DE1-902B-F340CAF19A23}" dt="2020-09-09T10:46:09.673" v="410" actId="207"/>
          <ac:spMkLst>
            <pc:docMk/>
            <pc:sldMk cId="2429341014" sldId="318"/>
            <ac:spMk id="2" creationId="{11E3A721-98EA-4FA0-9C28-A1CD39FEBC42}"/>
          </ac:spMkLst>
        </pc:spChg>
      </pc:sldChg>
      <pc:sldChg chg="addSp modSp">
        <pc:chgData name="Umesh Zemse" userId="f5579818-f47c-4551-9630-9efa4dd51d64" providerId="ADAL" clId="{7BD1F271-D7CE-4DE1-902B-F340CAF19A23}" dt="2020-09-09T10:40:40.208" v="358" actId="207"/>
        <pc:sldMkLst>
          <pc:docMk/>
          <pc:sldMk cId="225455232" sldId="319"/>
        </pc:sldMkLst>
        <pc:spChg chg="mod">
          <ac:chgData name="Umesh Zemse" userId="f5579818-f47c-4551-9630-9efa4dd51d64" providerId="ADAL" clId="{7BD1F271-D7CE-4DE1-902B-F340CAF19A23}" dt="2020-09-09T10:40:40.208" v="358" actId="207"/>
          <ac:spMkLst>
            <pc:docMk/>
            <pc:sldMk cId="225455232" sldId="319"/>
            <ac:spMk id="2" creationId="{00000000-0000-0000-0000-000000000000}"/>
          </ac:spMkLst>
        </pc:spChg>
        <pc:grpChg chg="add">
          <ac:chgData name="Umesh Zemse" userId="f5579818-f47c-4551-9630-9efa4dd51d64" providerId="ADAL" clId="{7BD1F271-D7CE-4DE1-902B-F340CAF19A23}" dt="2020-09-09T10:40:32.136" v="356"/>
          <ac:grpSpMkLst>
            <pc:docMk/>
            <pc:sldMk cId="225455232" sldId="319"/>
            <ac:grpSpMk id="3" creationId="{9AC41754-B968-4CCD-9245-9A8C46FDD49F}"/>
          </ac:grpSpMkLst>
        </pc:grpChg>
      </pc:sldChg>
      <pc:sldChg chg="modSp">
        <pc:chgData name="Umesh Zemse" userId="f5579818-f47c-4551-9630-9efa4dd51d64" providerId="ADAL" clId="{7BD1F271-D7CE-4DE1-902B-F340CAF19A23}" dt="2020-09-09T10:40:52.327" v="359" actId="1076"/>
        <pc:sldMkLst>
          <pc:docMk/>
          <pc:sldMk cId="2991008582" sldId="320"/>
        </pc:sldMkLst>
        <pc:spChg chg="mod">
          <ac:chgData name="Umesh Zemse" userId="f5579818-f47c-4551-9630-9efa4dd51d64" providerId="ADAL" clId="{7BD1F271-D7CE-4DE1-902B-F340CAF19A23}" dt="2020-09-09T10:40:52.327" v="359" actId="1076"/>
          <ac:spMkLst>
            <pc:docMk/>
            <pc:sldMk cId="2991008582" sldId="320"/>
            <ac:spMk id="2" creationId="{00000000-0000-0000-0000-000000000000}"/>
          </ac:spMkLst>
        </pc:spChg>
      </pc:sldChg>
      <pc:sldChg chg="addSp modSp">
        <pc:chgData name="Umesh Zemse" userId="f5579818-f47c-4551-9630-9efa4dd51d64" providerId="ADAL" clId="{7BD1F271-D7CE-4DE1-902B-F340CAF19A23}" dt="2020-09-09T10:46:32.243" v="416" actId="207"/>
        <pc:sldMkLst>
          <pc:docMk/>
          <pc:sldMk cId="3580862675" sldId="322"/>
        </pc:sldMkLst>
        <pc:spChg chg="mod">
          <ac:chgData name="Umesh Zemse" userId="f5579818-f47c-4551-9630-9efa4dd51d64" providerId="ADAL" clId="{7BD1F271-D7CE-4DE1-902B-F340CAF19A23}" dt="2020-09-09T10:46:32.243" v="416" actId="207"/>
          <ac:spMkLst>
            <pc:docMk/>
            <pc:sldMk cId="3580862675" sldId="322"/>
            <ac:spMk id="4" creationId="{4C316F01-5026-402C-A495-1ECF38A2E385}"/>
          </ac:spMkLst>
        </pc:spChg>
        <pc:grpChg chg="add">
          <ac:chgData name="Umesh Zemse" userId="f5579818-f47c-4551-9630-9efa4dd51d64" providerId="ADAL" clId="{7BD1F271-D7CE-4DE1-902B-F340CAF19A23}" dt="2020-09-09T10:46:19.665" v="411"/>
          <ac:grpSpMkLst>
            <pc:docMk/>
            <pc:sldMk cId="3580862675" sldId="322"/>
            <ac:grpSpMk id="3" creationId="{3F2688C1-E538-43C6-9DF6-DBBFB219CA32}"/>
          </ac:grpSpMkLst>
        </pc:grpChg>
      </pc:sldChg>
      <pc:sldChg chg="modSp">
        <pc:chgData name="Umesh Zemse" userId="f5579818-f47c-4551-9630-9efa4dd51d64" providerId="ADAL" clId="{7BD1F271-D7CE-4DE1-902B-F340CAF19A23}" dt="2020-09-09T10:46:36.816" v="417" actId="207"/>
        <pc:sldMkLst>
          <pc:docMk/>
          <pc:sldMk cId="3569073902" sldId="323"/>
        </pc:sldMkLst>
        <pc:spChg chg="mod">
          <ac:chgData name="Umesh Zemse" userId="f5579818-f47c-4551-9630-9efa4dd51d64" providerId="ADAL" clId="{7BD1F271-D7CE-4DE1-902B-F340CAF19A23}" dt="2020-09-09T10:46:36.816" v="417" actId="207"/>
          <ac:spMkLst>
            <pc:docMk/>
            <pc:sldMk cId="3569073902" sldId="323"/>
            <ac:spMk id="2" creationId="{27512A58-622E-47B9-BF72-67F91064FAEB}"/>
          </ac:spMkLst>
        </pc:spChg>
        <pc:spChg chg="mod">
          <ac:chgData name="Umesh Zemse" userId="f5579818-f47c-4551-9630-9efa4dd51d64" providerId="ADAL" clId="{7BD1F271-D7CE-4DE1-902B-F340CAF19A23}" dt="2020-09-09T10:22:21.435" v="86" actId="27636"/>
          <ac:spMkLst>
            <pc:docMk/>
            <pc:sldMk cId="3569073902" sldId="323"/>
            <ac:spMk id="13" creationId="{F50B3BCD-9F50-4DA5-8D12-0F98607703AC}"/>
          </ac:spMkLst>
        </pc:spChg>
      </pc:sldChg>
      <pc:sldChg chg="modSp">
        <pc:chgData name="Umesh Zemse" userId="f5579818-f47c-4551-9630-9efa4dd51d64" providerId="ADAL" clId="{7BD1F271-D7CE-4DE1-902B-F340CAF19A23}" dt="2020-09-09T10:46:40.968" v="419" actId="207"/>
        <pc:sldMkLst>
          <pc:docMk/>
          <pc:sldMk cId="1829970630" sldId="324"/>
        </pc:sldMkLst>
        <pc:spChg chg="mod">
          <ac:chgData name="Umesh Zemse" userId="f5579818-f47c-4551-9630-9efa4dd51d64" providerId="ADAL" clId="{7BD1F271-D7CE-4DE1-902B-F340CAF19A23}" dt="2020-09-09T10:46:40.968" v="419" actId="207"/>
          <ac:spMkLst>
            <pc:docMk/>
            <pc:sldMk cId="1829970630" sldId="324"/>
            <ac:spMk id="2" creationId="{DB82709E-0EC0-4971-A1CA-640DDB0215EB}"/>
          </ac:spMkLst>
        </pc:spChg>
      </pc:sldChg>
      <pc:sldChg chg="modSp">
        <pc:chgData name="Umesh Zemse" userId="f5579818-f47c-4551-9630-9efa4dd51d64" providerId="ADAL" clId="{7BD1F271-D7CE-4DE1-902B-F340CAF19A23}" dt="2020-09-09T10:46:51.848" v="425" actId="207"/>
        <pc:sldMkLst>
          <pc:docMk/>
          <pc:sldMk cId="3836045631" sldId="325"/>
        </pc:sldMkLst>
        <pc:spChg chg="mod">
          <ac:chgData name="Umesh Zemse" userId="f5579818-f47c-4551-9630-9efa4dd51d64" providerId="ADAL" clId="{7BD1F271-D7CE-4DE1-902B-F340CAF19A23}" dt="2020-09-09T10:46:51.848" v="425" actId="207"/>
          <ac:spMkLst>
            <pc:docMk/>
            <pc:sldMk cId="3836045631" sldId="325"/>
            <ac:spMk id="2" creationId="{BAF803E9-47AC-42F4-808B-984CC278ED0B}"/>
          </ac:spMkLst>
        </pc:spChg>
      </pc:sldChg>
      <pc:sldChg chg="modSp">
        <pc:chgData name="Umesh Zemse" userId="f5579818-f47c-4551-9630-9efa4dd51d64" providerId="ADAL" clId="{7BD1F271-D7CE-4DE1-902B-F340CAF19A23}" dt="2020-09-09T11:11:37.691" v="1158" actId="20577"/>
        <pc:sldMkLst>
          <pc:docMk/>
          <pc:sldMk cId="1795277692" sldId="326"/>
        </pc:sldMkLst>
        <pc:spChg chg="mod">
          <ac:chgData name="Umesh Zemse" userId="f5579818-f47c-4551-9630-9efa4dd51d64" providerId="ADAL" clId="{7BD1F271-D7CE-4DE1-902B-F340CAF19A23}" dt="2020-09-09T10:47:11.031" v="430" actId="1076"/>
          <ac:spMkLst>
            <pc:docMk/>
            <pc:sldMk cId="1795277692" sldId="326"/>
            <ac:spMk id="2" creationId="{E0104F68-A9B6-4A9C-BD18-0301D1C829DB}"/>
          </ac:spMkLst>
        </pc:spChg>
        <pc:spChg chg="mod">
          <ac:chgData name="Umesh Zemse" userId="f5579818-f47c-4551-9630-9efa4dd51d64" providerId="ADAL" clId="{7BD1F271-D7CE-4DE1-902B-F340CAF19A23}" dt="2020-09-09T11:09:15.698" v="1098" actId="20577"/>
          <ac:spMkLst>
            <pc:docMk/>
            <pc:sldMk cId="1795277692" sldId="326"/>
            <ac:spMk id="9" creationId="{410D83FC-7940-402F-B5B0-F709D30A86A8}"/>
          </ac:spMkLst>
        </pc:spChg>
        <pc:spChg chg="mod">
          <ac:chgData name="Umesh Zemse" userId="f5579818-f47c-4551-9630-9efa4dd51d64" providerId="ADAL" clId="{7BD1F271-D7CE-4DE1-902B-F340CAF19A23}" dt="2020-09-09T11:09:58.615" v="1113" actId="20577"/>
          <ac:spMkLst>
            <pc:docMk/>
            <pc:sldMk cId="1795277692" sldId="326"/>
            <ac:spMk id="11" creationId="{F37D74E3-585D-4E7D-90FB-90B97715A1C2}"/>
          </ac:spMkLst>
        </pc:spChg>
        <pc:spChg chg="mod">
          <ac:chgData name="Umesh Zemse" userId="f5579818-f47c-4551-9630-9efa4dd51d64" providerId="ADAL" clId="{7BD1F271-D7CE-4DE1-902B-F340CAF19A23}" dt="2020-09-09T11:10:47.598" v="1130" actId="20577"/>
          <ac:spMkLst>
            <pc:docMk/>
            <pc:sldMk cId="1795277692" sldId="326"/>
            <ac:spMk id="12" creationId="{757A82B3-4AF2-4211-B555-0CE256758C51}"/>
          </ac:spMkLst>
        </pc:spChg>
        <pc:spChg chg="mod">
          <ac:chgData name="Umesh Zemse" userId="f5579818-f47c-4551-9630-9efa4dd51d64" providerId="ADAL" clId="{7BD1F271-D7CE-4DE1-902B-F340CAF19A23}" dt="2020-09-09T11:10:56.720" v="1145" actId="20577"/>
          <ac:spMkLst>
            <pc:docMk/>
            <pc:sldMk cId="1795277692" sldId="326"/>
            <ac:spMk id="27" creationId="{B46BB860-9FCC-471B-B1DB-CC177706B8CB}"/>
          </ac:spMkLst>
        </pc:spChg>
        <pc:spChg chg="mod">
          <ac:chgData name="Umesh Zemse" userId="f5579818-f47c-4551-9630-9efa4dd51d64" providerId="ADAL" clId="{7BD1F271-D7CE-4DE1-902B-F340CAF19A23}" dt="2020-09-09T11:11:09.033" v="1154" actId="20577"/>
          <ac:spMkLst>
            <pc:docMk/>
            <pc:sldMk cId="1795277692" sldId="326"/>
            <ac:spMk id="31" creationId="{864F2EA2-D3FA-4B29-B824-58D41C0151C4}"/>
          </ac:spMkLst>
        </pc:spChg>
        <pc:spChg chg="mod">
          <ac:chgData name="Umesh Zemse" userId="f5579818-f47c-4551-9630-9efa4dd51d64" providerId="ADAL" clId="{7BD1F271-D7CE-4DE1-902B-F340CAF19A23}" dt="2020-09-09T11:11:37.691" v="1158" actId="20577"/>
          <ac:spMkLst>
            <pc:docMk/>
            <pc:sldMk cId="1795277692" sldId="326"/>
            <ac:spMk id="33" creationId="{2B65CB3B-095B-4A91-A457-6D5825DEABD9}"/>
          </ac:spMkLst>
        </pc:spChg>
      </pc:sldChg>
      <pc:sldChg chg="modSp">
        <pc:chgData name="Umesh Zemse" userId="f5579818-f47c-4551-9630-9efa4dd51d64" providerId="ADAL" clId="{7BD1F271-D7CE-4DE1-902B-F340CAF19A23}" dt="2020-09-09T11:13:14.622" v="1231" actId="122"/>
        <pc:sldMkLst>
          <pc:docMk/>
          <pc:sldMk cId="2576362112" sldId="327"/>
        </pc:sldMkLst>
        <pc:spChg chg="mod">
          <ac:chgData name="Umesh Zemse" userId="f5579818-f47c-4551-9630-9efa4dd51d64" providerId="ADAL" clId="{7BD1F271-D7CE-4DE1-902B-F340CAF19A23}" dt="2020-09-09T10:47:16.673" v="432" actId="207"/>
          <ac:spMkLst>
            <pc:docMk/>
            <pc:sldMk cId="2576362112" sldId="327"/>
            <ac:spMk id="2" creationId="{E0104F68-A9B6-4A9C-BD18-0301D1C829DB}"/>
          </ac:spMkLst>
        </pc:spChg>
        <pc:spChg chg="mod">
          <ac:chgData name="Umesh Zemse" userId="f5579818-f47c-4551-9630-9efa4dd51d64" providerId="ADAL" clId="{7BD1F271-D7CE-4DE1-902B-F340CAF19A23}" dt="2020-09-09T11:13:03.518" v="1230" actId="20577"/>
          <ac:spMkLst>
            <pc:docMk/>
            <pc:sldMk cId="2576362112" sldId="327"/>
            <ac:spMk id="45" creationId="{8F783B75-ABE7-416B-9F6F-C4B692DD0E15}"/>
          </ac:spMkLst>
        </pc:spChg>
        <pc:spChg chg="mod">
          <ac:chgData name="Umesh Zemse" userId="f5579818-f47c-4551-9630-9efa4dd51d64" providerId="ADAL" clId="{7BD1F271-D7CE-4DE1-902B-F340CAF19A23}" dt="2020-09-09T11:12:51.613" v="1217" actId="20577"/>
          <ac:spMkLst>
            <pc:docMk/>
            <pc:sldMk cId="2576362112" sldId="327"/>
            <ac:spMk id="46" creationId="{C21522B1-6197-4A3A-86CD-1D3962D97CA6}"/>
          </ac:spMkLst>
        </pc:spChg>
        <pc:spChg chg="mod">
          <ac:chgData name="Umesh Zemse" userId="f5579818-f47c-4551-9630-9efa4dd51d64" providerId="ADAL" clId="{7BD1F271-D7CE-4DE1-902B-F340CAF19A23}" dt="2020-09-09T11:12:28.567" v="1203" actId="20577"/>
          <ac:spMkLst>
            <pc:docMk/>
            <pc:sldMk cId="2576362112" sldId="327"/>
            <ac:spMk id="47" creationId="{CC1A8B27-B9BC-4C6D-84ED-4E66DD495906}"/>
          </ac:spMkLst>
        </pc:spChg>
        <pc:spChg chg="mod">
          <ac:chgData name="Umesh Zemse" userId="f5579818-f47c-4551-9630-9efa4dd51d64" providerId="ADAL" clId="{7BD1F271-D7CE-4DE1-902B-F340CAF19A23}" dt="2020-09-09T11:12:17.083" v="1186" actId="20577"/>
          <ac:spMkLst>
            <pc:docMk/>
            <pc:sldMk cId="2576362112" sldId="327"/>
            <ac:spMk id="56" creationId="{E4F07D44-0E0B-4113-8BE3-F35F370BB314}"/>
          </ac:spMkLst>
        </pc:spChg>
        <pc:spChg chg="mod">
          <ac:chgData name="Umesh Zemse" userId="f5579818-f47c-4551-9630-9efa4dd51d64" providerId="ADAL" clId="{7BD1F271-D7CE-4DE1-902B-F340CAF19A23}" dt="2020-09-09T11:12:02.527" v="1169" actId="20577"/>
          <ac:spMkLst>
            <pc:docMk/>
            <pc:sldMk cId="2576362112" sldId="327"/>
            <ac:spMk id="58" creationId="{BFCFD2DA-35B3-43AF-AF51-1AFC211D57F6}"/>
          </ac:spMkLst>
        </pc:spChg>
        <pc:spChg chg="mod">
          <ac:chgData name="Umesh Zemse" userId="f5579818-f47c-4551-9630-9efa4dd51d64" providerId="ADAL" clId="{7BD1F271-D7CE-4DE1-902B-F340CAF19A23}" dt="2020-09-09T11:13:14.622" v="1231" actId="122"/>
          <ac:spMkLst>
            <pc:docMk/>
            <pc:sldMk cId="2576362112" sldId="327"/>
            <ac:spMk id="59" creationId="{E48429A5-E428-4803-B70B-05ACAE2E20BE}"/>
          </ac:spMkLst>
        </pc:spChg>
        <pc:spChg chg="mod">
          <ac:chgData name="Umesh Zemse" userId="f5579818-f47c-4551-9630-9efa4dd51d64" providerId="ADAL" clId="{7BD1F271-D7CE-4DE1-902B-F340CAF19A23}" dt="2020-09-09T11:11:48.786" v="1160" actId="20577"/>
          <ac:spMkLst>
            <pc:docMk/>
            <pc:sldMk cId="2576362112" sldId="327"/>
            <ac:spMk id="60" creationId="{E4693C51-E749-4D8A-86F7-A715D31AB42A}"/>
          </ac:spMkLst>
        </pc:spChg>
      </pc:sldChg>
      <pc:sldChg chg="modSp">
        <pc:chgData name="Umesh Zemse" userId="f5579818-f47c-4551-9630-9efa4dd51d64" providerId="ADAL" clId="{7BD1F271-D7CE-4DE1-902B-F340CAF19A23}" dt="2020-09-09T11:15:46.049" v="1319" actId="122"/>
        <pc:sldMkLst>
          <pc:docMk/>
          <pc:sldMk cId="3122977655" sldId="328"/>
        </pc:sldMkLst>
        <pc:spChg chg="mod">
          <ac:chgData name="Umesh Zemse" userId="f5579818-f47c-4551-9630-9efa4dd51d64" providerId="ADAL" clId="{7BD1F271-D7CE-4DE1-902B-F340CAF19A23}" dt="2020-09-09T10:47:21.801" v="434" actId="207"/>
          <ac:spMkLst>
            <pc:docMk/>
            <pc:sldMk cId="3122977655" sldId="328"/>
            <ac:spMk id="2" creationId="{11E3A721-98EA-4FA0-9C28-A1CD39FEBC42}"/>
          </ac:spMkLst>
        </pc:spChg>
        <pc:spChg chg="mod">
          <ac:chgData name="Umesh Zemse" userId="f5579818-f47c-4551-9630-9efa4dd51d64" providerId="ADAL" clId="{7BD1F271-D7CE-4DE1-902B-F340CAF19A23}" dt="2020-09-09T11:14:19.342" v="1274" actId="20577"/>
          <ac:spMkLst>
            <pc:docMk/>
            <pc:sldMk cId="3122977655" sldId="328"/>
            <ac:spMk id="7" creationId="{1EC99875-9AF0-4886-A485-6408E5688E53}"/>
          </ac:spMkLst>
        </pc:spChg>
        <pc:spChg chg="mod">
          <ac:chgData name="Umesh Zemse" userId="f5579818-f47c-4551-9630-9efa4dd51d64" providerId="ADAL" clId="{7BD1F271-D7CE-4DE1-902B-F340CAF19A23}" dt="2020-09-09T11:14:30.403" v="1290" actId="20577"/>
          <ac:spMkLst>
            <pc:docMk/>
            <pc:sldMk cId="3122977655" sldId="328"/>
            <ac:spMk id="14" creationId="{30B4120C-8249-4285-AB77-F6E157DCD137}"/>
          </ac:spMkLst>
        </pc:spChg>
        <pc:spChg chg="mod">
          <ac:chgData name="Umesh Zemse" userId="f5579818-f47c-4551-9630-9efa4dd51d64" providerId="ADAL" clId="{7BD1F271-D7CE-4DE1-902B-F340CAF19A23}" dt="2020-09-09T11:14:41.546" v="1302" actId="20577"/>
          <ac:spMkLst>
            <pc:docMk/>
            <pc:sldMk cId="3122977655" sldId="328"/>
            <ac:spMk id="16" creationId="{0FB3CE8C-3079-4DC3-8E89-30279AD8187D}"/>
          </ac:spMkLst>
        </pc:spChg>
        <pc:spChg chg="mod">
          <ac:chgData name="Umesh Zemse" userId="f5579818-f47c-4551-9630-9efa4dd51d64" providerId="ADAL" clId="{7BD1F271-D7CE-4DE1-902B-F340CAF19A23}" dt="2020-09-09T11:15:46.049" v="1319" actId="122"/>
          <ac:spMkLst>
            <pc:docMk/>
            <pc:sldMk cId="3122977655" sldId="328"/>
            <ac:spMk id="17" creationId="{7A012ECF-9413-4915-8D25-59DB59784865}"/>
          </ac:spMkLst>
        </pc:spChg>
        <pc:spChg chg="mod">
          <ac:chgData name="Umesh Zemse" userId="f5579818-f47c-4551-9630-9efa4dd51d64" providerId="ADAL" clId="{7BD1F271-D7CE-4DE1-902B-F340CAF19A23}" dt="2020-09-09T11:15:38.413" v="1318" actId="6549"/>
          <ac:spMkLst>
            <pc:docMk/>
            <pc:sldMk cId="3122977655" sldId="328"/>
            <ac:spMk id="18" creationId="{F33CD066-D592-4CFC-8DEA-44455FE4A64F}"/>
          </ac:spMkLst>
        </pc:spChg>
        <pc:spChg chg="mod">
          <ac:chgData name="Umesh Zemse" userId="f5579818-f47c-4551-9630-9efa4dd51d64" providerId="ADAL" clId="{7BD1F271-D7CE-4DE1-902B-F340CAF19A23}" dt="2020-09-09T11:13:53.726" v="1244" actId="20577"/>
          <ac:spMkLst>
            <pc:docMk/>
            <pc:sldMk cId="3122977655" sldId="328"/>
            <ac:spMk id="102" creationId="{DEC94D3A-451E-4884-8750-920542A92D33}"/>
          </ac:spMkLst>
        </pc:spChg>
        <pc:spChg chg="mod">
          <ac:chgData name="Umesh Zemse" userId="f5579818-f47c-4551-9630-9efa4dd51d64" providerId="ADAL" clId="{7BD1F271-D7CE-4DE1-902B-F340CAF19A23}" dt="2020-09-09T11:14:03.536" v="1257" actId="20577"/>
          <ac:spMkLst>
            <pc:docMk/>
            <pc:sldMk cId="3122977655" sldId="328"/>
            <ac:spMk id="103" creationId="{5617C1D9-061A-40C5-B622-C93478A5F31D}"/>
          </ac:spMkLst>
        </pc:spChg>
      </pc:sldChg>
      <pc:sldChg chg="modSp">
        <pc:chgData name="Umesh Zemse" userId="f5579818-f47c-4551-9630-9efa4dd51d64" providerId="ADAL" clId="{7BD1F271-D7CE-4DE1-902B-F340CAF19A23}" dt="2020-09-09T11:17:15.133" v="1407" actId="20577"/>
        <pc:sldMkLst>
          <pc:docMk/>
          <pc:sldMk cId="3482240548" sldId="329"/>
        </pc:sldMkLst>
        <pc:spChg chg="mod">
          <ac:chgData name="Umesh Zemse" userId="f5579818-f47c-4551-9630-9efa4dd51d64" providerId="ADAL" clId="{7BD1F271-D7CE-4DE1-902B-F340CAF19A23}" dt="2020-09-09T10:47:28.808" v="436" actId="207"/>
          <ac:spMkLst>
            <pc:docMk/>
            <pc:sldMk cId="3482240548" sldId="329"/>
            <ac:spMk id="2" creationId="{11E3A721-98EA-4FA0-9C28-A1CD39FEBC42}"/>
          </ac:spMkLst>
        </pc:spChg>
        <pc:spChg chg="mod">
          <ac:chgData name="Umesh Zemse" userId="f5579818-f47c-4551-9630-9efa4dd51d64" providerId="ADAL" clId="{7BD1F271-D7CE-4DE1-902B-F340CAF19A23}" dt="2020-09-09T11:16:21.715" v="1365" actId="20577"/>
          <ac:spMkLst>
            <pc:docMk/>
            <pc:sldMk cId="3482240548" sldId="329"/>
            <ac:spMk id="7" creationId="{1EC99875-9AF0-4886-A485-6408E5688E53}"/>
          </ac:spMkLst>
        </pc:spChg>
        <pc:spChg chg="mod">
          <ac:chgData name="Umesh Zemse" userId="f5579818-f47c-4551-9630-9efa4dd51d64" providerId="ADAL" clId="{7BD1F271-D7CE-4DE1-902B-F340CAF19A23}" dt="2020-09-09T11:16:33.180" v="1381" actId="20577"/>
          <ac:spMkLst>
            <pc:docMk/>
            <pc:sldMk cId="3482240548" sldId="329"/>
            <ac:spMk id="14" creationId="{30B4120C-8249-4285-AB77-F6E157DCD137}"/>
          </ac:spMkLst>
        </pc:spChg>
        <pc:spChg chg="mod">
          <ac:chgData name="Umesh Zemse" userId="f5579818-f47c-4551-9630-9efa4dd51d64" providerId="ADAL" clId="{7BD1F271-D7CE-4DE1-902B-F340CAF19A23}" dt="2020-09-09T11:16:44.385" v="1394" actId="20577"/>
          <ac:spMkLst>
            <pc:docMk/>
            <pc:sldMk cId="3482240548" sldId="329"/>
            <ac:spMk id="16" creationId="{0FB3CE8C-3079-4DC3-8E89-30279AD8187D}"/>
          </ac:spMkLst>
        </pc:spChg>
        <pc:spChg chg="mod">
          <ac:chgData name="Umesh Zemse" userId="f5579818-f47c-4551-9630-9efa4dd51d64" providerId="ADAL" clId="{7BD1F271-D7CE-4DE1-902B-F340CAF19A23}" dt="2020-09-09T11:17:15.133" v="1407" actId="20577"/>
          <ac:spMkLst>
            <pc:docMk/>
            <pc:sldMk cId="3482240548" sldId="329"/>
            <ac:spMk id="18" creationId="{F33CD066-D592-4CFC-8DEA-44455FE4A64F}"/>
          </ac:spMkLst>
        </pc:spChg>
        <pc:spChg chg="mod">
          <ac:chgData name="Umesh Zemse" userId="f5579818-f47c-4551-9630-9efa4dd51d64" providerId="ADAL" clId="{7BD1F271-D7CE-4DE1-902B-F340CAF19A23}" dt="2020-09-09T11:16:00.517" v="1331" actId="20577"/>
          <ac:spMkLst>
            <pc:docMk/>
            <pc:sldMk cId="3482240548" sldId="329"/>
            <ac:spMk id="102" creationId="{DEC94D3A-451E-4884-8750-920542A92D33}"/>
          </ac:spMkLst>
        </pc:spChg>
        <pc:spChg chg="mod">
          <ac:chgData name="Umesh Zemse" userId="f5579818-f47c-4551-9630-9efa4dd51d64" providerId="ADAL" clId="{7BD1F271-D7CE-4DE1-902B-F340CAF19A23}" dt="2020-09-09T11:16:07.715" v="1344" actId="20577"/>
          <ac:spMkLst>
            <pc:docMk/>
            <pc:sldMk cId="3482240548" sldId="329"/>
            <ac:spMk id="103" creationId="{5617C1D9-061A-40C5-B622-C93478A5F31D}"/>
          </ac:spMkLst>
        </pc:spChg>
      </pc:sldChg>
      <pc:sldChg chg="modSp">
        <pc:chgData name="Umesh Zemse" userId="f5579818-f47c-4551-9630-9efa4dd51d64" providerId="ADAL" clId="{7BD1F271-D7CE-4DE1-902B-F340CAF19A23}" dt="2020-09-09T11:18:18.252" v="1487" actId="20577"/>
        <pc:sldMkLst>
          <pc:docMk/>
          <pc:sldMk cId="2902655306" sldId="330"/>
        </pc:sldMkLst>
        <pc:spChg chg="mod">
          <ac:chgData name="Umesh Zemse" userId="f5579818-f47c-4551-9630-9efa4dd51d64" providerId="ADAL" clId="{7BD1F271-D7CE-4DE1-902B-F340CAF19A23}" dt="2020-09-09T10:48:09.808" v="438" actId="207"/>
          <ac:spMkLst>
            <pc:docMk/>
            <pc:sldMk cId="2902655306" sldId="330"/>
            <ac:spMk id="2" creationId="{11E3A721-98EA-4FA0-9C28-A1CD39FEBC42}"/>
          </ac:spMkLst>
        </pc:spChg>
        <pc:spChg chg="mod">
          <ac:chgData name="Umesh Zemse" userId="f5579818-f47c-4551-9630-9efa4dd51d64" providerId="ADAL" clId="{7BD1F271-D7CE-4DE1-902B-F340CAF19A23}" dt="2020-09-09T11:17:43.109" v="1443" actId="20577"/>
          <ac:spMkLst>
            <pc:docMk/>
            <pc:sldMk cId="2902655306" sldId="330"/>
            <ac:spMk id="7" creationId="{1EC99875-9AF0-4886-A485-6408E5688E53}"/>
          </ac:spMkLst>
        </pc:spChg>
        <pc:spChg chg="mod">
          <ac:chgData name="Umesh Zemse" userId="f5579818-f47c-4551-9630-9efa4dd51d64" providerId="ADAL" clId="{7BD1F271-D7CE-4DE1-902B-F340CAF19A23}" dt="2020-09-09T11:17:51.430" v="1456" actId="20577"/>
          <ac:spMkLst>
            <pc:docMk/>
            <pc:sldMk cId="2902655306" sldId="330"/>
            <ac:spMk id="14" creationId="{30B4120C-8249-4285-AB77-F6E157DCD137}"/>
          </ac:spMkLst>
        </pc:spChg>
        <pc:spChg chg="mod">
          <ac:chgData name="Umesh Zemse" userId="f5579818-f47c-4551-9630-9efa4dd51d64" providerId="ADAL" clId="{7BD1F271-D7CE-4DE1-902B-F340CAF19A23}" dt="2020-09-09T11:18:18.252" v="1487" actId="20577"/>
          <ac:spMkLst>
            <pc:docMk/>
            <pc:sldMk cId="2902655306" sldId="330"/>
            <ac:spMk id="16" creationId="{0FB3CE8C-3079-4DC3-8E89-30279AD8187D}"/>
          </ac:spMkLst>
        </pc:spChg>
        <pc:spChg chg="mod">
          <ac:chgData name="Umesh Zemse" userId="f5579818-f47c-4551-9630-9efa4dd51d64" providerId="ADAL" clId="{7BD1F271-D7CE-4DE1-902B-F340CAF19A23}" dt="2020-09-09T11:18:16.363" v="1485" actId="20577"/>
          <ac:spMkLst>
            <pc:docMk/>
            <pc:sldMk cId="2902655306" sldId="330"/>
            <ac:spMk id="18" creationId="{F33CD066-D592-4CFC-8DEA-44455FE4A64F}"/>
          </ac:spMkLst>
        </pc:spChg>
        <pc:spChg chg="mod">
          <ac:chgData name="Umesh Zemse" userId="f5579818-f47c-4551-9630-9efa4dd51d64" providerId="ADAL" clId="{7BD1F271-D7CE-4DE1-902B-F340CAF19A23}" dt="2020-09-09T11:17:29.010" v="1418" actId="20577"/>
          <ac:spMkLst>
            <pc:docMk/>
            <pc:sldMk cId="2902655306" sldId="330"/>
            <ac:spMk id="102" creationId="{DEC94D3A-451E-4884-8750-920542A92D33}"/>
          </ac:spMkLst>
        </pc:spChg>
        <pc:spChg chg="mod">
          <ac:chgData name="Umesh Zemse" userId="f5579818-f47c-4551-9630-9efa4dd51d64" providerId="ADAL" clId="{7BD1F271-D7CE-4DE1-902B-F340CAF19A23}" dt="2020-09-09T11:17:35.393" v="1430" actId="20577"/>
          <ac:spMkLst>
            <pc:docMk/>
            <pc:sldMk cId="2902655306" sldId="330"/>
            <ac:spMk id="103" creationId="{5617C1D9-061A-40C5-B622-C93478A5F31D}"/>
          </ac:spMkLst>
        </pc:spChg>
        <pc:graphicFrameChg chg="mod">
          <ac:chgData name="Umesh Zemse" userId="f5579818-f47c-4551-9630-9efa4dd51d64" providerId="ADAL" clId="{7BD1F271-D7CE-4DE1-902B-F340CAF19A23}" dt="2020-09-09T10:48:47.155" v="456" actId="1037"/>
          <ac:graphicFrameMkLst>
            <pc:docMk/>
            <pc:sldMk cId="2902655306" sldId="330"/>
            <ac:graphicFrameMk id="101" creationId="{770B5E12-9892-4D64-9061-6FE4FAA5BF7D}"/>
          </ac:graphicFrameMkLst>
        </pc:graphicFrameChg>
      </pc:sldChg>
    </pc:docChg>
  </pc:docChgLst>
  <pc:docChgLst>
    <pc:chgData name="Umesh Zemse" userId="f5579818-f47c-4551-9630-9efa4dd51d64" providerId="ADAL" clId="{FF483C16-5FB5-490F-92B6-325AB6BDD35C}"/>
    <pc:docChg chg="delSld">
      <pc:chgData name="Umesh Zemse" userId="f5579818-f47c-4551-9630-9efa4dd51d64" providerId="ADAL" clId="{FF483C16-5FB5-490F-92B6-325AB6BDD35C}" dt="2020-09-13T03:33:56.570" v="8" actId="47"/>
      <pc:docMkLst>
        <pc:docMk/>
      </pc:docMkLst>
      <pc:sldChg chg="del">
        <pc:chgData name="Umesh Zemse" userId="f5579818-f47c-4551-9630-9efa4dd51d64" providerId="ADAL" clId="{FF483C16-5FB5-490F-92B6-325AB6BDD35C}" dt="2020-09-13T03:33:39.980" v="0" actId="47"/>
        <pc:sldMkLst>
          <pc:docMk/>
          <pc:sldMk cId="1706110069" sldId="257"/>
        </pc:sldMkLst>
      </pc:sldChg>
      <pc:sldChg chg="del">
        <pc:chgData name="Umesh Zemse" userId="f5579818-f47c-4551-9630-9efa4dd51d64" providerId="ADAL" clId="{FF483C16-5FB5-490F-92B6-325AB6BDD35C}" dt="2020-09-13T03:33:42.140" v="1" actId="47"/>
        <pc:sldMkLst>
          <pc:docMk/>
          <pc:sldMk cId="4041131727" sldId="261"/>
        </pc:sldMkLst>
      </pc:sldChg>
      <pc:sldChg chg="del">
        <pc:chgData name="Umesh Zemse" userId="f5579818-f47c-4551-9630-9efa4dd51d64" providerId="ADAL" clId="{FF483C16-5FB5-490F-92B6-325AB6BDD35C}" dt="2020-09-13T03:33:42.140" v="1" actId="47"/>
        <pc:sldMkLst>
          <pc:docMk/>
          <pc:sldMk cId="1048034555" sldId="263"/>
        </pc:sldMkLst>
      </pc:sldChg>
      <pc:sldChg chg="del">
        <pc:chgData name="Umesh Zemse" userId="f5579818-f47c-4551-9630-9efa4dd51d64" providerId="ADAL" clId="{FF483C16-5FB5-490F-92B6-325AB6BDD35C}" dt="2020-09-13T03:33:42.140" v="1" actId="47"/>
        <pc:sldMkLst>
          <pc:docMk/>
          <pc:sldMk cId="2204829780" sldId="264"/>
        </pc:sldMkLst>
      </pc:sldChg>
      <pc:sldChg chg="del">
        <pc:chgData name="Umesh Zemse" userId="f5579818-f47c-4551-9630-9efa4dd51d64" providerId="ADAL" clId="{FF483C16-5FB5-490F-92B6-325AB6BDD35C}" dt="2020-09-13T03:33:44.122" v="2" actId="47"/>
        <pc:sldMkLst>
          <pc:docMk/>
          <pc:sldMk cId="1085061148" sldId="265"/>
        </pc:sldMkLst>
      </pc:sldChg>
      <pc:sldChg chg="del">
        <pc:chgData name="Umesh Zemse" userId="f5579818-f47c-4551-9630-9efa4dd51d64" providerId="ADAL" clId="{FF483C16-5FB5-490F-92B6-325AB6BDD35C}" dt="2020-09-13T03:33:42.140" v="1" actId="47"/>
        <pc:sldMkLst>
          <pc:docMk/>
          <pc:sldMk cId="2185979547" sldId="266"/>
        </pc:sldMkLst>
      </pc:sldChg>
      <pc:sldChg chg="del">
        <pc:chgData name="Umesh Zemse" userId="f5579818-f47c-4551-9630-9efa4dd51d64" providerId="ADAL" clId="{FF483C16-5FB5-490F-92B6-325AB6BDD35C}" dt="2020-09-13T03:33:44.122" v="2" actId="47"/>
        <pc:sldMkLst>
          <pc:docMk/>
          <pc:sldMk cId="144280225" sldId="268"/>
        </pc:sldMkLst>
      </pc:sldChg>
      <pc:sldChg chg="del">
        <pc:chgData name="Umesh Zemse" userId="f5579818-f47c-4551-9630-9efa4dd51d64" providerId="ADAL" clId="{FF483C16-5FB5-490F-92B6-325AB6BDD35C}" dt="2020-09-13T03:33:44.122" v="2" actId="47"/>
        <pc:sldMkLst>
          <pc:docMk/>
          <pc:sldMk cId="3685114833" sldId="269"/>
        </pc:sldMkLst>
      </pc:sldChg>
      <pc:sldChg chg="del">
        <pc:chgData name="Umesh Zemse" userId="f5579818-f47c-4551-9630-9efa4dd51d64" providerId="ADAL" clId="{FF483C16-5FB5-490F-92B6-325AB6BDD35C}" dt="2020-09-13T03:33:46.247" v="3" actId="47"/>
        <pc:sldMkLst>
          <pc:docMk/>
          <pc:sldMk cId="2457371534" sldId="270"/>
        </pc:sldMkLst>
      </pc:sldChg>
      <pc:sldChg chg="del">
        <pc:chgData name="Umesh Zemse" userId="f5579818-f47c-4551-9630-9efa4dd51d64" providerId="ADAL" clId="{FF483C16-5FB5-490F-92B6-325AB6BDD35C}" dt="2020-09-13T03:33:48.374" v="4" actId="47"/>
        <pc:sldMkLst>
          <pc:docMk/>
          <pc:sldMk cId="718837617" sldId="271"/>
        </pc:sldMkLst>
      </pc:sldChg>
      <pc:sldChg chg="del">
        <pc:chgData name="Umesh Zemse" userId="f5579818-f47c-4551-9630-9efa4dd51d64" providerId="ADAL" clId="{FF483C16-5FB5-490F-92B6-325AB6BDD35C}" dt="2020-09-13T03:33:50.502" v="5" actId="47"/>
        <pc:sldMkLst>
          <pc:docMk/>
          <pc:sldMk cId="1264052739" sldId="272"/>
        </pc:sldMkLst>
      </pc:sldChg>
      <pc:sldChg chg="del">
        <pc:chgData name="Umesh Zemse" userId="f5579818-f47c-4551-9630-9efa4dd51d64" providerId="ADAL" clId="{FF483C16-5FB5-490F-92B6-325AB6BDD35C}" dt="2020-09-13T03:33:50.502" v="5" actId="47"/>
        <pc:sldMkLst>
          <pc:docMk/>
          <pc:sldMk cId="965004602" sldId="273"/>
        </pc:sldMkLst>
      </pc:sldChg>
      <pc:sldChg chg="del">
        <pc:chgData name="Umesh Zemse" userId="f5579818-f47c-4551-9630-9efa4dd51d64" providerId="ADAL" clId="{FF483C16-5FB5-490F-92B6-325AB6BDD35C}" dt="2020-09-13T03:33:50.502" v="5" actId="47"/>
        <pc:sldMkLst>
          <pc:docMk/>
          <pc:sldMk cId="294780215" sldId="274"/>
        </pc:sldMkLst>
      </pc:sldChg>
      <pc:sldChg chg="del">
        <pc:chgData name="Umesh Zemse" userId="f5579818-f47c-4551-9630-9efa4dd51d64" providerId="ADAL" clId="{FF483C16-5FB5-490F-92B6-325AB6BDD35C}" dt="2020-09-13T03:33:50.502" v="5" actId="47"/>
        <pc:sldMkLst>
          <pc:docMk/>
          <pc:sldMk cId="2719222110" sldId="275"/>
        </pc:sldMkLst>
      </pc:sldChg>
      <pc:sldChg chg="del">
        <pc:chgData name="Umesh Zemse" userId="f5579818-f47c-4551-9630-9efa4dd51d64" providerId="ADAL" clId="{FF483C16-5FB5-490F-92B6-325AB6BDD35C}" dt="2020-09-13T03:33:44.122" v="2" actId="47"/>
        <pc:sldMkLst>
          <pc:docMk/>
          <pc:sldMk cId="4199814125" sldId="276"/>
        </pc:sldMkLst>
      </pc:sldChg>
      <pc:sldChg chg="del">
        <pc:chgData name="Umesh Zemse" userId="f5579818-f47c-4551-9630-9efa4dd51d64" providerId="ADAL" clId="{FF483C16-5FB5-490F-92B6-325AB6BDD35C}" dt="2020-09-13T03:33:48.374" v="4" actId="47"/>
        <pc:sldMkLst>
          <pc:docMk/>
          <pc:sldMk cId="4117938134" sldId="281"/>
        </pc:sldMkLst>
      </pc:sldChg>
      <pc:sldChg chg="del">
        <pc:chgData name="Umesh Zemse" userId="f5579818-f47c-4551-9630-9efa4dd51d64" providerId="ADAL" clId="{FF483C16-5FB5-490F-92B6-325AB6BDD35C}" dt="2020-09-13T03:33:48.374" v="4" actId="47"/>
        <pc:sldMkLst>
          <pc:docMk/>
          <pc:sldMk cId="2923607006" sldId="283"/>
        </pc:sldMkLst>
      </pc:sldChg>
      <pc:sldChg chg="del">
        <pc:chgData name="Umesh Zemse" userId="f5579818-f47c-4551-9630-9efa4dd51d64" providerId="ADAL" clId="{FF483C16-5FB5-490F-92B6-325AB6BDD35C}" dt="2020-09-13T03:33:48.374" v="4" actId="47"/>
        <pc:sldMkLst>
          <pc:docMk/>
          <pc:sldMk cId="443194622" sldId="284"/>
        </pc:sldMkLst>
      </pc:sldChg>
      <pc:sldChg chg="del">
        <pc:chgData name="Umesh Zemse" userId="f5579818-f47c-4551-9630-9efa4dd51d64" providerId="ADAL" clId="{FF483C16-5FB5-490F-92B6-325AB6BDD35C}" dt="2020-09-13T03:33:39.980" v="0" actId="47"/>
        <pc:sldMkLst>
          <pc:docMk/>
          <pc:sldMk cId="572051236" sldId="286"/>
        </pc:sldMkLst>
      </pc:sldChg>
      <pc:sldChg chg="del">
        <pc:chgData name="Umesh Zemse" userId="f5579818-f47c-4551-9630-9efa4dd51d64" providerId="ADAL" clId="{FF483C16-5FB5-490F-92B6-325AB6BDD35C}" dt="2020-09-13T03:33:42.140" v="1" actId="47"/>
        <pc:sldMkLst>
          <pc:docMk/>
          <pc:sldMk cId="2222414721" sldId="287"/>
        </pc:sldMkLst>
      </pc:sldChg>
      <pc:sldChg chg="del">
        <pc:chgData name="Umesh Zemse" userId="f5579818-f47c-4551-9630-9efa4dd51d64" providerId="ADAL" clId="{FF483C16-5FB5-490F-92B6-325AB6BDD35C}" dt="2020-09-13T03:33:39.980" v="0" actId="47"/>
        <pc:sldMkLst>
          <pc:docMk/>
          <pc:sldMk cId="3543549445" sldId="288"/>
        </pc:sldMkLst>
      </pc:sldChg>
      <pc:sldChg chg="del">
        <pc:chgData name="Umesh Zemse" userId="f5579818-f47c-4551-9630-9efa4dd51d64" providerId="ADAL" clId="{FF483C16-5FB5-490F-92B6-325AB6BDD35C}" dt="2020-09-13T03:33:39.980" v="0" actId="47"/>
        <pc:sldMkLst>
          <pc:docMk/>
          <pc:sldMk cId="1107844993" sldId="289"/>
        </pc:sldMkLst>
      </pc:sldChg>
      <pc:sldChg chg="del">
        <pc:chgData name="Umesh Zemse" userId="f5579818-f47c-4551-9630-9efa4dd51d64" providerId="ADAL" clId="{FF483C16-5FB5-490F-92B6-325AB6BDD35C}" dt="2020-09-13T03:33:46.247" v="3" actId="47"/>
        <pc:sldMkLst>
          <pc:docMk/>
          <pc:sldMk cId="3173170845" sldId="290"/>
        </pc:sldMkLst>
      </pc:sldChg>
      <pc:sldChg chg="del">
        <pc:chgData name="Umesh Zemse" userId="f5579818-f47c-4551-9630-9efa4dd51d64" providerId="ADAL" clId="{FF483C16-5FB5-490F-92B6-325AB6BDD35C}" dt="2020-09-13T03:33:52.669" v="6" actId="47"/>
        <pc:sldMkLst>
          <pc:docMk/>
          <pc:sldMk cId="553882014" sldId="292"/>
        </pc:sldMkLst>
      </pc:sldChg>
      <pc:sldChg chg="del">
        <pc:chgData name="Umesh Zemse" userId="f5579818-f47c-4551-9630-9efa4dd51d64" providerId="ADAL" clId="{FF483C16-5FB5-490F-92B6-325AB6BDD35C}" dt="2020-09-13T03:33:52.669" v="6" actId="47"/>
        <pc:sldMkLst>
          <pc:docMk/>
          <pc:sldMk cId="2771644036" sldId="293"/>
        </pc:sldMkLst>
      </pc:sldChg>
      <pc:sldChg chg="del">
        <pc:chgData name="Umesh Zemse" userId="f5579818-f47c-4551-9630-9efa4dd51d64" providerId="ADAL" clId="{FF483C16-5FB5-490F-92B6-325AB6BDD35C}" dt="2020-09-13T03:33:52.669" v="6" actId="47"/>
        <pc:sldMkLst>
          <pc:docMk/>
          <pc:sldMk cId="2323935477" sldId="294"/>
        </pc:sldMkLst>
      </pc:sldChg>
      <pc:sldChg chg="del">
        <pc:chgData name="Umesh Zemse" userId="f5579818-f47c-4551-9630-9efa4dd51d64" providerId="ADAL" clId="{FF483C16-5FB5-490F-92B6-325AB6BDD35C}" dt="2020-09-13T03:33:52.669" v="6" actId="47"/>
        <pc:sldMkLst>
          <pc:docMk/>
          <pc:sldMk cId="2969517211" sldId="295"/>
        </pc:sldMkLst>
      </pc:sldChg>
      <pc:sldChg chg="del">
        <pc:chgData name="Umesh Zemse" userId="f5579818-f47c-4551-9630-9efa4dd51d64" providerId="ADAL" clId="{FF483C16-5FB5-490F-92B6-325AB6BDD35C}" dt="2020-09-13T03:33:52.669" v="6" actId="47"/>
        <pc:sldMkLst>
          <pc:docMk/>
          <pc:sldMk cId="3305528177" sldId="296"/>
        </pc:sldMkLst>
      </pc:sldChg>
      <pc:sldChg chg="del">
        <pc:chgData name="Umesh Zemse" userId="f5579818-f47c-4551-9630-9efa4dd51d64" providerId="ADAL" clId="{FF483C16-5FB5-490F-92B6-325AB6BDD35C}" dt="2020-09-13T03:33:54.704" v="7" actId="47"/>
        <pc:sldMkLst>
          <pc:docMk/>
          <pc:sldMk cId="1948447143" sldId="297"/>
        </pc:sldMkLst>
      </pc:sldChg>
      <pc:sldChg chg="del">
        <pc:chgData name="Umesh Zemse" userId="f5579818-f47c-4551-9630-9efa4dd51d64" providerId="ADAL" clId="{FF483C16-5FB5-490F-92B6-325AB6BDD35C}" dt="2020-09-13T03:33:56.570" v="8" actId="47"/>
        <pc:sldMkLst>
          <pc:docMk/>
          <pc:sldMk cId="2075490455" sldId="298"/>
        </pc:sldMkLst>
      </pc:sldChg>
      <pc:sldChg chg="del">
        <pc:chgData name="Umesh Zemse" userId="f5579818-f47c-4551-9630-9efa4dd51d64" providerId="ADAL" clId="{FF483C16-5FB5-490F-92B6-325AB6BDD35C}" dt="2020-09-13T03:33:54.704" v="7" actId="47"/>
        <pc:sldMkLst>
          <pc:docMk/>
          <pc:sldMk cId="1791304860" sldId="307"/>
        </pc:sldMkLst>
      </pc:sldChg>
      <pc:sldChg chg="del">
        <pc:chgData name="Umesh Zemse" userId="f5579818-f47c-4551-9630-9efa4dd51d64" providerId="ADAL" clId="{FF483C16-5FB5-490F-92B6-325AB6BDD35C}" dt="2020-09-13T03:33:54.704" v="7" actId="47"/>
        <pc:sldMkLst>
          <pc:docMk/>
          <pc:sldMk cId="3545767512" sldId="308"/>
        </pc:sldMkLst>
      </pc:sldChg>
      <pc:sldChg chg="del">
        <pc:chgData name="Umesh Zemse" userId="f5579818-f47c-4551-9630-9efa4dd51d64" providerId="ADAL" clId="{FF483C16-5FB5-490F-92B6-325AB6BDD35C}" dt="2020-09-13T03:33:54.704" v="7" actId="47"/>
        <pc:sldMkLst>
          <pc:docMk/>
          <pc:sldMk cId="543032260" sldId="309"/>
        </pc:sldMkLst>
      </pc:sldChg>
      <pc:sldChg chg="del">
        <pc:chgData name="Umesh Zemse" userId="f5579818-f47c-4551-9630-9efa4dd51d64" providerId="ADAL" clId="{FF483C16-5FB5-490F-92B6-325AB6BDD35C}" dt="2020-09-13T03:33:56.570" v="8" actId="47"/>
        <pc:sldMkLst>
          <pc:docMk/>
          <pc:sldMk cId="2360601023" sldId="310"/>
        </pc:sldMkLst>
      </pc:sldChg>
      <pc:sldChg chg="del">
        <pc:chgData name="Umesh Zemse" userId="f5579818-f47c-4551-9630-9efa4dd51d64" providerId="ADAL" clId="{FF483C16-5FB5-490F-92B6-325AB6BDD35C}" dt="2020-09-13T03:33:56.570" v="8" actId="47"/>
        <pc:sldMkLst>
          <pc:docMk/>
          <pc:sldMk cId="241382766" sldId="311"/>
        </pc:sldMkLst>
      </pc:sldChg>
      <pc:sldChg chg="del">
        <pc:chgData name="Umesh Zemse" userId="f5579818-f47c-4551-9630-9efa4dd51d64" providerId="ADAL" clId="{FF483C16-5FB5-490F-92B6-325AB6BDD35C}" dt="2020-09-13T03:33:50.502" v="5" actId="47"/>
        <pc:sldMkLst>
          <pc:docMk/>
          <pc:sldMk cId="225455232" sldId="319"/>
        </pc:sldMkLst>
      </pc:sldChg>
      <pc:sldChg chg="del">
        <pc:chgData name="Umesh Zemse" userId="f5579818-f47c-4551-9630-9efa4dd51d64" providerId="ADAL" clId="{FF483C16-5FB5-490F-92B6-325AB6BDD35C}" dt="2020-09-13T03:33:52.669" v="6" actId="47"/>
        <pc:sldMkLst>
          <pc:docMk/>
          <pc:sldMk cId="2991008582" sldId="320"/>
        </pc:sldMkLst>
      </pc:sldChg>
      <pc:sldChg chg="del">
        <pc:chgData name="Umesh Zemse" userId="f5579818-f47c-4551-9630-9efa4dd51d64" providerId="ADAL" clId="{FF483C16-5FB5-490F-92B6-325AB6BDD35C}" dt="2020-09-13T03:33:46.247" v="3" actId="47"/>
        <pc:sldMkLst>
          <pc:docMk/>
          <pc:sldMk cId="1236383338" sldId="331"/>
        </pc:sldMkLst>
      </pc:sldChg>
      <pc:sldChg chg="del">
        <pc:chgData name="Umesh Zemse" userId="f5579818-f47c-4551-9630-9efa4dd51d64" providerId="ADAL" clId="{FF483C16-5FB5-490F-92B6-325AB6BDD35C}" dt="2020-09-13T03:33:39.980" v="0" actId="47"/>
        <pc:sldMkLst>
          <pc:docMk/>
          <pc:sldMk cId="2133849679" sldId="332"/>
        </pc:sldMkLst>
      </pc:sldChg>
      <pc:sldChg chg="del">
        <pc:chgData name="Umesh Zemse" userId="f5579818-f47c-4551-9630-9efa4dd51d64" providerId="ADAL" clId="{FF483C16-5FB5-490F-92B6-325AB6BDD35C}" dt="2020-09-13T03:33:44.122" v="2" actId="47"/>
        <pc:sldMkLst>
          <pc:docMk/>
          <pc:sldMk cId="1020523753" sldId="333"/>
        </pc:sldMkLst>
      </pc:sldChg>
      <pc:sldChg chg="del">
        <pc:chgData name="Umesh Zemse" userId="f5579818-f47c-4551-9630-9efa4dd51d64" providerId="ADAL" clId="{FF483C16-5FB5-490F-92B6-325AB6BDD35C}" dt="2020-09-13T03:33:46.247" v="3" actId="47"/>
        <pc:sldMkLst>
          <pc:docMk/>
          <pc:sldMk cId="2661868846" sldId="334"/>
        </pc:sldMkLst>
      </pc:sldChg>
      <pc:sldChg chg="del">
        <pc:chgData name="Umesh Zemse" userId="f5579818-f47c-4551-9630-9efa4dd51d64" providerId="ADAL" clId="{FF483C16-5FB5-490F-92B6-325AB6BDD35C}" dt="2020-09-13T03:33:46.247" v="3" actId="47"/>
        <pc:sldMkLst>
          <pc:docMk/>
          <pc:sldMk cId="1375543160" sldId="335"/>
        </pc:sldMkLst>
      </pc:sldChg>
      <pc:sldChg chg="del">
        <pc:chgData name="Umesh Zemse" userId="f5579818-f47c-4551-9630-9efa4dd51d64" providerId="ADAL" clId="{FF483C16-5FB5-490F-92B6-325AB6BDD35C}" dt="2020-09-13T03:33:48.374" v="4" actId="47"/>
        <pc:sldMkLst>
          <pc:docMk/>
          <pc:sldMk cId="166423776" sldId="336"/>
        </pc:sldMkLst>
      </pc:sldChg>
    </pc:docChg>
  </pc:docChgLst>
  <pc:docChgLst>
    <pc:chgData name="anand pardeshi" userId="S::anand.pardeshi@fcrit.ac.in::4de9f4fb-1776-4d2c-ac4d-7159c8faa6e6" providerId="AD" clId="Web-{2ACC59FD-ADD7-CCF0-CE1C-7E51603C514B}"/>
    <pc:docChg chg="modSld">
      <pc:chgData name="anand pardeshi" userId="S::anand.pardeshi@fcrit.ac.in::4de9f4fb-1776-4d2c-ac4d-7159c8faa6e6" providerId="AD" clId="Web-{2ACC59FD-ADD7-CCF0-CE1C-7E51603C514B}" dt="2021-10-20T17:57:19.059" v="0"/>
      <pc:docMkLst>
        <pc:docMk/>
      </pc:docMkLst>
      <pc:sldChg chg="addSp">
        <pc:chgData name="anand pardeshi" userId="S::anand.pardeshi@fcrit.ac.in::4de9f4fb-1776-4d2c-ac4d-7159c8faa6e6" providerId="AD" clId="Web-{2ACC59FD-ADD7-CCF0-CE1C-7E51603C514B}" dt="2021-10-20T17:57:19.059" v="0"/>
        <pc:sldMkLst>
          <pc:docMk/>
          <pc:sldMk cId="523706966" sldId="299"/>
        </pc:sldMkLst>
        <pc:spChg chg="add">
          <ac:chgData name="anand pardeshi" userId="S::anand.pardeshi@fcrit.ac.in::4de9f4fb-1776-4d2c-ac4d-7159c8faa6e6" providerId="AD" clId="Web-{2ACC59FD-ADD7-CCF0-CE1C-7E51603C514B}" dt="2021-10-20T17:57:19.059" v="0"/>
          <ac:spMkLst>
            <pc:docMk/>
            <pc:sldMk cId="523706966" sldId="299"/>
            <ac:spMk id="2" creationId="{E9B74C16-15E0-473A-B7DA-6CBEE93DB0A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276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104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10/20/2021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653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436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10/20/2021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658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018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10/20/2021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25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591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10/20/2021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983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444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644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503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C316F01-5026-402C-A495-1ECF38A2E385}"/>
              </a:ext>
            </a:extLst>
          </p:cNvPr>
          <p:cNvSpPr txBox="1">
            <a:spLocks/>
          </p:cNvSpPr>
          <p:nvPr/>
        </p:nvSpPr>
        <p:spPr>
          <a:xfrm>
            <a:off x="1797666" y="1912033"/>
            <a:ext cx="8596668" cy="303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000" dirty="0">
                <a:solidFill>
                  <a:schemeClr val="accent1">
                    <a:lumMod val="50000"/>
                  </a:schemeClr>
                </a:solidFill>
              </a:rPr>
              <a:t>Big M</a:t>
            </a:r>
            <a:br>
              <a:rPr lang="en-US" sz="6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6000" dirty="0">
                <a:solidFill>
                  <a:schemeClr val="accent1">
                    <a:lumMod val="50000"/>
                  </a:schemeClr>
                </a:solidFill>
              </a:rPr>
              <a:t>Simplex Method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537DF8C-9872-4162-9227-E0441216D655}"/>
              </a:ext>
            </a:extLst>
          </p:cNvPr>
          <p:cNvGrpSpPr/>
          <p:nvPr/>
        </p:nvGrpSpPr>
        <p:grpSpPr>
          <a:xfrm>
            <a:off x="0" y="0"/>
            <a:ext cx="12192000" cy="680699"/>
            <a:chOff x="0" y="0"/>
            <a:chExt cx="12192000" cy="68069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98BB215-49A3-4B8A-8256-7A6147A37790}"/>
                </a:ext>
              </a:extLst>
            </p:cNvPr>
            <p:cNvSpPr/>
            <p:nvPr/>
          </p:nvSpPr>
          <p:spPr>
            <a:xfrm>
              <a:off x="0" y="120260"/>
              <a:ext cx="12192000" cy="56043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3D3A33C-E2B9-46E1-8A7F-9205FEBEC28D}"/>
                </a:ext>
              </a:extLst>
            </p:cNvPr>
            <p:cNvSpPr/>
            <p:nvPr/>
          </p:nvSpPr>
          <p:spPr>
            <a:xfrm>
              <a:off x="0" y="0"/>
              <a:ext cx="12192000" cy="56043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9B74C16-15E0-473A-B7DA-6CBEE93DB0A7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523706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CDEE686-B1BA-4C4B-A889-37E73FD1F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9004"/>
            <a:ext cx="5202961" cy="3278597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Maximize </a:t>
            </a:r>
            <a:r>
              <a:rPr lang="en-US" sz="2800" b="1" i="1" dirty="0"/>
              <a:t>Z = 12 x1 + 16 x2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</a:p>
          <a:p>
            <a:pPr marL="0" indent="0">
              <a:buNone/>
            </a:pPr>
            <a:r>
              <a:rPr lang="en-US" dirty="0"/>
              <a:t>Subject to </a:t>
            </a:r>
            <a:r>
              <a:rPr lang="en-US" sz="2800" b="1" dirty="0"/>
              <a:t>Constraints</a:t>
            </a:r>
            <a:endParaRPr lang="en-US" b="1" dirty="0"/>
          </a:p>
          <a:p>
            <a:pPr marL="0" indent="0">
              <a:buNone/>
            </a:pPr>
            <a:r>
              <a:rPr lang="en-US" sz="2000" i="1" dirty="0"/>
              <a:t>10 x1 + 20 x2 &lt;= 120</a:t>
            </a:r>
          </a:p>
          <a:p>
            <a:pPr marL="0" indent="0">
              <a:buNone/>
            </a:pPr>
            <a:r>
              <a:rPr lang="en-US" sz="2000" i="1" dirty="0"/>
              <a:t>8 x1 + 8 x2 &lt;= 80</a:t>
            </a:r>
          </a:p>
          <a:p>
            <a:pPr marL="0" indent="0">
              <a:buNone/>
            </a:pPr>
            <a:r>
              <a:rPr lang="en-US" sz="2000" i="1" dirty="0"/>
              <a:t>x1, x2 &gt;= 0</a:t>
            </a:r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F3D44058-EF48-48BB-ABCE-E9727A04090D}"/>
              </a:ext>
            </a:extLst>
          </p:cNvPr>
          <p:cNvSpPr/>
          <p:nvPr/>
        </p:nvSpPr>
        <p:spPr>
          <a:xfrm>
            <a:off x="3672964" y="2969804"/>
            <a:ext cx="1841571" cy="151636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Constraints &lt;= 0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3235D2C-F7D3-419F-BEE9-C455EC6484B0}"/>
              </a:ext>
            </a:extLst>
          </p:cNvPr>
          <p:cNvSpPr txBox="1">
            <a:spLocks/>
          </p:cNvSpPr>
          <p:nvPr/>
        </p:nvSpPr>
        <p:spPr>
          <a:xfrm>
            <a:off x="5721256" y="606083"/>
            <a:ext cx="6208147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Big M Simplex Method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3D98D7-83FD-43BB-8DD1-8F08DB54BAA6}"/>
              </a:ext>
            </a:extLst>
          </p:cNvPr>
          <p:cNvCxnSpPr>
            <a:cxnSpLocks/>
          </p:cNvCxnSpPr>
          <p:nvPr/>
        </p:nvCxnSpPr>
        <p:spPr>
          <a:xfrm>
            <a:off x="5721256" y="1758462"/>
            <a:ext cx="0" cy="441725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3EA1AAB-2915-4819-AE6C-C4D65D083ADA}"/>
              </a:ext>
            </a:extLst>
          </p:cNvPr>
          <p:cNvSpPr txBox="1">
            <a:spLocks/>
          </p:cNvSpPr>
          <p:nvPr/>
        </p:nvSpPr>
        <p:spPr>
          <a:xfrm>
            <a:off x="5927978" y="1649004"/>
            <a:ext cx="5202961" cy="2965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2800" b="1" dirty="0"/>
              <a:t>Minimize </a:t>
            </a:r>
            <a:r>
              <a:rPr lang="en-US" sz="2800" b="1" i="1" dirty="0"/>
              <a:t>Z = 12 x1 + 16 x2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                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Subject to </a:t>
            </a:r>
            <a:r>
              <a:rPr lang="en-US" sz="2800" b="1" dirty="0"/>
              <a:t>Constraints</a:t>
            </a:r>
            <a:endParaRPr lang="en-US" b="1" dirty="0"/>
          </a:p>
          <a:p>
            <a:pPr marL="0" indent="0">
              <a:buFont typeface="Wingdings 3" charset="2"/>
              <a:buNone/>
            </a:pPr>
            <a:r>
              <a:rPr lang="en-US" sz="2000" i="1" dirty="0"/>
              <a:t>10 x1 + 20 x2 &gt;= 120</a:t>
            </a:r>
          </a:p>
          <a:p>
            <a:pPr marL="0" indent="0">
              <a:buFont typeface="Wingdings 3" charset="2"/>
              <a:buNone/>
            </a:pPr>
            <a:r>
              <a:rPr lang="en-US" sz="2000" i="1" dirty="0"/>
              <a:t>8 x1 + 8 x2 &gt;= 80</a:t>
            </a:r>
          </a:p>
          <a:p>
            <a:pPr marL="0" indent="0">
              <a:buFont typeface="Wingdings 3" charset="2"/>
              <a:buNone/>
            </a:pPr>
            <a:r>
              <a:rPr lang="en-US" sz="2000" i="1" dirty="0"/>
              <a:t>x1, x2 &gt;= 0</a:t>
            </a:r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A0FDE4C8-8646-4F8F-8275-52503B459450}"/>
              </a:ext>
            </a:extLst>
          </p:cNvPr>
          <p:cNvSpPr/>
          <p:nvPr/>
        </p:nvSpPr>
        <p:spPr>
          <a:xfrm>
            <a:off x="9181121" y="2966287"/>
            <a:ext cx="1841571" cy="151636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Constraints &gt;= 0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88C7CD3-47BD-4790-BA79-D27816CD3343}"/>
              </a:ext>
            </a:extLst>
          </p:cNvPr>
          <p:cNvSpPr txBox="1">
            <a:spLocks/>
          </p:cNvSpPr>
          <p:nvPr/>
        </p:nvSpPr>
        <p:spPr>
          <a:xfrm>
            <a:off x="462553" y="4698593"/>
            <a:ext cx="4513115" cy="1268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i="1" dirty="0"/>
              <a:t>Add Surplus Variables</a:t>
            </a:r>
            <a:endParaRPr lang="en-US" sz="2800" b="1" i="1" dirty="0"/>
          </a:p>
          <a:p>
            <a:endParaRPr lang="en-US" sz="28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19A6CBC-4D3A-4906-B491-93E1EE996E4F}"/>
              </a:ext>
            </a:extLst>
          </p:cNvPr>
          <p:cNvSpPr txBox="1">
            <a:spLocks/>
          </p:cNvSpPr>
          <p:nvPr/>
        </p:nvSpPr>
        <p:spPr>
          <a:xfrm>
            <a:off x="5927978" y="4674425"/>
            <a:ext cx="4513115" cy="1268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i="1" dirty="0"/>
              <a:t>Subtract Surplus Variables</a:t>
            </a:r>
          </a:p>
          <a:p>
            <a:r>
              <a:rPr lang="en-US" sz="2400" b="1" i="1" dirty="0"/>
              <a:t>Add Artificial Variables</a:t>
            </a:r>
            <a:endParaRPr lang="en-US" sz="2800" b="1" i="1" dirty="0"/>
          </a:p>
          <a:p>
            <a:endParaRPr lang="en-US" sz="280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7FFA6AF-B4B5-4071-A18D-548F217FFCE9}"/>
              </a:ext>
            </a:extLst>
          </p:cNvPr>
          <p:cNvSpPr txBox="1">
            <a:spLocks/>
          </p:cNvSpPr>
          <p:nvPr/>
        </p:nvSpPr>
        <p:spPr>
          <a:xfrm>
            <a:off x="677334" y="606083"/>
            <a:ext cx="6208147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Simplex Method</a:t>
            </a:r>
          </a:p>
        </p:txBody>
      </p:sp>
    </p:spTree>
    <p:extLst>
      <p:ext uri="{BB962C8B-B14F-4D97-AF65-F5344CB8AC3E}">
        <p14:creationId xmlns:p14="http://schemas.microsoft.com/office/powerpoint/2010/main" val="38284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2709E-0EC0-4971-A1CA-640DDB021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29381"/>
            <a:ext cx="8596668" cy="74089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0FB5A-35F6-4517-A721-7113BA75C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9004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Minimize </a:t>
            </a:r>
            <a:r>
              <a:rPr lang="en-US" sz="2800" b="1" i="1" dirty="0"/>
              <a:t>Z = 7 x1 + 15 x2 + 20 x3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</a:p>
          <a:p>
            <a:pPr marL="0" indent="0">
              <a:buNone/>
            </a:pPr>
            <a:r>
              <a:rPr lang="en-US" dirty="0"/>
              <a:t>Subject to </a:t>
            </a:r>
            <a:r>
              <a:rPr lang="en-US" sz="2800" b="1" dirty="0"/>
              <a:t>Constraints</a:t>
            </a:r>
            <a:endParaRPr lang="en-US" b="1" dirty="0"/>
          </a:p>
          <a:p>
            <a:pPr marL="0" indent="0">
              <a:buNone/>
            </a:pPr>
            <a:r>
              <a:rPr lang="en-US" sz="2000" i="1" dirty="0"/>
              <a:t>2 x1 + 4 x2 + 6 x3 &gt;= 24</a:t>
            </a:r>
          </a:p>
          <a:p>
            <a:pPr marL="0" indent="0">
              <a:buNone/>
            </a:pPr>
            <a:r>
              <a:rPr lang="en-US" sz="2000" i="1" dirty="0"/>
              <a:t>3 x1 + 9 x2 + 6 x3 &gt;= 30</a:t>
            </a:r>
          </a:p>
          <a:p>
            <a:pPr marL="0" indent="0">
              <a:buNone/>
            </a:pPr>
            <a:r>
              <a:rPr lang="en-US" sz="2000" i="1" dirty="0"/>
              <a:t>x1, x2, x3 &gt;= 0</a:t>
            </a:r>
          </a:p>
        </p:txBody>
      </p:sp>
    </p:spTree>
    <p:extLst>
      <p:ext uri="{BB962C8B-B14F-4D97-AF65-F5344CB8AC3E}">
        <p14:creationId xmlns:p14="http://schemas.microsoft.com/office/powerpoint/2010/main" val="2646424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803E9-47AC-42F4-808B-984CC278E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6238"/>
            <a:ext cx="10811660" cy="132080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Step – Convert all inequality constraints </a:t>
            </a:r>
            <a:br>
              <a:rPr lang="en-US" sz="3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into equality (use slack &amp; Artificial variables)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7C52C-5D1C-4EB0-B04A-D3B00A99E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99339"/>
            <a:ext cx="8596668" cy="6248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Let’s Subtract Slack Variables &amp; Add Artificial Variables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18C775-1B8A-437F-8A71-49BCDA026D3A}"/>
              </a:ext>
            </a:extLst>
          </p:cNvPr>
          <p:cNvSpPr/>
          <p:nvPr/>
        </p:nvSpPr>
        <p:spPr>
          <a:xfrm>
            <a:off x="677334" y="2024583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i="1" dirty="0"/>
              <a:t>2 x1 + 4 x2 + 6 x3 - </a:t>
            </a:r>
            <a:r>
              <a:rPr lang="en-US" sz="2400" i="1" dirty="0">
                <a:highlight>
                  <a:srgbClr val="FFFF00"/>
                </a:highlight>
              </a:rPr>
              <a:t>s1</a:t>
            </a:r>
            <a:r>
              <a:rPr lang="en-US" sz="2400" i="1" dirty="0"/>
              <a:t> + </a:t>
            </a:r>
            <a:r>
              <a:rPr lang="en-US" sz="2400" i="1" dirty="0">
                <a:highlight>
                  <a:srgbClr val="FFFF00"/>
                </a:highlight>
              </a:rPr>
              <a:t>a1</a:t>
            </a:r>
            <a:r>
              <a:rPr lang="en-US" sz="2400" i="1" dirty="0"/>
              <a:t> = 24</a:t>
            </a:r>
          </a:p>
          <a:p>
            <a:r>
              <a:rPr lang="en-US" sz="2400" i="1" dirty="0"/>
              <a:t>3 x1 + 9 x2 + 6 x3 - </a:t>
            </a:r>
            <a:r>
              <a:rPr lang="en-US" sz="2400" i="1" dirty="0">
                <a:highlight>
                  <a:srgbClr val="FFFF00"/>
                </a:highlight>
              </a:rPr>
              <a:t>s2</a:t>
            </a:r>
            <a:r>
              <a:rPr lang="en-US" sz="2400" i="1" dirty="0"/>
              <a:t> + </a:t>
            </a:r>
            <a:r>
              <a:rPr lang="en-US" sz="2400" i="1" dirty="0">
                <a:highlight>
                  <a:srgbClr val="FFFF00"/>
                </a:highlight>
              </a:rPr>
              <a:t>a2</a:t>
            </a:r>
            <a:r>
              <a:rPr lang="en-US" sz="2400" i="1" dirty="0"/>
              <a:t> = 30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F5B3E2C-FD7A-4CB2-ACCC-707B1E107BAF}"/>
              </a:ext>
            </a:extLst>
          </p:cNvPr>
          <p:cNvSpPr txBox="1">
            <a:spLocks/>
          </p:cNvSpPr>
          <p:nvPr/>
        </p:nvSpPr>
        <p:spPr>
          <a:xfrm>
            <a:off x="677334" y="3502765"/>
            <a:ext cx="8596668" cy="12578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/>
              <a:t>We need to Add these Slack &amp; Artificial variables to the </a:t>
            </a:r>
            <a:r>
              <a:rPr lang="en-US" b="1" dirty="0"/>
              <a:t>Objective Function</a:t>
            </a:r>
          </a:p>
          <a:p>
            <a:r>
              <a:rPr lang="en-US" b="1" dirty="0"/>
              <a:t>Value for Slack variables should be Zero</a:t>
            </a:r>
          </a:p>
          <a:p>
            <a:r>
              <a:rPr lang="en-US" b="1" dirty="0"/>
              <a:t>Value for Artificial Variables should Maximum (i.e. M)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A540E9-76C6-47C6-BF87-91F3E29889D5}"/>
              </a:ext>
            </a:extLst>
          </p:cNvPr>
          <p:cNvSpPr/>
          <p:nvPr/>
        </p:nvSpPr>
        <p:spPr>
          <a:xfrm>
            <a:off x="677334" y="5044535"/>
            <a:ext cx="105545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buClr>
                <a:srgbClr val="5FCBEF"/>
              </a:buClr>
              <a:buSzPct val="80000"/>
            </a:pPr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Minimize 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Z = 7 x1 + 15 x2 + 20 x3 +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rgbClr val="FFFF00"/>
                </a:highlight>
              </a:rPr>
              <a:t>0 s1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 +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rgbClr val="FFFF00"/>
                </a:highlight>
              </a:rPr>
              <a:t>0 s2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 +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rgbClr val="FFFF00"/>
                </a:highlight>
              </a:rPr>
              <a:t>Ma1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 +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rgbClr val="FFFF00"/>
                </a:highlight>
              </a:rPr>
              <a:t>Ma2</a:t>
            </a:r>
          </a:p>
        </p:txBody>
      </p:sp>
    </p:spTree>
    <p:extLst>
      <p:ext uri="{BB962C8B-B14F-4D97-AF65-F5344CB8AC3E}">
        <p14:creationId xmlns:p14="http://schemas.microsoft.com/office/powerpoint/2010/main" val="210964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04F68-A9B6-4A9C-BD18-0301D1C82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55" y="275830"/>
            <a:ext cx="8596668" cy="783771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</a:rPr>
              <a:t>Step – Develop Initial Simplex Table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90F907-3B83-4F24-B3E9-103787B53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498486"/>
              </p:ext>
            </p:extLst>
          </p:nvPr>
        </p:nvGraphicFramePr>
        <p:xfrm>
          <a:off x="826852" y="1715040"/>
          <a:ext cx="9681930" cy="35765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102">
                  <a:extLst>
                    <a:ext uri="{9D8B030D-6E8A-4147-A177-3AD203B41FA5}">
                      <a16:colId xmlns:a16="http://schemas.microsoft.com/office/drawing/2014/main" val="2905360103"/>
                    </a:ext>
                  </a:extLst>
                </a:gridCol>
                <a:gridCol w="926697">
                  <a:extLst>
                    <a:ext uri="{9D8B030D-6E8A-4147-A177-3AD203B41FA5}">
                      <a16:colId xmlns:a16="http://schemas.microsoft.com/office/drawing/2014/main" val="3101827574"/>
                    </a:ext>
                  </a:extLst>
                </a:gridCol>
                <a:gridCol w="703506">
                  <a:extLst>
                    <a:ext uri="{9D8B030D-6E8A-4147-A177-3AD203B41FA5}">
                      <a16:colId xmlns:a16="http://schemas.microsoft.com/office/drawing/2014/main" val="3349711521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36187625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3236378667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96816014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197691529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336802328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1817267311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422073343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803208443"/>
                    </a:ext>
                  </a:extLst>
                </a:gridCol>
                <a:gridCol w="715809">
                  <a:extLst>
                    <a:ext uri="{9D8B030D-6E8A-4147-A177-3AD203B41FA5}">
                      <a16:colId xmlns:a16="http://schemas.microsoft.com/office/drawing/2014/main" val="2486267553"/>
                    </a:ext>
                  </a:extLst>
                </a:gridCol>
              </a:tblGrid>
              <a:tr h="6654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Cj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Ratio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236699"/>
                  </a:ext>
                </a:extLst>
              </a:tr>
              <a:tr h="70861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Basic </a:t>
                      </a:r>
                      <a:r>
                        <a:rPr lang="en-US" b="1" dirty="0" err="1"/>
                        <a:t>Varibls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453594"/>
                  </a:ext>
                </a:extLst>
              </a:tr>
              <a:tr h="6204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387229"/>
                  </a:ext>
                </a:extLst>
              </a:tr>
              <a:tr h="49348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384561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9505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745653"/>
                  </a:ext>
                </a:extLst>
              </a:tr>
            </a:tbl>
          </a:graphicData>
        </a:graphic>
      </p:graphicFrame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93333B7C-29FE-44F2-AA9E-C47FB0791A4C}"/>
              </a:ext>
            </a:extLst>
          </p:cNvPr>
          <p:cNvSpPr/>
          <p:nvPr/>
        </p:nvSpPr>
        <p:spPr>
          <a:xfrm>
            <a:off x="5042191" y="231511"/>
            <a:ext cx="3672115" cy="928914"/>
          </a:xfrm>
          <a:prstGeom prst="wedgeEllipseCallout">
            <a:avLst>
              <a:gd name="adj1" fmla="val -122117"/>
              <a:gd name="adj2" fmla="val 12054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Co-efficient of Objective Function</a:t>
            </a:r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15A7073B-9C68-44C4-B316-D11A4FB14EE6}"/>
              </a:ext>
            </a:extLst>
          </p:cNvPr>
          <p:cNvSpPr/>
          <p:nvPr/>
        </p:nvSpPr>
        <p:spPr>
          <a:xfrm>
            <a:off x="999068" y="156446"/>
            <a:ext cx="3483428" cy="928914"/>
          </a:xfrm>
          <a:prstGeom prst="wedgeEllipseCallout">
            <a:avLst>
              <a:gd name="adj1" fmla="val -37461"/>
              <a:gd name="adj2" fmla="val 1276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Co-efficient of Basic Variables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CF63A2-5EB1-4F02-BAE7-B539E8E47C2C}"/>
              </a:ext>
            </a:extLst>
          </p:cNvPr>
          <p:cNvSpPr/>
          <p:nvPr/>
        </p:nvSpPr>
        <p:spPr>
          <a:xfrm>
            <a:off x="6682833" y="5510542"/>
            <a:ext cx="46388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2 x1 + 4 x2 + 6 x3 - </a:t>
            </a:r>
            <a:r>
              <a:rPr lang="en-US" sz="2400" i="1" dirty="0">
                <a:highlight>
                  <a:srgbClr val="FFFF00"/>
                </a:highlight>
              </a:rPr>
              <a:t>s1</a:t>
            </a:r>
            <a:r>
              <a:rPr lang="en-US" sz="2400" i="1" dirty="0"/>
              <a:t> + </a:t>
            </a:r>
            <a:r>
              <a:rPr lang="en-US" sz="2400" i="1" dirty="0">
                <a:highlight>
                  <a:srgbClr val="FFFF00"/>
                </a:highlight>
              </a:rPr>
              <a:t>a1</a:t>
            </a:r>
            <a:r>
              <a:rPr lang="en-US" sz="2400" i="1" dirty="0"/>
              <a:t> = 24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0D83FC-7940-402F-B5B0-F709D30A86A8}"/>
              </a:ext>
            </a:extLst>
          </p:cNvPr>
          <p:cNvSpPr/>
          <p:nvPr/>
        </p:nvSpPr>
        <p:spPr>
          <a:xfrm>
            <a:off x="3400867" y="1814643"/>
            <a:ext cx="56516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7        15         20        0         0         M        </a:t>
            </a:r>
            <a:r>
              <a:rPr lang="en-US" sz="2400" i="1" dirty="0" err="1"/>
              <a:t>M</a:t>
            </a:r>
            <a:endParaRPr lang="en-US" sz="2400" i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7D74E3-585D-4E7D-90FB-90B97715A1C2}"/>
              </a:ext>
            </a:extLst>
          </p:cNvPr>
          <p:cNvSpPr/>
          <p:nvPr/>
        </p:nvSpPr>
        <p:spPr>
          <a:xfrm>
            <a:off x="3400868" y="2472154"/>
            <a:ext cx="60631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x1       x2        x3      s1         s2       a1       a2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7A82B3-4AF2-4211-B555-0CE256758C51}"/>
              </a:ext>
            </a:extLst>
          </p:cNvPr>
          <p:cNvSpPr/>
          <p:nvPr/>
        </p:nvSpPr>
        <p:spPr>
          <a:xfrm>
            <a:off x="3400868" y="3153727"/>
            <a:ext cx="6474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2        4          6          -1        0         1          0         24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9BCDD7-D76C-47F6-B1EB-32712B30B584}"/>
              </a:ext>
            </a:extLst>
          </p:cNvPr>
          <p:cNvSpPr/>
          <p:nvPr/>
        </p:nvSpPr>
        <p:spPr>
          <a:xfrm>
            <a:off x="854630" y="1166254"/>
            <a:ext cx="100419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buClr>
                <a:srgbClr val="5FCBEF"/>
              </a:buClr>
              <a:buSzPct val="80000"/>
            </a:pP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Z = 7 x1 + 15 x2 + + 20 x3 +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rgbClr val="FFFF00"/>
                </a:highlight>
              </a:rPr>
              <a:t>0 s1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 +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rgbClr val="FFFF00"/>
                </a:highlight>
              </a:rPr>
              <a:t>0 s2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 +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rgbClr val="FFFF00"/>
                </a:highlight>
              </a:rPr>
              <a:t>Ma1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 +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rgbClr val="FFFF00"/>
                </a:highlight>
              </a:rPr>
              <a:t>Ma2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0D4A1B-B99D-4B4E-ADFF-EB306D4999FF}"/>
              </a:ext>
            </a:extLst>
          </p:cNvPr>
          <p:cNvCxnSpPr/>
          <p:nvPr/>
        </p:nvCxnSpPr>
        <p:spPr>
          <a:xfrm>
            <a:off x="1796905" y="2270919"/>
            <a:ext cx="6821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48FD16-BD95-4D14-B781-9F8506602B86}"/>
              </a:ext>
            </a:extLst>
          </p:cNvPr>
          <p:cNvCxnSpPr>
            <a:cxnSpLocks/>
          </p:cNvCxnSpPr>
          <p:nvPr/>
        </p:nvCxnSpPr>
        <p:spPr>
          <a:xfrm>
            <a:off x="999068" y="1966118"/>
            <a:ext cx="0" cy="3048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EAA07C5-7CB8-41BA-A3DB-4DA4310081CE}"/>
              </a:ext>
            </a:extLst>
          </p:cNvPr>
          <p:cNvSpPr/>
          <p:nvPr/>
        </p:nvSpPr>
        <p:spPr>
          <a:xfrm>
            <a:off x="1965405" y="3158279"/>
            <a:ext cx="568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a1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29374A-8C0A-469C-9C8B-CA3690C3781C}"/>
              </a:ext>
            </a:extLst>
          </p:cNvPr>
          <p:cNvSpPr/>
          <p:nvPr/>
        </p:nvSpPr>
        <p:spPr>
          <a:xfrm>
            <a:off x="1933424" y="3677344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a2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DF7ACF-FD93-43D4-8E85-9985894350A9}"/>
              </a:ext>
            </a:extLst>
          </p:cNvPr>
          <p:cNvSpPr/>
          <p:nvPr/>
        </p:nvSpPr>
        <p:spPr>
          <a:xfrm>
            <a:off x="1094088" y="3176059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86616C-E86D-4453-A38C-BA3C33953E0C}"/>
              </a:ext>
            </a:extLst>
          </p:cNvPr>
          <p:cNvSpPr/>
          <p:nvPr/>
        </p:nvSpPr>
        <p:spPr>
          <a:xfrm>
            <a:off x="1071874" y="3664945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767C4E-49EF-47CF-86DE-2F892C5C7B5A}"/>
              </a:ext>
            </a:extLst>
          </p:cNvPr>
          <p:cNvSpPr/>
          <p:nvPr/>
        </p:nvSpPr>
        <p:spPr>
          <a:xfrm>
            <a:off x="6682834" y="6037478"/>
            <a:ext cx="46388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3 x1 + 9 x2 + 6 x3 - </a:t>
            </a:r>
            <a:r>
              <a:rPr lang="en-US" sz="2400" i="1" dirty="0">
                <a:highlight>
                  <a:srgbClr val="FFFF00"/>
                </a:highlight>
              </a:rPr>
              <a:t>s2</a:t>
            </a:r>
            <a:r>
              <a:rPr lang="en-US" sz="2400" i="1" dirty="0"/>
              <a:t> + </a:t>
            </a:r>
            <a:r>
              <a:rPr lang="en-US" sz="2400" i="1" dirty="0">
                <a:highlight>
                  <a:srgbClr val="FFFF00"/>
                </a:highlight>
              </a:rPr>
              <a:t>a2</a:t>
            </a:r>
            <a:r>
              <a:rPr lang="en-US" sz="2400" i="1" dirty="0"/>
              <a:t> = 30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6BB860-9FCC-471B-B1DB-CC177706B8CB}"/>
              </a:ext>
            </a:extLst>
          </p:cNvPr>
          <p:cNvSpPr/>
          <p:nvPr/>
        </p:nvSpPr>
        <p:spPr>
          <a:xfrm>
            <a:off x="3328298" y="3743371"/>
            <a:ext cx="65472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3        9          6           0         -1       0          1        30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4EF912-F04E-42A7-AC8F-9EF06B662B91}"/>
              </a:ext>
            </a:extLst>
          </p:cNvPr>
          <p:cNvSpPr/>
          <p:nvPr/>
        </p:nvSpPr>
        <p:spPr>
          <a:xfrm>
            <a:off x="1940405" y="4209267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918D4E0-C1F6-4591-8357-DC8EF73E5225}"/>
              </a:ext>
            </a:extLst>
          </p:cNvPr>
          <p:cNvSpPr/>
          <p:nvPr/>
        </p:nvSpPr>
        <p:spPr>
          <a:xfrm>
            <a:off x="1126932" y="5400938"/>
            <a:ext cx="46388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Zj</a:t>
            </a:r>
            <a:r>
              <a:rPr lang="en-US" sz="2400" i="1" dirty="0"/>
              <a:t> = a1x1 + a2x2 + a3x3 + ..</a:t>
            </a:r>
            <a:r>
              <a:rPr lang="en-US" sz="2400" i="1" dirty="0" err="1"/>
              <a:t>anxn</a:t>
            </a:r>
            <a:endParaRPr lang="en-US" sz="2400" i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4F2EA2-D3FA-4B29-B824-58D41C0151C4}"/>
              </a:ext>
            </a:extLst>
          </p:cNvPr>
          <p:cNvSpPr/>
          <p:nvPr/>
        </p:nvSpPr>
        <p:spPr>
          <a:xfrm>
            <a:off x="3328298" y="4267801"/>
            <a:ext cx="65472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5M   13M   12M    -M       -M      </a:t>
            </a:r>
            <a:r>
              <a:rPr lang="en-US" sz="2400" i="1" dirty="0" err="1"/>
              <a:t>M</a:t>
            </a:r>
            <a:r>
              <a:rPr lang="en-US" sz="2400" i="1" dirty="0"/>
              <a:t>         </a:t>
            </a:r>
            <a:r>
              <a:rPr lang="en-US" sz="2400" i="1" dirty="0" err="1"/>
              <a:t>M</a:t>
            </a:r>
            <a:r>
              <a:rPr lang="en-US" sz="2400" i="1" dirty="0"/>
              <a:t>        54M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F04E717-3391-46C1-9958-6624DF084ED4}"/>
              </a:ext>
            </a:extLst>
          </p:cNvPr>
          <p:cNvSpPr/>
          <p:nvPr/>
        </p:nvSpPr>
        <p:spPr>
          <a:xfrm>
            <a:off x="1639740" y="4758284"/>
            <a:ext cx="1211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Cj</a:t>
            </a:r>
            <a:r>
              <a:rPr lang="en-US" sz="2400" i="1" dirty="0"/>
              <a:t> - </a:t>
            </a:r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B65CB3B-095B-4A91-A457-6D5825DEABD9}"/>
              </a:ext>
            </a:extLst>
          </p:cNvPr>
          <p:cNvSpPr/>
          <p:nvPr/>
        </p:nvSpPr>
        <p:spPr>
          <a:xfrm>
            <a:off x="3328298" y="4813872"/>
            <a:ext cx="65472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/>
              <a:t>7-5M  15-13M 20-12M    M        </a:t>
            </a:r>
            <a:r>
              <a:rPr lang="en-US" sz="2000" i="1" dirty="0" err="1"/>
              <a:t>M</a:t>
            </a:r>
            <a:r>
              <a:rPr lang="en-US" sz="2000" i="1" dirty="0"/>
              <a:t>          0            0</a:t>
            </a:r>
            <a:r>
              <a:rPr lang="en-US" sz="2400" i="1" dirty="0"/>
              <a:t>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B00B33-1938-412B-9A9C-DC3B0CD9A67F}"/>
              </a:ext>
            </a:extLst>
          </p:cNvPr>
          <p:cNvSpPr/>
          <p:nvPr/>
        </p:nvSpPr>
        <p:spPr>
          <a:xfrm>
            <a:off x="1126932" y="5820713"/>
            <a:ext cx="46388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highlight>
                  <a:srgbClr val="FFFF00"/>
                </a:highlight>
              </a:rPr>
              <a:t>Optimality </a:t>
            </a:r>
            <a:r>
              <a:rPr lang="en-US" sz="2400" i="1" dirty="0"/>
              <a:t>Min Z : </a:t>
            </a:r>
            <a:r>
              <a:rPr lang="en-US" sz="2400" i="1" dirty="0" err="1"/>
              <a:t>Cj</a:t>
            </a:r>
            <a:r>
              <a:rPr lang="en-US" sz="2400" i="1" dirty="0"/>
              <a:t> – </a:t>
            </a:r>
            <a:r>
              <a:rPr lang="en-US" sz="2400" i="1" dirty="0" err="1"/>
              <a:t>Zj</a:t>
            </a:r>
            <a:r>
              <a:rPr lang="en-US" sz="2400" i="1" dirty="0"/>
              <a:t> &gt;= 0 </a:t>
            </a:r>
          </a:p>
        </p:txBody>
      </p:sp>
    </p:spTree>
    <p:extLst>
      <p:ext uri="{BB962C8B-B14F-4D97-AF65-F5344CB8AC3E}">
        <p14:creationId xmlns:p14="http://schemas.microsoft.com/office/powerpoint/2010/main" val="417666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/>
      <p:bldP spid="7" grpId="1"/>
      <p:bldP spid="9" grpId="0"/>
      <p:bldP spid="11" grpId="0"/>
      <p:bldP spid="12" grpId="0"/>
      <p:bldP spid="13" grpId="0"/>
      <p:bldP spid="13" grpId="1"/>
      <p:bldP spid="22" grpId="0"/>
      <p:bldP spid="23" grpId="0"/>
      <p:bldP spid="24" grpId="0"/>
      <p:bldP spid="25" grpId="0"/>
      <p:bldP spid="26" grpId="0"/>
      <p:bldP spid="26" grpId="1"/>
      <p:bldP spid="27" grpId="0"/>
      <p:bldP spid="28" grpId="0"/>
      <p:bldP spid="30" grpId="0"/>
      <p:bldP spid="30" grpId="1"/>
      <p:bldP spid="31" grpId="0"/>
      <p:bldP spid="32" grpId="0"/>
      <p:bldP spid="33" grpId="0"/>
      <p:bldP spid="29" grpId="0"/>
      <p:bldP spid="2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0E3D156-D755-4C84-95B4-EB4D8B9D9C4C}"/>
              </a:ext>
            </a:extLst>
          </p:cNvPr>
          <p:cNvSpPr/>
          <p:nvPr/>
        </p:nvSpPr>
        <p:spPr>
          <a:xfrm>
            <a:off x="3943342" y="803864"/>
            <a:ext cx="806911" cy="4368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C7C950D-7DDC-43E5-8DF6-67B7CADB0E0C}"/>
              </a:ext>
            </a:extLst>
          </p:cNvPr>
          <p:cNvSpPr/>
          <p:nvPr/>
        </p:nvSpPr>
        <p:spPr>
          <a:xfrm>
            <a:off x="2516272" y="3093332"/>
            <a:ext cx="8339877" cy="7188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BB35744C-43D8-4F6D-8875-6E65C417A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535179"/>
              </p:ext>
            </p:extLst>
          </p:nvPr>
        </p:nvGraphicFramePr>
        <p:xfrm>
          <a:off x="671126" y="1227657"/>
          <a:ext cx="9681930" cy="35765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102">
                  <a:extLst>
                    <a:ext uri="{9D8B030D-6E8A-4147-A177-3AD203B41FA5}">
                      <a16:colId xmlns:a16="http://schemas.microsoft.com/office/drawing/2014/main" val="2905360103"/>
                    </a:ext>
                  </a:extLst>
                </a:gridCol>
                <a:gridCol w="926697">
                  <a:extLst>
                    <a:ext uri="{9D8B030D-6E8A-4147-A177-3AD203B41FA5}">
                      <a16:colId xmlns:a16="http://schemas.microsoft.com/office/drawing/2014/main" val="3101827574"/>
                    </a:ext>
                  </a:extLst>
                </a:gridCol>
                <a:gridCol w="703506">
                  <a:extLst>
                    <a:ext uri="{9D8B030D-6E8A-4147-A177-3AD203B41FA5}">
                      <a16:colId xmlns:a16="http://schemas.microsoft.com/office/drawing/2014/main" val="3349711521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36187625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3236378667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96816014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197691529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336802328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1817267311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422073343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803208443"/>
                    </a:ext>
                  </a:extLst>
                </a:gridCol>
                <a:gridCol w="715809">
                  <a:extLst>
                    <a:ext uri="{9D8B030D-6E8A-4147-A177-3AD203B41FA5}">
                      <a16:colId xmlns:a16="http://schemas.microsoft.com/office/drawing/2014/main" val="2486267553"/>
                    </a:ext>
                  </a:extLst>
                </a:gridCol>
              </a:tblGrid>
              <a:tr h="6654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Cj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Ratio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236699"/>
                  </a:ext>
                </a:extLst>
              </a:tr>
              <a:tr h="70861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Basic </a:t>
                      </a:r>
                      <a:r>
                        <a:rPr lang="en-US" b="1" dirty="0" err="1"/>
                        <a:t>Varibls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453594"/>
                  </a:ext>
                </a:extLst>
              </a:tr>
              <a:tr h="6204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387229"/>
                  </a:ext>
                </a:extLst>
              </a:tr>
              <a:tr h="49348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384561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9505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745653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0104F68-A9B6-4A9C-BD18-0301D1C82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403" y="188563"/>
            <a:ext cx="8596668" cy="78377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Continue</a:t>
            </a:r>
          </a:p>
        </p:txBody>
      </p:sp>
      <p:sp>
        <p:nvSpPr>
          <p:cNvPr id="36" name="Speech Bubble: Oval 35">
            <a:extLst>
              <a:ext uri="{FF2B5EF4-FFF2-40B4-BE49-F238E27FC236}">
                <a16:creationId xmlns:a16="http://schemas.microsoft.com/office/drawing/2014/main" id="{A6497848-C7BB-4098-BD72-D362F150640F}"/>
              </a:ext>
            </a:extLst>
          </p:cNvPr>
          <p:cNvSpPr/>
          <p:nvPr/>
        </p:nvSpPr>
        <p:spPr>
          <a:xfrm>
            <a:off x="1966547" y="187298"/>
            <a:ext cx="2066919" cy="657365"/>
          </a:xfrm>
          <a:prstGeom prst="wedgeEllipseCallout">
            <a:avLst>
              <a:gd name="adj1" fmla="val 44189"/>
              <a:gd name="adj2" fmla="val 578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Key Column</a:t>
            </a:r>
          </a:p>
        </p:txBody>
      </p:sp>
      <p:sp>
        <p:nvSpPr>
          <p:cNvPr id="37" name="Speech Bubble: Oval 36">
            <a:extLst>
              <a:ext uri="{FF2B5EF4-FFF2-40B4-BE49-F238E27FC236}">
                <a16:creationId xmlns:a16="http://schemas.microsoft.com/office/drawing/2014/main" id="{E4BDBA9D-10F8-471A-AAC8-D39307800645}"/>
              </a:ext>
            </a:extLst>
          </p:cNvPr>
          <p:cNvSpPr/>
          <p:nvPr/>
        </p:nvSpPr>
        <p:spPr>
          <a:xfrm>
            <a:off x="9888443" y="1896628"/>
            <a:ext cx="2066919" cy="503085"/>
          </a:xfrm>
          <a:prstGeom prst="wedgeEllipseCallout">
            <a:avLst>
              <a:gd name="adj1" fmla="val -22219"/>
              <a:gd name="adj2" fmla="val 1182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Key Row</a:t>
            </a:r>
          </a:p>
        </p:txBody>
      </p:sp>
      <p:sp>
        <p:nvSpPr>
          <p:cNvPr id="38" name="Speech Bubble: Oval 37">
            <a:extLst>
              <a:ext uri="{FF2B5EF4-FFF2-40B4-BE49-F238E27FC236}">
                <a16:creationId xmlns:a16="http://schemas.microsoft.com/office/drawing/2014/main" id="{A8E9DFAA-1014-4C29-86EA-C17EB23CBF8E}"/>
              </a:ext>
            </a:extLst>
          </p:cNvPr>
          <p:cNvSpPr/>
          <p:nvPr/>
        </p:nvSpPr>
        <p:spPr>
          <a:xfrm>
            <a:off x="9161028" y="4952949"/>
            <a:ext cx="2233832" cy="928914"/>
          </a:xfrm>
          <a:prstGeom prst="wedgeEllipseCallout">
            <a:avLst>
              <a:gd name="adj1" fmla="val -250778"/>
              <a:gd name="adj2" fmla="val -19214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Key Element</a:t>
            </a:r>
          </a:p>
        </p:txBody>
      </p:sp>
      <p:sp>
        <p:nvSpPr>
          <p:cNvPr id="53" name="Speech Bubble: Oval 52">
            <a:extLst>
              <a:ext uri="{FF2B5EF4-FFF2-40B4-BE49-F238E27FC236}">
                <a16:creationId xmlns:a16="http://schemas.microsoft.com/office/drawing/2014/main" id="{5AED39E9-5BA2-4F25-919A-A073CBCBCAA2}"/>
              </a:ext>
            </a:extLst>
          </p:cNvPr>
          <p:cNvSpPr/>
          <p:nvPr/>
        </p:nvSpPr>
        <p:spPr>
          <a:xfrm>
            <a:off x="9246071" y="297227"/>
            <a:ext cx="2233832" cy="928914"/>
          </a:xfrm>
          <a:prstGeom prst="wedgeEllipseCallout">
            <a:avLst>
              <a:gd name="adj1" fmla="val -252577"/>
              <a:gd name="adj2" fmla="val 1447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Entering Variable</a:t>
            </a:r>
          </a:p>
        </p:txBody>
      </p:sp>
      <p:sp>
        <p:nvSpPr>
          <p:cNvPr id="54" name="Speech Bubble: Oval 53">
            <a:extLst>
              <a:ext uri="{FF2B5EF4-FFF2-40B4-BE49-F238E27FC236}">
                <a16:creationId xmlns:a16="http://schemas.microsoft.com/office/drawing/2014/main" id="{345FB632-B7E7-4266-8279-8F37EE22E86D}"/>
              </a:ext>
            </a:extLst>
          </p:cNvPr>
          <p:cNvSpPr/>
          <p:nvPr/>
        </p:nvSpPr>
        <p:spPr>
          <a:xfrm>
            <a:off x="959954" y="5559377"/>
            <a:ext cx="2233832" cy="928914"/>
          </a:xfrm>
          <a:prstGeom prst="wedgeEllipseCallout">
            <a:avLst>
              <a:gd name="adj1" fmla="val 954"/>
              <a:gd name="adj2" fmla="val -2636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Leaving Variable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E001A9F-5836-452C-94C3-EE0B5B0132F5}"/>
              </a:ext>
            </a:extLst>
          </p:cNvPr>
          <p:cNvCxnSpPr/>
          <p:nvPr/>
        </p:nvCxnSpPr>
        <p:spPr>
          <a:xfrm>
            <a:off x="1628093" y="1736348"/>
            <a:ext cx="6821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E4529B0-81A6-44A5-8B6D-7DC956BF824E}"/>
              </a:ext>
            </a:extLst>
          </p:cNvPr>
          <p:cNvCxnSpPr>
            <a:cxnSpLocks/>
          </p:cNvCxnSpPr>
          <p:nvPr/>
        </p:nvCxnSpPr>
        <p:spPr>
          <a:xfrm>
            <a:off x="830256" y="1431547"/>
            <a:ext cx="0" cy="3048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8F783B75-ABE7-416B-9F6F-C4B692DD0E15}"/>
              </a:ext>
            </a:extLst>
          </p:cNvPr>
          <p:cNvSpPr/>
          <p:nvPr/>
        </p:nvSpPr>
        <p:spPr>
          <a:xfrm>
            <a:off x="3182898" y="1284398"/>
            <a:ext cx="56516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7       15         20        0         0         M        </a:t>
            </a:r>
            <a:r>
              <a:rPr lang="en-US" sz="2400" i="1" dirty="0" err="1"/>
              <a:t>M</a:t>
            </a:r>
            <a:endParaRPr lang="en-US" sz="2400" i="1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21522B1-6197-4A3A-86CD-1D3962D97CA6}"/>
              </a:ext>
            </a:extLst>
          </p:cNvPr>
          <p:cNvSpPr/>
          <p:nvPr/>
        </p:nvSpPr>
        <p:spPr>
          <a:xfrm>
            <a:off x="3182899" y="1941909"/>
            <a:ext cx="60631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x1     x2         x3        s1        s2        a1       a2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C1A8B27-B9BC-4C6D-84ED-4E66DD495906}"/>
              </a:ext>
            </a:extLst>
          </p:cNvPr>
          <p:cNvSpPr/>
          <p:nvPr/>
        </p:nvSpPr>
        <p:spPr>
          <a:xfrm>
            <a:off x="3242098" y="2648483"/>
            <a:ext cx="6474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2        4          6         -1         0         1          0         24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A5F17D0-51B1-48DA-A46E-B1466CC2260E}"/>
              </a:ext>
            </a:extLst>
          </p:cNvPr>
          <p:cNvSpPr/>
          <p:nvPr/>
        </p:nvSpPr>
        <p:spPr>
          <a:xfrm>
            <a:off x="1747436" y="2628034"/>
            <a:ext cx="568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10AB71E-335C-4412-95F7-E054726A819C}"/>
              </a:ext>
            </a:extLst>
          </p:cNvPr>
          <p:cNvSpPr/>
          <p:nvPr/>
        </p:nvSpPr>
        <p:spPr>
          <a:xfrm>
            <a:off x="1715455" y="3147099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a2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A0F3F6E-CC79-4C3A-A09D-953B82D2756E}"/>
              </a:ext>
            </a:extLst>
          </p:cNvPr>
          <p:cNvSpPr/>
          <p:nvPr/>
        </p:nvSpPr>
        <p:spPr>
          <a:xfrm>
            <a:off x="1722436" y="3679022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FCFD2DA-35B3-43AF-AF51-1AFC211D57F6}"/>
              </a:ext>
            </a:extLst>
          </p:cNvPr>
          <p:cNvSpPr/>
          <p:nvPr/>
        </p:nvSpPr>
        <p:spPr>
          <a:xfrm>
            <a:off x="3110329" y="3835949"/>
            <a:ext cx="65472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5M   13M   12M      -M       -M       </a:t>
            </a:r>
            <a:r>
              <a:rPr lang="en-US" sz="2400" i="1" dirty="0" err="1"/>
              <a:t>M</a:t>
            </a:r>
            <a:r>
              <a:rPr lang="en-US" sz="2400" i="1" dirty="0"/>
              <a:t>        </a:t>
            </a:r>
            <a:r>
              <a:rPr lang="en-US" sz="2400" i="1" dirty="0" err="1"/>
              <a:t>M</a:t>
            </a:r>
            <a:r>
              <a:rPr lang="en-US" sz="2400" i="1" dirty="0"/>
              <a:t>       54M 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48429A5-E428-4803-B70B-05ACAE2E20BE}"/>
              </a:ext>
            </a:extLst>
          </p:cNvPr>
          <p:cNvSpPr/>
          <p:nvPr/>
        </p:nvSpPr>
        <p:spPr>
          <a:xfrm>
            <a:off x="1421771" y="4228039"/>
            <a:ext cx="1211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Cj</a:t>
            </a:r>
            <a:r>
              <a:rPr lang="en-US" sz="2400" i="1" dirty="0"/>
              <a:t> - </a:t>
            </a:r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4693C51-E749-4D8A-86F7-A715D31AB42A}"/>
              </a:ext>
            </a:extLst>
          </p:cNvPr>
          <p:cNvSpPr/>
          <p:nvPr/>
        </p:nvSpPr>
        <p:spPr>
          <a:xfrm>
            <a:off x="3110329" y="4283627"/>
            <a:ext cx="65472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/>
              <a:t> 7-5M  15-13M20-12M    M         </a:t>
            </a:r>
            <a:r>
              <a:rPr lang="en-US" sz="2000" i="1" dirty="0" err="1"/>
              <a:t>M</a:t>
            </a:r>
            <a:r>
              <a:rPr lang="en-US" sz="2000" i="1" dirty="0"/>
              <a:t>             0          0</a:t>
            </a:r>
            <a:r>
              <a:rPr lang="en-US" sz="2400" i="1" dirty="0"/>
              <a:t> </a:t>
            </a:r>
          </a:p>
        </p:txBody>
      </p:sp>
      <p:sp>
        <p:nvSpPr>
          <p:cNvPr id="61" name="Speech Bubble: Oval 60">
            <a:extLst>
              <a:ext uri="{FF2B5EF4-FFF2-40B4-BE49-F238E27FC236}">
                <a16:creationId xmlns:a16="http://schemas.microsoft.com/office/drawing/2014/main" id="{F2FEDD22-ED9B-4C98-A561-86E8C89191B8}"/>
              </a:ext>
            </a:extLst>
          </p:cNvPr>
          <p:cNvSpPr/>
          <p:nvPr/>
        </p:nvSpPr>
        <p:spPr>
          <a:xfrm>
            <a:off x="3335339" y="5642356"/>
            <a:ext cx="2066919" cy="657365"/>
          </a:xfrm>
          <a:prstGeom prst="wedgeEllipseCallout">
            <a:avLst>
              <a:gd name="adj1" fmla="val -2093"/>
              <a:gd name="adj2" fmla="val -1882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Most Negative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B6C688-197D-4D6B-BD21-50BCD865AA06}"/>
              </a:ext>
            </a:extLst>
          </p:cNvPr>
          <p:cNvGrpSpPr/>
          <p:nvPr/>
        </p:nvGrpSpPr>
        <p:grpSpPr>
          <a:xfrm>
            <a:off x="4429762" y="297227"/>
            <a:ext cx="4890182" cy="2334551"/>
            <a:chOff x="4429762" y="297227"/>
            <a:chExt cx="4890182" cy="2334551"/>
          </a:xfrm>
        </p:grpSpPr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6D95ECDD-07C4-4F7E-AB4B-C82DDF7E6D54}"/>
                </a:ext>
              </a:extLst>
            </p:cNvPr>
            <p:cNvCxnSpPr>
              <a:cxnSpLocks/>
            </p:cNvCxnSpPr>
            <p:nvPr/>
          </p:nvCxnSpPr>
          <p:spPr>
            <a:xfrm>
              <a:off x="9319944" y="723511"/>
              <a:ext cx="0" cy="190826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D356310-2194-4FCE-ADBB-9E6EBD9573F9}"/>
                </a:ext>
              </a:extLst>
            </p:cNvPr>
            <p:cNvCxnSpPr>
              <a:cxnSpLocks/>
            </p:cNvCxnSpPr>
            <p:nvPr/>
          </p:nvCxnSpPr>
          <p:spPr>
            <a:xfrm>
              <a:off x="4451167" y="723511"/>
              <a:ext cx="4868777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1ED678CB-E332-456D-A882-96D5C84887FB}"/>
                </a:ext>
              </a:extLst>
            </p:cNvPr>
            <p:cNvCxnSpPr>
              <a:cxnSpLocks/>
            </p:cNvCxnSpPr>
            <p:nvPr/>
          </p:nvCxnSpPr>
          <p:spPr>
            <a:xfrm>
              <a:off x="4429762" y="723511"/>
              <a:ext cx="0" cy="189997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7AC6175-0F44-4F93-BCEA-38AB032A9BEC}"/>
                </a:ext>
              </a:extLst>
            </p:cNvPr>
            <p:cNvSpPr/>
            <p:nvPr/>
          </p:nvSpPr>
          <p:spPr>
            <a:xfrm>
              <a:off x="6343753" y="297227"/>
              <a:ext cx="228599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i="1" dirty="0"/>
                <a:t>Ratio = 24 / 4</a:t>
              </a:r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96D678D1-F8D4-4720-B079-DC9F7D6CD485}"/>
              </a:ext>
            </a:extLst>
          </p:cNvPr>
          <p:cNvSpPr/>
          <p:nvPr/>
        </p:nvSpPr>
        <p:spPr>
          <a:xfrm>
            <a:off x="9743142" y="2651787"/>
            <a:ext cx="625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6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E92C878-2DDB-49EA-A4E4-D0F885757BC5}"/>
              </a:ext>
            </a:extLst>
          </p:cNvPr>
          <p:cNvSpPr/>
          <p:nvPr/>
        </p:nvSpPr>
        <p:spPr>
          <a:xfrm>
            <a:off x="9684481" y="3271359"/>
            <a:ext cx="9686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10 /3</a:t>
            </a:r>
          </a:p>
        </p:txBody>
      </p:sp>
      <p:sp>
        <p:nvSpPr>
          <p:cNvPr id="69" name="Speech Bubble: Oval 68">
            <a:extLst>
              <a:ext uri="{FF2B5EF4-FFF2-40B4-BE49-F238E27FC236}">
                <a16:creationId xmlns:a16="http://schemas.microsoft.com/office/drawing/2014/main" id="{3E812685-EEDA-450E-A401-E172F376531F}"/>
              </a:ext>
            </a:extLst>
          </p:cNvPr>
          <p:cNvSpPr/>
          <p:nvPr/>
        </p:nvSpPr>
        <p:spPr>
          <a:xfrm>
            <a:off x="10056130" y="4009458"/>
            <a:ext cx="2066919" cy="657365"/>
          </a:xfrm>
          <a:prstGeom prst="wedgeEllipseCallout">
            <a:avLst>
              <a:gd name="adj1" fmla="val -21831"/>
              <a:gd name="adj2" fmla="val -1048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Least Positive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35BACF5-C4D7-4024-A643-040FF0954C75}"/>
              </a:ext>
            </a:extLst>
          </p:cNvPr>
          <p:cNvSpPr/>
          <p:nvPr/>
        </p:nvSpPr>
        <p:spPr>
          <a:xfrm>
            <a:off x="3923568" y="3132208"/>
            <a:ext cx="806911" cy="628053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4F07D44-0E0B-4113-8BE3-F35F370BB314}"/>
              </a:ext>
            </a:extLst>
          </p:cNvPr>
          <p:cNvSpPr/>
          <p:nvPr/>
        </p:nvSpPr>
        <p:spPr>
          <a:xfrm>
            <a:off x="3110329" y="3213126"/>
            <a:ext cx="65472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3        9           6        0          -1         0         1         30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2D5A9FE-AB61-414A-9860-30998EB309EA}"/>
              </a:ext>
            </a:extLst>
          </p:cNvPr>
          <p:cNvSpPr/>
          <p:nvPr/>
        </p:nvSpPr>
        <p:spPr>
          <a:xfrm>
            <a:off x="953411" y="2725890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M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BC43734-ABDC-4998-9FEC-7AEEE369F3F4}"/>
              </a:ext>
            </a:extLst>
          </p:cNvPr>
          <p:cNvSpPr/>
          <p:nvPr/>
        </p:nvSpPr>
        <p:spPr>
          <a:xfrm>
            <a:off x="931197" y="3214776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1771976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5" grpId="0" animBg="1"/>
      <p:bldP spid="36" grpId="0" animBg="1"/>
      <p:bldP spid="37" grpId="0" animBg="1"/>
      <p:bldP spid="38" grpId="0" animBg="1"/>
      <p:bldP spid="53" grpId="0" animBg="1"/>
      <p:bldP spid="54" grpId="0" animBg="1"/>
      <p:bldP spid="61" grpId="0" animBg="1"/>
      <p:bldP spid="61" grpId="1" animBg="1"/>
      <p:bldP spid="67" grpId="0"/>
      <p:bldP spid="68" grpId="0"/>
      <p:bldP spid="69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Table 100">
            <a:extLst>
              <a:ext uri="{FF2B5EF4-FFF2-40B4-BE49-F238E27FC236}">
                <a16:creationId xmlns:a16="http://schemas.microsoft.com/office/drawing/2014/main" id="{770B5E12-9892-4D64-9061-6FE4FAA5BF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453625"/>
              </p:ext>
            </p:extLst>
          </p:nvPr>
        </p:nvGraphicFramePr>
        <p:xfrm>
          <a:off x="417016" y="1043897"/>
          <a:ext cx="9681930" cy="36024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102">
                  <a:extLst>
                    <a:ext uri="{9D8B030D-6E8A-4147-A177-3AD203B41FA5}">
                      <a16:colId xmlns:a16="http://schemas.microsoft.com/office/drawing/2014/main" val="2905360103"/>
                    </a:ext>
                  </a:extLst>
                </a:gridCol>
                <a:gridCol w="705607">
                  <a:extLst>
                    <a:ext uri="{9D8B030D-6E8A-4147-A177-3AD203B41FA5}">
                      <a16:colId xmlns:a16="http://schemas.microsoft.com/office/drawing/2014/main" val="3101827574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3349711521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36187625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3236378667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96816014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197691529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336802328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1817267311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422073343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803208443"/>
                    </a:ext>
                  </a:extLst>
                </a:gridCol>
                <a:gridCol w="715809">
                  <a:extLst>
                    <a:ext uri="{9D8B030D-6E8A-4147-A177-3AD203B41FA5}">
                      <a16:colId xmlns:a16="http://schemas.microsoft.com/office/drawing/2014/main" val="2486267553"/>
                    </a:ext>
                  </a:extLst>
                </a:gridCol>
              </a:tblGrid>
              <a:tr h="683403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 Bi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Cj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Ratio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236699"/>
                  </a:ext>
                </a:extLst>
              </a:tr>
              <a:tr h="65730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Basic </a:t>
                      </a:r>
                      <a:r>
                        <a:rPr lang="en-US" b="1" dirty="0" err="1"/>
                        <a:t>Varibls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453594"/>
                  </a:ext>
                </a:extLst>
              </a:tr>
              <a:tr h="63709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Row3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387229"/>
                  </a:ext>
                </a:extLst>
              </a:tr>
              <a:tr h="50676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Row4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384561"/>
                  </a:ext>
                </a:extLst>
              </a:tr>
              <a:tr h="58129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950504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745653"/>
                  </a:ext>
                </a:extLst>
              </a:tr>
            </a:tbl>
          </a:graphicData>
        </a:graphic>
      </p:graphicFrame>
      <p:grpSp>
        <p:nvGrpSpPr>
          <p:cNvPr id="52" name="Group 51">
            <a:extLst>
              <a:ext uri="{FF2B5EF4-FFF2-40B4-BE49-F238E27FC236}">
                <a16:creationId xmlns:a16="http://schemas.microsoft.com/office/drawing/2014/main" id="{A0978A2F-D17D-406F-8102-52238845344B}"/>
              </a:ext>
            </a:extLst>
          </p:cNvPr>
          <p:cNvGrpSpPr/>
          <p:nvPr/>
        </p:nvGrpSpPr>
        <p:grpSpPr>
          <a:xfrm>
            <a:off x="2892198" y="4113151"/>
            <a:ext cx="4062256" cy="742361"/>
            <a:chOff x="2892198" y="4113151"/>
            <a:chExt cx="4062256" cy="742361"/>
          </a:xfrm>
        </p:grpSpPr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91772C39-7B15-4CFB-85EF-E3B812C5145A}"/>
                </a:ext>
              </a:extLst>
            </p:cNvPr>
            <p:cNvSpPr/>
            <p:nvPr/>
          </p:nvSpPr>
          <p:spPr>
            <a:xfrm>
              <a:off x="4493902" y="4135882"/>
              <a:ext cx="793537" cy="67527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8D9F98BA-4F2B-41DC-9F20-D900363D9646}"/>
                </a:ext>
              </a:extLst>
            </p:cNvPr>
            <p:cNvSpPr/>
            <p:nvPr/>
          </p:nvSpPr>
          <p:spPr>
            <a:xfrm>
              <a:off x="6160917" y="4123058"/>
              <a:ext cx="793537" cy="73245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7B2C0208-0B6F-4288-81AD-2D37041298CD}"/>
                </a:ext>
              </a:extLst>
            </p:cNvPr>
            <p:cNvSpPr/>
            <p:nvPr/>
          </p:nvSpPr>
          <p:spPr>
            <a:xfrm>
              <a:off x="2892198" y="4113151"/>
              <a:ext cx="793537" cy="70608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CA13A2D-A075-4C2B-A750-697B9B58C50A}"/>
              </a:ext>
            </a:extLst>
          </p:cNvPr>
          <p:cNvGrpSpPr/>
          <p:nvPr/>
        </p:nvGrpSpPr>
        <p:grpSpPr>
          <a:xfrm>
            <a:off x="7772578" y="4751726"/>
            <a:ext cx="4317646" cy="1687187"/>
            <a:chOff x="7772578" y="4751726"/>
            <a:chExt cx="4317646" cy="1687187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91BA477-D85B-4A2B-993C-35C9301F1728}"/>
                </a:ext>
              </a:extLst>
            </p:cNvPr>
            <p:cNvSpPr/>
            <p:nvPr/>
          </p:nvSpPr>
          <p:spPr>
            <a:xfrm rot="21177071">
              <a:off x="7772578" y="5320260"/>
              <a:ext cx="4317646" cy="111865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B944D3FE-07FF-4AEA-91F9-C6880011E91E}"/>
                </a:ext>
              </a:extLst>
            </p:cNvPr>
            <p:cNvCxnSpPr>
              <a:cxnSpLocks/>
              <a:stCxn id="25" idx="7"/>
            </p:cNvCxnSpPr>
            <p:nvPr/>
          </p:nvCxnSpPr>
          <p:spPr>
            <a:xfrm rot="16200000" flipV="1">
              <a:off x="10264058" y="4165956"/>
              <a:ext cx="240179" cy="2027401"/>
            </a:xfrm>
            <a:prstGeom prst="bentConnector2">
              <a:avLst/>
            </a:prstGeom>
            <a:ln w="381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E856775-BFD4-46FA-A6E9-37E959A6D69D}"/>
                </a:ext>
              </a:extLst>
            </p:cNvPr>
            <p:cNvSpPr/>
            <p:nvPr/>
          </p:nvSpPr>
          <p:spPr>
            <a:xfrm>
              <a:off x="10030073" y="4751726"/>
              <a:ext cx="127435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i="1" dirty="0"/>
                <a:t>Row4 Value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1E3A721-98EA-4FA0-9C28-A1CD39FEB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565" y="261459"/>
            <a:ext cx="8596668" cy="653143"/>
          </a:xfrm>
        </p:spPr>
        <p:txBody>
          <a:bodyPr>
            <a:normAutofit fontScale="90000"/>
          </a:bodyPr>
          <a:lstStyle/>
          <a:p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First Iteration Table</a:t>
            </a:r>
          </a:p>
        </p:txBody>
      </p:sp>
      <p:pic>
        <p:nvPicPr>
          <p:cNvPr id="105" name="Content Placeholder 6">
            <a:extLst>
              <a:ext uri="{FF2B5EF4-FFF2-40B4-BE49-F238E27FC236}">
                <a16:creationId xmlns:a16="http://schemas.microsoft.com/office/drawing/2014/main" id="{7C0282D7-E7D7-427C-BC81-D8A1078220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7016" y="4819236"/>
            <a:ext cx="3694946" cy="190523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EC99875-9AF0-4886-A485-6408E5688E53}"/>
              </a:ext>
            </a:extLst>
          </p:cNvPr>
          <p:cNvSpPr/>
          <p:nvPr/>
        </p:nvSpPr>
        <p:spPr>
          <a:xfrm>
            <a:off x="2779350" y="2493433"/>
            <a:ext cx="7286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2/3       0        10/3    -1         4/9      1         **      32/3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FFA232A-849D-4437-BBEB-7BE53C96ADFE}"/>
              </a:ext>
            </a:extLst>
          </p:cNvPr>
          <p:cNvCxnSpPr/>
          <p:nvPr/>
        </p:nvCxnSpPr>
        <p:spPr>
          <a:xfrm>
            <a:off x="2069515" y="1605583"/>
            <a:ext cx="6821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61F6384-3A5B-4EF4-8160-760C6EB3F737}"/>
              </a:ext>
            </a:extLst>
          </p:cNvPr>
          <p:cNvCxnSpPr>
            <a:cxnSpLocks/>
          </p:cNvCxnSpPr>
          <p:nvPr/>
        </p:nvCxnSpPr>
        <p:spPr>
          <a:xfrm>
            <a:off x="1285464" y="1270915"/>
            <a:ext cx="0" cy="3048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8FA17C8-CCE7-4524-81D1-D9EE24287520}"/>
              </a:ext>
            </a:extLst>
          </p:cNvPr>
          <p:cNvSpPr/>
          <p:nvPr/>
        </p:nvSpPr>
        <p:spPr>
          <a:xfrm>
            <a:off x="2126205" y="2480018"/>
            <a:ext cx="568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a1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4D80A3-52AA-40D7-BF96-283CE79B7172}"/>
              </a:ext>
            </a:extLst>
          </p:cNvPr>
          <p:cNvSpPr/>
          <p:nvPr/>
        </p:nvSpPr>
        <p:spPr>
          <a:xfrm>
            <a:off x="2120942" y="3032888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x2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18C794-874C-4DA4-8A29-424487A9230B}"/>
              </a:ext>
            </a:extLst>
          </p:cNvPr>
          <p:cNvSpPr/>
          <p:nvPr/>
        </p:nvSpPr>
        <p:spPr>
          <a:xfrm>
            <a:off x="1291769" y="2445743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5B681E-3656-4A00-9807-625E3475FAB3}"/>
              </a:ext>
            </a:extLst>
          </p:cNvPr>
          <p:cNvSpPr/>
          <p:nvPr/>
        </p:nvSpPr>
        <p:spPr>
          <a:xfrm>
            <a:off x="1269994" y="3062601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B4120C-8249-4285-AB77-F6E157DCD137}"/>
              </a:ext>
            </a:extLst>
          </p:cNvPr>
          <p:cNvSpPr/>
          <p:nvPr/>
        </p:nvSpPr>
        <p:spPr>
          <a:xfrm>
            <a:off x="2873408" y="3011938"/>
            <a:ext cx="7286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1/3       1          2/3        0       -1/9      0         **      10/3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18A05F-790C-4E1E-B400-EDCCDC2A94E3}"/>
              </a:ext>
            </a:extLst>
          </p:cNvPr>
          <p:cNvSpPr/>
          <p:nvPr/>
        </p:nvSpPr>
        <p:spPr>
          <a:xfrm>
            <a:off x="2107916" y="3545214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B3CE8C-3079-4DC3-8E89-30279AD8187D}"/>
              </a:ext>
            </a:extLst>
          </p:cNvPr>
          <p:cNvSpPr/>
          <p:nvPr/>
        </p:nvSpPr>
        <p:spPr>
          <a:xfrm>
            <a:off x="2857930" y="3638898"/>
            <a:ext cx="74067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/>
              <a:t>2/3M+5     </a:t>
            </a:r>
            <a:r>
              <a:rPr lang="en-US" sz="2000" i="1" dirty="0"/>
              <a:t>15</a:t>
            </a:r>
            <a:r>
              <a:rPr lang="en-US" sz="1600" i="1" dirty="0"/>
              <a:t>        10/3M+10     </a:t>
            </a:r>
            <a:r>
              <a:rPr lang="en-US" sz="2000" i="1" dirty="0"/>
              <a:t>-M</a:t>
            </a:r>
            <a:r>
              <a:rPr lang="en-US" sz="1600" i="1" dirty="0"/>
              <a:t>       4/9M-5/3    </a:t>
            </a:r>
            <a:r>
              <a:rPr lang="en-US" sz="2000" i="1" dirty="0"/>
              <a:t>M</a:t>
            </a:r>
            <a:r>
              <a:rPr lang="en-US" sz="1600" i="1" dirty="0"/>
              <a:t>           </a:t>
            </a:r>
            <a:r>
              <a:rPr lang="en-US" sz="2000" i="1" dirty="0"/>
              <a:t>**        </a:t>
            </a:r>
            <a:r>
              <a:rPr lang="en-US" sz="1400" i="1" dirty="0"/>
              <a:t>32/3M+50</a:t>
            </a:r>
            <a:endParaRPr lang="en-US" sz="2400" i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012ECF-9413-4915-8D25-59DB59784865}"/>
              </a:ext>
            </a:extLst>
          </p:cNvPr>
          <p:cNvSpPr/>
          <p:nvPr/>
        </p:nvSpPr>
        <p:spPr>
          <a:xfrm>
            <a:off x="1804628" y="4100732"/>
            <a:ext cx="1211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Cj</a:t>
            </a:r>
            <a:r>
              <a:rPr lang="en-US" sz="2400" i="1" dirty="0"/>
              <a:t> - </a:t>
            </a:r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3CD066-D592-4CFC-8DEA-44455FE4A64F}"/>
              </a:ext>
            </a:extLst>
          </p:cNvPr>
          <p:cNvSpPr/>
          <p:nvPr/>
        </p:nvSpPr>
        <p:spPr>
          <a:xfrm>
            <a:off x="2854769" y="4248532"/>
            <a:ext cx="73050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/>
              <a:t>-2/3M+2     0        -10/3M+10    M        -4/9M+5/3     0            **     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62F9FD-4326-4132-BEB5-10A861ED6B6E}"/>
              </a:ext>
            </a:extLst>
          </p:cNvPr>
          <p:cNvCxnSpPr>
            <a:cxnSpLocks/>
          </p:cNvCxnSpPr>
          <p:nvPr/>
        </p:nvCxnSpPr>
        <p:spPr>
          <a:xfrm flipH="1">
            <a:off x="1815646" y="1601261"/>
            <a:ext cx="2273481" cy="154769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53EB4CC-E545-4AEE-8445-42BE998F9A19}"/>
              </a:ext>
            </a:extLst>
          </p:cNvPr>
          <p:cNvCxnSpPr>
            <a:cxnSpLocks/>
          </p:cNvCxnSpPr>
          <p:nvPr/>
        </p:nvCxnSpPr>
        <p:spPr>
          <a:xfrm flipH="1">
            <a:off x="2543295" y="2222402"/>
            <a:ext cx="1353456" cy="97299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6C944B3-AEA3-4F3F-876F-5B03D7DAA915}"/>
              </a:ext>
            </a:extLst>
          </p:cNvPr>
          <p:cNvSpPr/>
          <p:nvPr/>
        </p:nvSpPr>
        <p:spPr>
          <a:xfrm>
            <a:off x="4463103" y="4858325"/>
            <a:ext cx="56177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New x2 = old values / Key Element 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F3340CC-C3DD-410D-9685-CF87808382EB}"/>
              </a:ext>
            </a:extLst>
          </p:cNvPr>
          <p:cNvGrpSpPr/>
          <p:nvPr/>
        </p:nvGrpSpPr>
        <p:grpSpPr>
          <a:xfrm>
            <a:off x="4089127" y="5362061"/>
            <a:ext cx="7929492" cy="840812"/>
            <a:chOff x="4361171" y="5460537"/>
            <a:chExt cx="7662312" cy="840812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BE15270-EAD4-4C37-9392-384F4529EBF2}"/>
                </a:ext>
              </a:extLst>
            </p:cNvPr>
            <p:cNvSpPr/>
            <p:nvPr/>
          </p:nvSpPr>
          <p:spPr>
            <a:xfrm>
              <a:off x="4361171" y="5585546"/>
              <a:ext cx="253311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i="1" dirty="0"/>
                <a:t>New a1 </a:t>
              </a:r>
              <a:r>
                <a:rPr lang="en-US" sz="1600" i="1" dirty="0"/>
                <a:t>= Old Value –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8B411D7-F6EE-4C69-9A08-806CD592A4A5}"/>
                </a:ext>
              </a:extLst>
            </p:cNvPr>
            <p:cNvSpPr/>
            <p:nvPr/>
          </p:nvSpPr>
          <p:spPr>
            <a:xfrm>
              <a:off x="6667708" y="5460537"/>
              <a:ext cx="53557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i="1" dirty="0"/>
                <a:t>Corresponding Key Col Val X Corresponding Key Row Value  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E9D4F12-CBEE-48B4-B482-76873BBAE090}"/>
                </a:ext>
              </a:extLst>
            </p:cNvPr>
            <p:cNvCxnSpPr/>
            <p:nvPr/>
          </p:nvCxnSpPr>
          <p:spPr>
            <a:xfrm>
              <a:off x="6750031" y="5862675"/>
              <a:ext cx="4963885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0B13492-252B-4498-9764-45E51064B8F0}"/>
                </a:ext>
              </a:extLst>
            </p:cNvPr>
            <p:cNvSpPr/>
            <p:nvPr/>
          </p:nvSpPr>
          <p:spPr>
            <a:xfrm>
              <a:off x="7910733" y="5962795"/>
              <a:ext cx="219120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i="1" dirty="0"/>
                <a:t>Key Element Value</a:t>
              </a:r>
            </a:p>
          </p:txBody>
        </p:sp>
      </p:grp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617C1D9-061A-40C5-B622-C93478A5F31D}"/>
              </a:ext>
            </a:extLst>
          </p:cNvPr>
          <p:cNvSpPr/>
          <p:nvPr/>
        </p:nvSpPr>
        <p:spPr>
          <a:xfrm>
            <a:off x="2873409" y="1843433"/>
            <a:ext cx="60631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x1         x2       x3        s1       s2        a1       a2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583237C-2886-4603-91E6-BC45C989AB71}"/>
              </a:ext>
            </a:extLst>
          </p:cNvPr>
          <p:cNvSpPr/>
          <p:nvPr/>
        </p:nvSpPr>
        <p:spPr>
          <a:xfrm>
            <a:off x="6972549" y="175813"/>
            <a:ext cx="43708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00FFFF"/>
                </a:highlight>
              </a:rPr>
              <a:t>Optimality Condition </a:t>
            </a:r>
            <a:r>
              <a:rPr lang="en-US" b="1" dirty="0"/>
              <a:t>For Minimization</a:t>
            </a:r>
          </a:p>
          <a:p>
            <a:r>
              <a:rPr lang="en-US" b="1" dirty="0"/>
              <a:t>All </a:t>
            </a:r>
            <a:r>
              <a:rPr lang="en-US" b="1" dirty="0" err="1"/>
              <a:t>Cj</a:t>
            </a:r>
            <a:r>
              <a:rPr lang="en-US" b="1" dirty="0"/>
              <a:t> – </a:t>
            </a:r>
            <a:r>
              <a:rPr lang="en-US" b="1" dirty="0" err="1"/>
              <a:t>Zj</a:t>
            </a:r>
            <a:r>
              <a:rPr lang="en-US" b="1" dirty="0"/>
              <a:t> &gt;= 0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3B0EDA3-5E35-4F25-9CAB-20086E964FB8}"/>
              </a:ext>
            </a:extLst>
          </p:cNvPr>
          <p:cNvGrpSpPr/>
          <p:nvPr/>
        </p:nvGrpSpPr>
        <p:grpSpPr>
          <a:xfrm>
            <a:off x="2195167" y="84661"/>
            <a:ext cx="5925251" cy="1035311"/>
            <a:chOff x="2195167" y="84661"/>
            <a:chExt cx="5925251" cy="1035311"/>
          </a:xfrm>
        </p:grpSpPr>
        <p:sp>
          <p:nvSpPr>
            <p:cNvPr id="39" name="Speech Bubble: Rectangle 38">
              <a:extLst>
                <a:ext uri="{FF2B5EF4-FFF2-40B4-BE49-F238E27FC236}">
                  <a16:creationId xmlns:a16="http://schemas.microsoft.com/office/drawing/2014/main" id="{0F83EA6B-46ED-44E0-8FFD-49765EE7D718}"/>
                </a:ext>
              </a:extLst>
            </p:cNvPr>
            <p:cNvSpPr/>
            <p:nvPr/>
          </p:nvSpPr>
          <p:spPr>
            <a:xfrm>
              <a:off x="2195167" y="84661"/>
              <a:ext cx="5925251" cy="1035311"/>
            </a:xfrm>
            <a:prstGeom prst="wedgeRectCallout">
              <a:avLst>
                <a:gd name="adj1" fmla="val -31911"/>
                <a:gd name="adj2" fmla="val 17815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i="1" dirty="0">
                  <a:solidFill>
                    <a:schemeClr val="tx1"/>
                  </a:solidFill>
                </a:rPr>
                <a:t>New a1 = 2 -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4EA552D-DC02-4159-A949-F34587C89522}"/>
                </a:ext>
              </a:extLst>
            </p:cNvPr>
            <p:cNvSpPr/>
            <p:nvPr/>
          </p:nvSpPr>
          <p:spPr>
            <a:xfrm>
              <a:off x="3724690" y="437040"/>
              <a:ext cx="112108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i="1" dirty="0"/>
                <a:t>4 x 1/3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D3DF9AF-D93B-489A-8AB2-2E484684FB4A}"/>
                </a:ext>
              </a:extLst>
            </p:cNvPr>
            <p:cNvSpPr/>
            <p:nvPr/>
          </p:nvSpPr>
          <p:spPr>
            <a:xfrm>
              <a:off x="4573796" y="422441"/>
              <a:ext cx="121364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i="1" dirty="0"/>
                <a:t>: 2 – 4/3 </a:t>
              </a:r>
              <a:endParaRPr lang="en-US" sz="1600" b="1" i="1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63F9A85-1B94-4162-AF4D-C25033D80DF0}"/>
                </a:ext>
              </a:extLst>
            </p:cNvPr>
            <p:cNvSpPr/>
            <p:nvPr/>
          </p:nvSpPr>
          <p:spPr>
            <a:xfrm>
              <a:off x="5679527" y="409839"/>
              <a:ext cx="144574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i="1" dirty="0"/>
                <a:t>: (6 – 4 ) / 3 </a:t>
              </a:r>
              <a:endParaRPr lang="en-US" sz="1600" b="1" i="1" dirty="0"/>
            </a:p>
          </p:txBody>
        </p:sp>
        <p:sp>
          <p:nvSpPr>
            <p:cNvPr id="59" name="Left Bracket 58">
              <a:extLst>
                <a:ext uri="{FF2B5EF4-FFF2-40B4-BE49-F238E27FC236}">
                  <a16:creationId xmlns:a16="http://schemas.microsoft.com/office/drawing/2014/main" id="{CC285CF8-6DC8-45EA-B439-F2D39ECBAF30}"/>
                </a:ext>
              </a:extLst>
            </p:cNvPr>
            <p:cNvSpPr/>
            <p:nvPr/>
          </p:nvSpPr>
          <p:spPr>
            <a:xfrm>
              <a:off x="3696062" y="194722"/>
              <a:ext cx="167698" cy="804946"/>
            </a:xfrm>
            <a:prstGeom prst="leftBracket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Left Bracket 59">
              <a:extLst>
                <a:ext uri="{FF2B5EF4-FFF2-40B4-BE49-F238E27FC236}">
                  <a16:creationId xmlns:a16="http://schemas.microsoft.com/office/drawing/2014/main" id="{54FBDDB1-7769-454C-A968-A9322E66CAB3}"/>
                </a:ext>
              </a:extLst>
            </p:cNvPr>
            <p:cNvSpPr/>
            <p:nvPr/>
          </p:nvSpPr>
          <p:spPr>
            <a:xfrm rot="10800000">
              <a:off x="4518209" y="183346"/>
              <a:ext cx="129516" cy="815253"/>
            </a:xfrm>
            <a:prstGeom prst="leftBracket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C68B35B-D13A-4FCE-8440-552CE3FE03D4}"/>
                </a:ext>
              </a:extLst>
            </p:cNvPr>
            <p:cNvSpPr/>
            <p:nvPr/>
          </p:nvSpPr>
          <p:spPr>
            <a:xfrm>
              <a:off x="7045153" y="389168"/>
              <a:ext cx="84325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i="1" dirty="0"/>
                <a:t>: 2/3</a:t>
              </a:r>
              <a:endParaRPr lang="en-US" sz="1600" b="1" i="1" dirty="0"/>
            </a:p>
          </p:txBody>
        </p:sp>
      </p:grp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EC94D3A-451E-4884-8750-920542A92D33}"/>
              </a:ext>
            </a:extLst>
          </p:cNvPr>
          <p:cNvSpPr/>
          <p:nvPr/>
        </p:nvSpPr>
        <p:spPr>
          <a:xfrm>
            <a:off x="2961594" y="1185633"/>
            <a:ext cx="56516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7          15        20      0        0           M       </a:t>
            </a:r>
            <a:r>
              <a:rPr lang="en-US" sz="2400" i="1" dirty="0" err="1"/>
              <a:t>M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714502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7" grpId="0"/>
      <p:bldP spid="4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A2230406-679D-46AA-A618-AA17F9AA5204}"/>
              </a:ext>
            </a:extLst>
          </p:cNvPr>
          <p:cNvSpPr/>
          <p:nvPr/>
        </p:nvSpPr>
        <p:spPr>
          <a:xfrm>
            <a:off x="2712174" y="2347253"/>
            <a:ext cx="8339877" cy="7188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2BA2823-CD00-4A76-AB7D-B9798A973081}"/>
              </a:ext>
            </a:extLst>
          </p:cNvPr>
          <p:cNvSpPr/>
          <p:nvPr/>
        </p:nvSpPr>
        <p:spPr>
          <a:xfrm>
            <a:off x="4472595" y="723008"/>
            <a:ext cx="806911" cy="4368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1" name="Table 100">
            <a:extLst>
              <a:ext uri="{FF2B5EF4-FFF2-40B4-BE49-F238E27FC236}">
                <a16:creationId xmlns:a16="http://schemas.microsoft.com/office/drawing/2014/main" id="{770B5E12-9892-4D64-9061-6FE4FAA5BF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304959"/>
              </p:ext>
            </p:extLst>
          </p:nvPr>
        </p:nvGraphicFramePr>
        <p:xfrm>
          <a:off x="417016" y="1043897"/>
          <a:ext cx="9681930" cy="36024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102">
                  <a:extLst>
                    <a:ext uri="{9D8B030D-6E8A-4147-A177-3AD203B41FA5}">
                      <a16:colId xmlns:a16="http://schemas.microsoft.com/office/drawing/2014/main" val="2905360103"/>
                    </a:ext>
                  </a:extLst>
                </a:gridCol>
                <a:gridCol w="705607">
                  <a:extLst>
                    <a:ext uri="{9D8B030D-6E8A-4147-A177-3AD203B41FA5}">
                      <a16:colId xmlns:a16="http://schemas.microsoft.com/office/drawing/2014/main" val="3101827574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3349711521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36187625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3236378667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96816014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197691529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336802328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1817267311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422073343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803208443"/>
                    </a:ext>
                  </a:extLst>
                </a:gridCol>
                <a:gridCol w="715809">
                  <a:extLst>
                    <a:ext uri="{9D8B030D-6E8A-4147-A177-3AD203B41FA5}">
                      <a16:colId xmlns:a16="http://schemas.microsoft.com/office/drawing/2014/main" val="2486267553"/>
                    </a:ext>
                  </a:extLst>
                </a:gridCol>
              </a:tblGrid>
              <a:tr h="683403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 Bi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Cj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Ratio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236699"/>
                  </a:ext>
                </a:extLst>
              </a:tr>
              <a:tr h="65730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Basic </a:t>
                      </a:r>
                      <a:r>
                        <a:rPr lang="en-US" b="1" dirty="0" err="1"/>
                        <a:t>Varibls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453594"/>
                  </a:ext>
                </a:extLst>
              </a:tr>
              <a:tr h="63709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Row3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387229"/>
                  </a:ext>
                </a:extLst>
              </a:tr>
              <a:tr h="50676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Row4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384561"/>
                  </a:ext>
                </a:extLst>
              </a:tr>
              <a:tr h="58129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950504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745653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1E3A721-98EA-4FA0-9C28-A1CD39FEB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246" y="156946"/>
            <a:ext cx="8596668" cy="653143"/>
          </a:xfrm>
        </p:spPr>
        <p:txBody>
          <a:bodyPr>
            <a:normAutofit fontScale="90000"/>
          </a:bodyPr>
          <a:lstStyle/>
          <a:p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Iteration Table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C99875-9AF0-4886-A485-6408E5688E53}"/>
              </a:ext>
            </a:extLst>
          </p:cNvPr>
          <p:cNvSpPr/>
          <p:nvPr/>
        </p:nvSpPr>
        <p:spPr>
          <a:xfrm>
            <a:off x="2779350" y="2493433"/>
            <a:ext cx="6591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2/3     0     10/3   -1      4/9     1      **     32/3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FFA232A-849D-4437-BBEB-7BE53C96ADFE}"/>
              </a:ext>
            </a:extLst>
          </p:cNvPr>
          <p:cNvCxnSpPr/>
          <p:nvPr/>
        </p:nvCxnSpPr>
        <p:spPr>
          <a:xfrm>
            <a:off x="2069515" y="1605583"/>
            <a:ext cx="6821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61F6384-3A5B-4EF4-8160-760C6EB3F737}"/>
              </a:ext>
            </a:extLst>
          </p:cNvPr>
          <p:cNvCxnSpPr>
            <a:cxnSpLocks/>
          </p:cNvCxnSpPr>
          <p:nvPr/>
        </p:nvCxnSpPr>
        <p:spPr>
          <a:xfrm>
            <a:off x="1285464" y="1270915"/>
            <a:ext cx="0" cy="3048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8FA17C8-CCE7-4524-81D1-D9EE24287520}"/>
              </a:ext>
            </a:extLst>
          </p:cNvPr>
          <p:cNvSpPr/>
          <p:nvPr/>
        </p:nvSpPr>
        <p:spPr>
          <a:xfrm>
            <a:off x="2126205" y="2480018"/>
            <a:ext cx="568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a1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4D80A3-52AA-40D7-BF96-283CE79B7172}"/>
              </a:ext>
            </a:extLst>
          </p:cNvPr>
          <p:cNvSpPr/>
          <p:nvPr/>
        </p:nvSpPr>
        <p:spPr>
          <a:xfrm>
            <a:off x="2120942" y="3032888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x2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18C794-874C-4DA4-8A29-424487A9230B}"/>
              </a:ext>
            </a:extLst>
          </p:cNvPr>
          <p:cNvSpPr/>
          <p:nvPr/>
        </p:nvSpPr>
        <p:spPr>
          <a:xfrm>
            <a:off x="1291769" y="2445743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5B681E-3656-4A00-9807-625E3475FAB3}"/>
              </a:ext>
            </a:extLst>
          </p:cNvPr>
          <p:cNvSpPr/>
          <p:nvPr/>
        </p:nvSpPr>
        <p:spPr>
          <a:xfrm>
            <a:off x="1269994" y="3062601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B4120C-8249-4285-AB77-F6E157DCD137}"/>
              </a:ext>
            </a:extLst>
          </p:cNvPr>
          <p:cNvSpPr/>
          <p:nvPr/>
        </p:nvSpPr>
        <p:spPr>
          <a:xfrm>
            <a:off x="2873408" y="3011938"/>
            <a:ext cx="7286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1/3     1      2/3     0    -1/9      0      **    10/3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18A05F-790C-4E1E-B400-EDCCDC2A94E3}"/>
              </a:ext>
            </a:extLst>
          </p:cNvPr>
          <p:cNvSpPr/>
          <p:nvPr/>
        </p:nvSpPr>
        <p:spPr>
          <a:xfrm>
            <a:off x="2107916" y="3545214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B3CE8C-3079-4DC3-8E89-30279AD8187D}"/>
              </a:ext>
            </a:extLst>
          </p:cNvPr>
          <p:cNvSpPr/>
          <p:nvPr/>
        </p:nvSpPr>
        <p:spPr>
          <a:xfrm>
            <a:off x="2857930" y="3638898"/>
            <a:ext cx="74067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/>
              <a:t>2/3M+5     </a:t>
            </a:r>
            <a:r>
              <a:rPr lang="en-US" sz="2000" i="1" dirty="0"/>
              <a:t>15</a:t>
            </a:r>
            <a:r>
              <a:rPr lang="en-US" sz="1600" i="1" dirty="0"/>
              <a:t>       10/3M+10    </a:t>
            </a:r>
            <a:r>
              <a:rPr lang="en-US" sz="2000" i="1" dirty="0"/>
              <a:t>-M</a:t>
            </a:r>
            <a:r>
              <a:rPr lang="en-US" sz="1600" i="1" dirty="0"/>
              <a:t>       4/9M-5/3     </a:t>
            </a:r>
            <a:r>
              <a:rPr lang="en-US" sz="2000" i="1" dirty="0"/>
              <a:t>M</a:t>
            </a:r>
            <a:r>
              <a:rPr lang="en-US" sz="1600" i="1" dirty="0"/>
              <a:t>          </a:t>
            </a:r>
            <a:r>
              <a:rPr lang="en-US" sz="2000" i="1" dirty="0"/>
              <a:t>**         </a:t>
            </a:r>
            <a:r>
              <a:rPr lang="en-US" sz="1400" i="1" dirty="0"/>
              <a:t>32/3M+50</a:t>
            </a:r>
            <a:endParaRPr lang="en-US" sz="2400" i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012ECF-9413-4915-8D25-59DB59784865}"/>
              </a:ext>
            </a:extLst>
          </p:cNvPr>
          <p:cNvSpPr/>
          <p:nvPr/>
        </p:nvSpPr>
        <p:spPr>
          <a:xfrm>
            <a:off x="1804628" y="4100732"/>
            <a:ext cx="1211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Cj</a:t>
            </a:r>
            <a:r>
              <a:rPr lang="en-US" sz="2400" i="1" dirty="0"/>
              <a:t> - </a:t>
            </a:r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3CD066-D592-4CFC-8DEA-44455FE4A64F}"/>
              </a:ext>
            </a:extLst>
          </p:cNvPr>
          <p:cNvSpPr/>
          <p:nvPr/>
        </p:nvSpPr>
        <p:spPr>
          <a:xfrm>
            <a:off x="2814513" y="4204303"/>
            <a:ext cx="73050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/>
              <a:t>-2/3M+2     0         -10/3M+10     M        -4/9M+5/3     0            **      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EC94D3A-451E-4884-8750-920542A92D33}"/>
              </a:ext>
            </a:extLst>
          </p:cNvPr>
          <p:cNvSpPr/>
          <p:nvPr/>
        </p:nvSpPr>
        <p:spPr>
          <a:xfrm>
            <a:off x="2873408" y="1185922"/>
            <a:ext cx="56516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7       15      20      0       0       M      </a:t>
            </a:r>
            <a:r>
              <a:rPr lang="en-US" sz="2400" i="1" dirty="0" err="1"/>
              <a:t>M</a:t>
            </a:r>
            <a:endParaRPr lang="en-US" sz="2400" i="1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617C1D9-061A-40C5-B622-C93478A5F31D}"/>
              </a:ext>
            </a:extLst>
          </p:cNvPr>
          <p:cNvSpPr/>
          <p:nvPr/>
        </p:nvSpPr>
        <p:spPr>
          <a:xfrm>
            <a:off x="2873409" y="1843433"/>
            <a:ext cx="60631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x1     x2       x3    s1       s2     a1     a2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BCE2C9A-7D01-465C-A325-7350D207CADB}"/>
              </a:ext>
            </a:extLst>
          </p:cNvPr>
          <p:cNvSpPr/>
          <p:nvPr/>
        </p:nvSpPr>
        <p:spPr>
          <a:xfrm>
            <a:off x="9385748" y="2480018"/>
            <a:ext cx="7505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/>
              <a:t>16/5</a:t>
            </a:r>
            <a:endParaRPr lang="en-US" sz="2400" i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C8EBF37-C01E-4D88-983F-8D0E09CD2645}"/>
              </a:ext>
            </a:extLst>
          </p:cNvPr>
          <p:cNvSpPr/>
          <p:nvPr/>
        </p:nvSpPr>
        <p:spPr>
          <a:xfrm>
            <a:off x="9327914" y="3068463"/>
            <a:ext cx="7505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/>
              <a:t>   5</a:t>
            </a:r>
            <a:endParaRPr lang="en-US" sz="2400" i="1" dirty="0"/>
          </a:p>
        </p:txBody>
      </p:sp>
      <p:sp>
        <p:nvSpPr>
          <p:cNvPr id="42" name="Speech Bubble: Oval 41">
            <a:extLst>
              <a:ext uri="{FF2B5EF4-FFF2-40B4-BE49-F238E27FC236}">
                <a16:creationId xmlns:a16="http://schemas.microsoft.com/office/drawing/2014/main" id="{3B9F82C2-A9D8-4CCD-9F8D-88BE7E711AF2}"/>
              </a:ext>
            </a:extLst>
          </p:cNvPr>
          <p:cNvSpPr/>
          <p:nvPr/>
        </p:nvSpPr>
        <p:spPr>
          <a:xfrm>
            <a:off x="3838076" y="5535314"/>
            <a:ext cx="2066919" cy="657365"/>
          </a:xfrm>
          <a:prstGeom prst="wedgeEllipseCallout">
            <a:avLst>
              <a:gd name="adj1" fmla="val -2093"/>
              <a:gd name="adj2" fmla="val -1882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Most Negative</a:t>
            </a:r>
          </a:p>
        </p:txBody>
      </p:sp>
      <p:sp>
        <p:nvSpPr>
          <p:cNvPr id="43" name="Speech Bubble: Oval 42">
            <a:extLst>
              <a:ext uri="{FF2B5EF4-FFF2-40B4-BE49-F238E27FC236}">
                <a16:creationId xmlns:a16="http://schemas.microsoft.com/office/drawing/2014/main" id="{B2C2EAB1-E285-420C-8470-76EC5B6B2D0C}"/>
              </a:ext>
            </a:extLst>
          </p:cNvPr>
          <p:cNvSpPr/>
          <p:nvPr/>
        </p:nvSpPr>
        <p:spPr>
          <a:xfrm>
            <a:off x="10194969" y="3216531"/>
            <a:ext cx="1770886" cy="657365"/>
          </a:xfrm>
          <a:prstGeom prst="wedgeEllipseCallout">
            <a:avLst>
              <a:gd name="adj1" fmla="val -59962"/>
              <a:gd name="adj2" fmla="val -1198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Least Positive</a:t>
            </a:r>
          </a:p>
        </p:txBody>
      </p:sp>
    </p:spTree>
    <p:extLst>
      <p:ext uri="{BB962C8B-B14F-4D97-AF65-F5344CB8AC3E}">
        <p14:creationId xmlns:p14="http://schemas.microsoft.com/office/powerpoint/2010/main" val="2201415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0" grpId="0" animBg="1"/>
      <p:bldP spid="36" grpId="0"/>
      <p:bldP spid="37" grpId="0"/>
      <p:bldP spid="42" grpId="0" animBg="1"/>
      <p:bldP spid="42" grpId="1" animBg="1"/>
      <p:bldP spid="43" grpId="0" animBg="1"/>
      <p:bldP spid="43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Table 100">
            <a:extLst>
              <a:ext uri="{FF2B5EF4-FFF2-40B4-BE49-F238E27FC236}">
                <a16:creationId xmlns:a16="http://schemas.microsoft.com/office/drawing/2014/main" id="{770B5E12-9892-4D64-9061-6FE4FAA5BF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858804"/>
              </p:ext>
            </p:extLst>
          </p:nvPr>
        </p:nvGraphicFramePr>
        <p:xfrm>
          <a:off x="417016" y="1043897"/>
          <a:ext cx="9681930" cy="36024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102">
                  <a:extLst>
                    <a:ext uri="{9D8B030D-6E8A-4147-A177-3AD203B41FA5}">
                      <a16:colId xmlns:a16="http://schemas.microsoft.com/office/drawing/2014/main" val="2905360103"/>
                    </a:ext>
                  </a:extLst>
                </a:gridCol>
                <a:gridCol w="705607">
                  <a:extLst>
                    <a:ext uri="{9D8B030D-6E8A-4147-A177-3AD203B41FA5}">
                      <a16:colId xmlns:a16="http://schemas.microsoft.com/office/drawing/2014/main" val="3101827574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3349711521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36187625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3236378667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96816014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197691529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336802328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1817267311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422073343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803208443"/>
                    </a:ext>
                  </a:extLst>
                </a:gridCol>
                <a:gridCol w="715809">
                  <a:extLst>
                    <a:ext uri="{9D8B030D-6E8A-4147-A177-3AD203B41FA5}">
                      <a16:colId xmlns:a16="http://schemas.microsoft.com/office/drawing/2014/main" val="2486267553"/>
                    </a:ext>
                  </a:extLst>
                </a:gridCol>
              </a:tblGrid>
              <a:tr h="683403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 Bi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Cj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Ratio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236699"/>
                  </a:ext>
                </a:extLst>
              </a:tr>
              <a:tr h="65730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Basic </a:t>
                      </a:r>
                      <a:r>
                        <a:rPr lang="en-US" b="1" dirty="0" err="1"/>
                        <a:t>Varibls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453594"/>
                  </a:ext>
                </a:extLst>
              </a:tr>
              <a:tr h="63709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Row5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387229"/>
                  </a:ext>
                </a:extLst>
              </a:tr>
              <a:tr h="50676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Row6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384561"/>
                  </a:ext>
                </a:extLst>
              </a:tr>
              <a:tr h="58129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950504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745653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1E3A721-98EA-4FA0-9C28-A1CD39FEB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459" y="127465"/>
            <a:ext cx="8596668" cy="653143"/>
          </a:xfrm>
        </p:spPr>
        <p:txBody>
          <a:bodyPr>
            <a:normAutofit fontScale="90000"/>
          </a:bodyPr>
          <a:lstStyle/>
          <a:p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Iteration Table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C99875-9AF0-4886-A485-6408E5688E53}"/>
              </a:ext>
            </a:extLst>
          </p:cNvPr>
          <p:cNvSpPr/>
          <p:nvPr/>
        </p:nvSpPr>
        <p:spPr>
          <a:xfrm>
            <a:off x="2779350" y="2493433"/>
            <a:ext cx="6591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1/5     0        1     </a:t>
            </a:r>
            <a:r>
              <a:rPr lang="en-US" sz="2000" i="1" dirty="0"/>
              <a:t>-3/10</a:t>
            </a:r>
            <a:r>
              <a:rPr lang="en-US" sz="2400" i="1" dirty="0"/>
              <a:t>  </a:t>
            </a:r>
            <a:r>
              <a:rPr lang="en-US" sz="2000" i="1" dirty="0"/>
              <a:t>2/15</a:t>
            </a:r>
            <a:r>
              <a:rPr lang="en-US" sz="2400" i="1" dirty="0"/>
              <a:t>    **      **     16/5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FFA232A-849D-4437-BBEB-7BE53C96ADFE}"/>
              </a:ext>
            </a:extLst>
          </p:cNvPr>
          <p:cNvCxnSpPr/>
          <p:nvPr/>
        </p:nvCxnSpPr>
        <p:spPr>
          <a:xfrm>
            <a:off x="2069515" y="1605583"/>
            <a:ext cx="6821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61F6384-3A5B-4EF4-8160-760C6EB3F737}"/>
              </a:ext>
            </a:extLst>
          </p:cNvPr>
          <p:cNvCxnSpPr>
            <a:cxnSpLocks/>
          </p:cNvCxnSpPr>
          <p:nvPr/>
        </p:nvCxnSpPr>
        <p:spPr>
          <a:xfrm>
            <a:off x="1285464" y="1270915"/>
            <a:ext cx="0" cy="3048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8FA17C8-CCE7-4524-81D1-D9EE24287520}"/>
              </a:ext>
            </a:extLst>
          </p:cNvPr>
          <p:cNvSpPr/>
          <p:nvPr/>
        </p:nvSpPr>
        <p:spPr>
          <a:xfrm>
            <a:off x="2126205" y="2480018"/>
            <a:ext cx="568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x3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4D80A3-52AA-40D7-BF96-283CE79B7172}"/>
              </a:ext>
            </a:extLst>
          </p:cNvPr>
          <p:cNvSpPr/>
          <p:nvPr/>
        </p:nvSpPr>
        <p:spPr>
          <a:xfrm>
            <a:off x="2120942" y="3032888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x2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18C794-874C-4DA4-8A29-424487A9230B}"/>
              </a:ext>
            </a:extLst>
          </p:cNvPr>
          <p:cNvSpPr/>
          <p:nvPr/>
        </p:nvSpPr>
        <p:spPr>
          <a:xfrm>
            <a:off x="1291769" y="2445743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20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5B681E-3656-4A00-9807-625E3475FAB3}"/>
              </a:ext>
            </a:extLst>
          </p:cNvPr>
          <p:cNvSpPr/>
          <p:nvPr/>
        </p:nvSpPr>
        <p:spPr>
          <a:xfrm>
            <a:off x="1269994" y="3062601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B4120C-8249-4285-AB77-F6E157DCD137}"/>
              </a:ext>
            </a:extLst>
          </p:cNvPr>
          <p:cNvSpPr/>
          <p:nvPr/>
        </p:nvSpPr>
        <p:spPr>
          <a:xfrm>
            <a:off x="2873408" y="3011938"/>
            <a:ext cx="6591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1/5     1        0      1/5   -1/5   **      **      6/5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18A05F-790C-4E1E-B400-EDCCDC2A94E3}"/>
              </a:ext>
            </a:extLst>
          </p:cNvPr>
          <p:cNvSpPr/>
          <p:nvPr/>
        </p:nvSpPr>
        <p:spPr>
          <a:xfrm>
            <a:off x="2107916" y="3545214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B3CE8C-3079-4DC3-8E89-30279AD8187D}"/>
              </a:ext>
            </a:extLst>
          </p:cNvPr>
          <p:cNvSpPr/>
          <p:nvPr/>
        </p:nvSpPr>
        <p:spPr>
          <a:xfrm>
            <a:off x="2857930" y="3638898"/>
            <a:ext cx="74067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/>
              <a:t>   </a:t>
            </a:r>
            <a:r>
              <a:rPr lang="en-US" sz="2000" i="1" dirty="0"/>
              <a:t>7</a:t>
            </a:r>
            <a:r>
              <a:rPr lang="en-US" sz="1600" i="1" dirty="0"/>
              <a:t>          </a:t>
            </a:r>
            <a:r>
              <a:rPr lang="en-US" sz="2000" i="1" dirty="0"/>
              <a:t>15</a:t>
            </a:r>
            <a:r>
              <a:rPr lang="en-US" sz="1600" i="1" dirty="0"/>
              <a:t>         </a:t>
            </a:r>
            <a:r>
              <a:rPr lang="en-US" sz="2000" b="1" i="1" dirty="0"/>
              <a:t>20</a:t>
            </a:r>
            <a:r>
              <a:rPr lang="en-US" sz="1600" i="1" dirty="0"/>
              <a:t>          </a:t>
            </a:r>
            <a:r>
              <a:rPr lang="en-US" sz="2000" i="1" dirty="0"/>
              <a:t>-3</a:t>
            </a:r>
            <a:r>
              <a:rPr lang="en-US" sz="1600" i="1" dirty="0"/>
              <a:t>       </a:t>
            </a:r>
            <a:r>
              <a:rPr lang="en-US" sz="2000" i="1" dirty="0"/>
              <a:t>-1/3</a:t>
            </a:r>
            <a:r>
              <a:rPr lang="en-US" sz="1600" i="1" dirty="0"/>
              <a:t>        </a:t>
            </a:r>
            <a:r>
              <a:rPr lang="en-US" sz="2000" i="1" dirty="0"/>
              <a:t>**</a:t>
            </a:r>
            <a:r>
              <a:rPr lang="en-US" sz="1600" i="1" dirty="0"/>
              <a:t>          </a:t>
            </a:r>
            <a:r>
              <a:rPr lang="en-US" sz="2000" i="1" dirty="0"/>
              <a:t>**       82</a:t>
            </a:r>
            <a:endParaRPr lang="en-US" sz="2400" i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012ECF-9413-4915-8D25-59DB59784865}"/>
              </a:ext>
            </a:extLst>
          </p:cNvPr>
          <p:cNvSpPr/>
          <p:nvPr/>
        </p:nvSpPr>
        <p:spPr>
          <a:xfrm>
            <a:off x="1804628" y="4100732"/>
            <a:ext cx="1211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Cj</a:t>
            </a:r>
            <a:r>
              <a:rPr lang="en-US" sz="2400" i="1" dirty="0"/>
              <a:t> - </a:t>
            </a:r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3CD066-D592-4CFC-8DEA-44455FE4A64F}"/>
              </a:ext>
            </a:extLst>
          </p:cNvPr>
          <p:cNvSpPr/>
          <p:nvPr/>
        </p:nvSpPr>
        <p:spPr>
          <a:xfrm>
            <a:off x="2831204" y="4100732"/>
            <a:ext cx="73050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/>
              <a:t>   </a:t>
            </a:r>
            <a:r>
              <a:rPr lang="en-US" sz="2400" i="1" dirty="0"/>
              <a:t>0       0        0        3     1/3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EC94D3A-451E-4884-8750-920542A92D33}"/>
              </a:ext>
            </a:extLst>
          </p:cNvPr>
          <p:cNvSpPr/>
          <p:nvPr/>
        </p:nvSpPr>
        <p:spPr>
          <a:xfrm>
            <a:off x="2873408" y="1185922"/>
            <a:ext cx="56516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7       15      20      0       0       M      </a:t>
            </a:r>
            <a:r>
              <a:rPr lang="en-US" sz="2400" i="1" dirty="0" err="1"/>
              <a:t>M</a:t>
            </a:r>
            <a:endParaRPr lang="en-US" sz="2400" i="1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617C1D9-061A-40C5-B622-C93478A5F31D}"/>
              </a:ext>
            </a:extLst>
          </p:cNvPr>
          <p:cNvSpPr/>
          <p:nvPr/>
        </p:nvSpPr>
        <p:spPr>
          <a:xfrm>
            <a:off x="2873409" y="1843433"/>
            <a:ext cx="60631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x1     x2       x3    s1       s2     a1     a2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6A1B4A-5B2D-42A4-92DF-95C4A41E15F0}"/>
              </a:ext>
            </a:extLst>
          </p:cNvPr>
          <p:cNvSpPr/>
          <p:nvPr/>
        </p:nvSpPr>
        <p:spPr>
          <a:xfrm>
            <a:off x="468137" y="4973802"/>
            <a:ext cx="43708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00FFFF"/>
                </a:highlight>
              </a:rPr>
              <a:t>Optimality Condition </a:t>
            </a:r>
            <a:r>
              <a:rPr lang="en-US" b="1" dirty="0"/>
              <a:t>For Minimization</a:t>
            </a:r>
          </a:p>
          <a:p>
            <a:r>
              <a:rPr lang="en-US" b="1" dirty="0"/>
              <a:t>All </a:t>
            </a:r>
            <a:r>
              <a:rPr lang="en-US" b="1" dirty="0" err="1"/>
              <a:t>Cj</a:t>
            </a:r>
            <a:r>
              <a:rPr lang="en-US" b="1" dirty="0"/>
              <a:t> – </a:t>
            </a:r>
            <a:r>
              <a:rPr lang="en-US" b="1" dirty="0" err="1"/>
              <a:t>Zj</a:t>
            </a:r>
            <a:r>
              <a:rPr lang="en-US" b="1" dirty="0"/>
              <a:t> &gt;= 0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C64E77B-B7B0-47DB-881A-2157CFBA5D80}"/>
              </a:ext>
            </a:extLst>
          </p:cNvPr>
          <p:cNvGrpSpPr/>
          <p:nvPr/>
        </p:nvGrpSpPr>
        <p:grpSpPr>
          <a:xfrm>
            <a:off x="4915793" y="4900098"/>
            <a:ext cx="5079592" cy="1659988"/>
            <a:chOff x="4915793" y="4900098"/>
            <a:chExt cx="5079592" cy="1659988"/>
          </a:xfrm>
        </p:grpSpPr>
        <p:sp>
          <p:nvSpPr>
            <p:cNvPr id="25" name="Content Placeholder 2">
              <a:extLst>
                <a:ext uri="{FF2B5EF4-FFF2-40B4-BE49-F238E27FC236}">
                  <a16:creationId xmlns:a16="http://schemas.microsoft.com/office/drawing/2014/main" id="{177790D3-2256-4521-B703-9C942E9E23C0}"/>
                </a:ext>
              </a:extLst>
            </p:cNvPr>
            <p:cNvSpPr txBox="1">
              <a:spLocks/>
            </p:cNvSpPr>
            <p:nvPr/>
          </p:nvSpPr>
          <p:spPr>
            <a:xfrm>
              <a:off x="4915793" y="4900098"/>
              <a:ext cx="2514006" cy="165998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dirty="0"/>
                <a:t> x1 = 0</a:t>
              </a:r>
            </a:p>
            <a:p>
              <a:r>
                <a:rPr lang="en-US" sz="2800" dirty="0"/>
                <a:t> x2 = 6/5</a:t>
              </a:r>
            </a:p>
            <a:p>
              <a:r>
                <a:rPr lang="en-US" sz="2800" dirty="0"/>
                <a:t> x3 = 16/5</a:t>
              </a:r>
            </a:p>
          </p:txBody>
        </p:sp>
        <p:sp>
          <p:nvSpPr>
            <p:cNvPr id="26" name="Content Placeholder 2">
              <a:extLst>
                <a:ext uri="{FF2B5EF4-FFF2-40B4-BE49-F238E27FC236}">
                  <a16:creationId xmlns:a16="http://schemas.microsoft.com/office/drawing/2014/main" id="{618A6433-66EC-44BF-A9DC-E0CE33933D94}"/>
                </a:ext>
              </a:extLst>
            </p:cNvPr>
            <p:cNvSpPr txBox="1">
              <a:spLocks/>
            </p:cNvSpPr>
            <p:nvPr/>
          </p:nvSpPr>
          <p:spPr>
            <a:xfrm>
              <a:off x="7481379" y="4900099"/>
              <a:ext cx="2514006" cy="165998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i="1" dirty="0"/>
                <a:t>Z = 82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9341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C316F01-5026-402C-A495-1ECF38A2E385}"/>
              </a:ext>
            </a:extLst>
          </p:cNvPr>
          <p:cNvSpPr txBox="1">
            <a:spLocks/>
          </p:cNvSpPr>
          <p:nvPr/>
        </p:nvSpPr>
        <p:spPr>
          <a:xfrm>
            <a:off x="1797666" y="2416107"/>
            <a:ext cx="8596668" cy="2025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000" dirty="0">
                <a:solidFill>
                  <a:schemeClr val="accent1">
                    <a:lumMod val="50000"/>
                  </a:schemeClr>
                </a:solidFill>
              </a:rPr>
              <a:t>Two Phase </a:t>
            </a:r>
          </a:p>
          <a:p>
            <a:pPr algn="ctr"/>
            <a:r>
              <a:rPr lang="en-US" sz="6000" dirty="0">
                <a:solidFill>
                  <a:schemeClr val="accent1">
                    <a:lumMod val="50000"/>
                  </a:schemeClr>
                </a:solidFill>
              </a:rPr>
              <a:t>Method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F2688C1-E538-43C6-9DF6-DBBFB219CA32}"/>
              </a:ext>
            </a:extLst>
          </p:cNvPr>
          <p:cNvGrpSpPr/>
          <p:nvPr/>
        </p:nvGrpSpPr>
        <p:grpSpPr>
          <a:xfrm>
            <a:off x="0" y="0"/>
            <a:ext cx="12192000" cy="680699"/>
            <a:chOff x="0" y="0"/>
            <a:chExt cx="12192000" cy="68069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9B5C0A5-3D55-4BD6-B5AB-AA4F0FDF6549}"/>
                </a:ext>
              </a:extLst>
            </p:cNvPr>
            <p:cNvSpPr/>
            <p:nvPr/>
          </p:nvSpPr>
          <p:spPr>
            <a:xfrm>
              <a:off x="0" y="120260"/>
              <a:ext cx="12192000" cy="56043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3BE4113-9D39-4057-B2D5-97AF09C0747E}"/>
                </a:ext>
              </a:extLst>
            </p:cNvPr>
            <p:cNvSpPr/>
            <p:nvPr/>
          </p:nvSpPr>
          <p:spPr>
            <a:xfrm>
              <a:off x="0" y="0"/>
              <a:ext cx="12192000" cy="56043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0862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12A58-622E-47B9-BF72-67F91064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57905"/>
            <a:ext cx="8596668" cy="65463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Basic Points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88C7CD3-47BD-4790-BA79-D27816CD3343}"/>
              </a:ext>
            </a:extLst>
          </p:cNvPr>
          <p:cNvSpPr txBox="1">
            <a:spLocks/>
          </p:cNvSpPr>
          <p:nvPr/>
        </p:nvSpPr>
        <p:spPr>
          <a:xfrm>
            <a:off x="677334" y="2408823"/>
            <a:ext cx="4921606" cy="8437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i="1" dirty="0"/>
              <a:t>For Constraints </a:t>
            </a:r>
            <a:r>
              <a:rPr lang="en-US" sz="2400" b="1" i="1" dirty="0">
                <a:highlight>
                  <a:srgbClr val="FFFF00"/>
                </a:highlight>
              </a:rPr>
              <a:t>&lt;=</a:t>
            </a:r>
          </a:p>
          <a:p>
            <a:pPr lvl="1"/>
            <a:r>
              <a:rPr lang="en-US" sz="2200" b="1" i="1" dirty="0"/>
              <a:t>Add Surplus/ Slack Variables</a:t>
            </a:r>
            <a:endParaRPr lang="en-US" sz="2600" b="1" i="1" dirty="0"/>
          </a:p>
          <a:p>
            <a:endParaRPr lang="en-US" sz="28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19A6CBC-4D3A-4906-B491-93E1EE996E4F}"/>
              </a:ext>
            </a:extLst>
          </p:cNvPr>
          <p:cNvSpPr txBox="1">
            <a:spLocks/>
          </p:cNvSpPr>
          <p:nvPr/>
        </p:nvSpPr>
        <p:spPr>
          <a:xfrm>
            <a:off x="5917304" y="2146871"/>
            <a:ext cx="5239967" cy="12684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i="1" dirty="0"/>
              <a:t>For Constraints </a:t>
            </a:r>
            <a:r>
              <a:rPr lang="en-US" sz="2400" b="1" i="1" dirty="0">
                <a:highlight>
                  <a:srgbClr val="FFFF00"/>
                </a:highlight>
              </a:rPr>
              <a:t>&gt;=</a:t>
            </a:r>
          </a:p>
          <a:p>
            <a:pPr lvl="1"/>
            <a:r>
              <a:rPr lang="en-US" sz="2200" b="1" i="1" dirty="0"/>
              <a:t>Subtract Surplus/ Slack Variables</a:t>
            </a:r>
          </a:p>
          <a:p>
            <a:pPr lvl="1"/>
            <a:r>
              <a:rPr lang="en-US" sz="2200" b="1" i="1" dirty="0"/>
              <a:t>Add Artificial Variables</a:t>
            </a:r>
            <a:endParaRPr lang="en-US" sz="2600" b="1" i="1" dirty="0"/>
          </a:p>
          <a:p>
            <a:endParaRPr lang="en-US" sz="28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0B3BCD-9F50-4DA5-8D12-0F98607703AC}"/>
              </a:ext>
            </a:extLst>
          </p:cNvPr>
          <p:cNvSpPr txBox="1">
            <a:spLocks/>
          </p:cNvSpPr>
          <p:nvPr/>
        </p:nvSpPr>
        <p:spPr>
          <a:xfrm>
            <a:off x="677334" y="843598"/>
            <a:ext cx="9043441" cy="14957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i="1" dirty="0"/>
              <a:t>Two Phase Method is meant only for </a:t>
            </a:r>
            <a:r>
              <a:rPr lang="en-US" sz="2400" b="1" i="1" dirty="0">
                <a:highlight>
                  <a:srgbClr val="FFFF00"/>
                </a:highlight>
              </a:rPr>
              <a:t>Minimization</a:t>
            </a:r>
            <a:r>
              <a:rPr lang="en-US" sz="2400" b="1" i="1" dirty="0"/>
              <a:t> Type of Problem</a:t>
            </a:r>
          </a:p>
          <a:p>
            <a:r>
              <a:rPr lang="en-US" sz="2400" b="1" i="1" dirty="0"/>
              <a:t>If we get a Maximization problem, Convert it into Minimization problem, by Changing the sign</a:t>
            </a:r>
            <a:endParaRPr lang="en-US" sz="28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9F0C242-CF0E-4B0B-B699-828BF0E1A709}"/>
              </a:ext>
            </a:extLst>
          </p:cNvPr>
          <p:cNvCxnSpPr>
            <a:cxnSpLocks/>
          </p:cNvCxnSpPr>
          <p:nvPr/>
        </p:nvCxnSpPr>
        <p:spPr>
          <a:xfrm>
            <a:off x="5917304" y="3677235"/>
            <a:ext cx="0" cy="2498482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6947262-446C-464A-86F3-62A78615610E}"/>
              </a:ext>
            </a:extLst>
          </p:cNvPr>
          <p:cNvSpPr txBox="1">
            <a:spLocks/>
          </p:cNvSpPr>
          <p:nvPr/>
        </p:nvSpPr>
        <p:spPr>
          <a:xfrm>
            <a:off x="677333" y="3322085"/>
            <a:ext cx="5034145" cy="327800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i="1" dirty="0"/>
              <a:t>Phase 1</a:t>
            </a:r>
          </a:p>
          <a:p>
            <a:pPr lvl="1"/>
            <a:r>
              <a:rPr lang="en-US" sz="2600" dirty="0"/>
              <a:t>Follow Simplex Method with </a:t>
            </a:r>
            <a:r>
              <a:rPr lang="en-US" sz="2600" dirty="0">
                <a:highlight>
                  <a:srgbClr val="FFFF00"/>
                </a:highlight>
              </a:rPr>
              <a:t>REVISED </a:t>
            </a:r>
            <a:r>
              <a:rPr lang="en-US" sz="2600" dirty="0"/>
              <a:t>Objective Function</a:t>
            </a:r>
          </a:p>
          <a:p>
            <a:pPr lvl="1"/>
            <a:r>
              <a:rPr lang="en-US" sz="2600" dirty="0"/>
              <a:t>End of Phase 1, check Objective Function Value is ZERO in Optimal Table</a:t>
            </a:r>
          </a:p>
          <a:p>
            <a:pPr lvl="1"/>
            <a:r>
              <a:rPr lang="en-US" sz="2600" dirty="0"/>
              <a:t>If yes, Go to </a:t>
            </a:r>
            <a:r>
              <a:rPr lang="en-US" sz="2600" b="1" i="1" dirty="0"/>
              <a:t>Phase 2</a:t>
            </a:r>
          </a:p>
          <a:p>
            <a:pPr lvl="1"/>
            <a:r>
              <a:rPr lang="en-US" sz="2600" b="1" i="1" dirty="0"/>
              <a:t>Else, Conclude, The Problem does not have a Optimal Solution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B2E62C6-8838-4B3A-B4D0-5250950F5A73}"/>
              </a:ext>
            </a:extLst>
          </p:cNvPr>
          <p:cNvSpPr txBox="1">
            <a:spLocks/>
          </p:cNvSpPr>
          <p:nvPr/>
        </p:nvSpPr>
        <p:spPr>
          <a:xfrm>
            <a:off x="6096000" y="3573651"/>
            <a:ext cx="4742910" cy="26630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i="1" dirty="0"/>
              <a:t>Phase 2</a:t>
            </a:r>
          </a:p>
          <a:p>
            <a:pPr lvl="1"/>
            <a:r>
              <a:rPr lang="en-US" sz="2600" dirty="0"/>
              <a:t>Continue with Optimal Table for Phase 1 and </a:t>
            </a:r>
            <a:r>
              <a:rPr lang="en-US" sz="2600" dirty="0">
                <a:highlight>
                  <a:srgbClr val="FFFF00"/>
                </a:highlight>
              </a:rPr>
              <a:t>REPLACE</a:t>
            </a:r>
            <a:r>
              <a:rPr lang="en-US" sz="2600" dirty="0"/>
              <a:t> the objective Function with </a:t>
            </a:r>
            <a:r>
              <a:rPr lang="en-US" sz="2600" dirty="0">
                <a:highlight>
                  <a:srgbClr val="FFFF00"/>
                </a:highlight>
              </a:rPr>
              <a:t>Original</a:t>
            </a:r>
            <a:r>
              <a:rPr lang="en-US" sz="2600" dirty="0"/>
              <a:t> One</a:t>
            </a:r>
            <a:endParaRPr lang="en-US" sz="2600" b="1" i="1" dirty="0"/>
          </a:p>
        </p:txBody>
      </p:sp>
    </p:spTree>
    <p:extLst>
      <p:ext uri="{BB962C8B-B14F-4D97-AF65-F5344CB8AC3E}">
        <p14:creationId xmlns:p14="http://schemas.microsoft.com/office/powerpoint/2010/main" val="3569073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3" grpId="0"/>
      <p:bldP spid="19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2709E-0EC0-4971-A1CA-640DDB021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17871"/>
            <a:ext cx="8596668" cy="74089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0FB5A-35F6-4517-A721-7113BA75C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9004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Minimize </a:t>
            </a:r>
            <a:r>
              <a:rPr lang="en-US" sz="2800" b="1" i="1" dirty="0"/>
              <a:t>Z = 7 x1 + 15 x2 + 20 x3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</a:p>
          <a:p>
            <a:pPr marL="0" indent="0">
              <a:buNone/>
            </a:pPr>
            <a:r>
              <a:rPr lang="en-US" dirty="0"/>
              <a:t>Subject to </a:t>
            </a:r>
            <a:r>
              <a:rPr lang="en-US" sz="2800" b="1" dirty="0"/>
              <a:t>Constraints</a:t>
            </a:r>
            <a:endParaRPr lang="en-US" b="1" dirty="0"/>
          </a:p>
          <a:p>
            <a:pPr marL="0" indent="0">
              <a:buNone/>
            </a:pPr>
            <a:r>
              <a:rPr lang="en-US" sz="2000" i="1" dirty="0"/>
              <a:t>2 x1 + 4 x2 + 6 x3 &gt;= 24</a:t>
            </a:r>
          </a:p>
          <a:p>
            <a:pPr marL="0" indent="0">
              <a:buNone/>
            </a:pPr>
            <a:r>
              <a:rPr lang="en-US" sz="2000" i="1" dirty="0"/>
              <a:t>3 x1 + 9 x2 + 6 x3 &gt;= 30</a:t>
            </a:r>
          </a:p>
          <a:p>
            <a:pPr marL="0" indent="0">
              <a:buNone/>
            </a:pPr>
            <a:r>
              <a:rPr lang="en-US" sz="2000" i="1" dirty="0"/>
              <a:t>x1, x2, x3 &gt;= 0</a:t>
            </a:r>
          </a:p>
        </p:txBody>
      </p:sp>
    </p:spTree>
    <p:extLst>
      <p:ext uri="{BB962C8B-B14F-4D97-AF65-F5344CB8AC3E}">
        <p14:creationId xmlns:p14="http://schemas.microsoft.com/office/powerpoint/2010/main" val="1829970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803E9-47AC-42F4-808B-984CC278E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6238"/>
            <a:ext cx="10028180" cy="132080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Step – Convert all inequality constraints </a:t>
            </a:r>
            <a:br>
              <a:rPr lang="en-US" sz="3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into equality (use slack &amp; Artificial variables)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7C52C-5D1C-4EB0-B04A-D3B00A99E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99339"/>
            <a:ext cx="8596668" cy="6248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Let’s Subtract Slack Variables &amp; Add Artificial Variables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18C775-1B8A-437F-8A71-49BCDA026D3A}"/>
              </a:ext>
            </a:extLst>
          </p:cNvPr>
          <p:cNvSpPr/>
          <p:nvPr/>
        </p:nvSpPr>
        <p:spPr>
          <a:xfrm>
            <a:off x="677334" y="2024583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i="1" dirty="0"/>
              <a:t>2 x1 + 4 x2 + 6 x3 - </a:t>
            </a:r>
            <a:r>
              <a:rPr lang="en-US" sz="2400" i="1" dirty="0">
                <a:highlight>
                  <a:srgbClr val="FFFF00"/>
                </a:highlight>
              </a:rPr>
              <a:t>s1</a:t>
            </a:r>
            <a:r>
              <a:rPr lang="en-US" sz="2400" i="1" dirty="0"/>
              <a:t> + </a:t>
            </a:r>
            <a:r>
              <a:rPr lang="en-US" sz="2400" i="1" dirty="0">
                <a:highlight>
                  <a:srgbClr val="FFFF00"/>
                </a:highlight>
              </a:rPr>
              <a:t>a1</a:t>
            </a:r>
            <a:r>
              <a:rPr lang="en-US" sz="2400" i="1" dirty="0"/>
              <a:t> = 24</a:t>
            </a:r>
          </a:p>
          <a:p>
            <a:r>
              <a:rPr lang="en-US" sz="2400" i="1" dirty="0"/>
              <a:t>3 x1 + 9 x2 + 6 x3 - </a:t>
            </a:r>
            <a:r>
              <a:rPr lang="en-US" sz="2400" i="1" dirty="0">
                <a:highlight>
                  <a:srgbClr val="FFFF00"/>
                </a:highlight>
              </a:rPr>
              <a:t>s2</a:t>
            </a:r>
            <a:r>
              <a:rPr lang="en-US" sz="2400" i="1" dirty="0"/>
              <a:t> + </a:t>
            </a:r>
            <a:r>
              <a:rPr lang="en-US" sz="2400" i="1" dirty="0">
                <a:highlight>
                  <a:srgbClr val="FFFF00"/>
                </a:highlight>
              </a:rPr>
              <a:t>a2</a:t>
            </a:r>
            <a:r>
              <a:rPr lang="en-US" sz="2400" i="1" dirty="0"/>
              <a:t> = 30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F5B3E2C-FD7A-4CB2-ACCC-707B1E107BAF}"/>
              </a:ext>
            </a:extLst>
          </p:cNvPr>
          <p:cNvSpPr txBox="1">
            <a:spLocks/>
          </p:cNvSpPr>
          <p:nvPr/>
        </p:nvSpPr>
        <p:spPr>
          <a:xfrm>
            <a:off x="677334" y="3502765"/>
            <a:ext cx="8596668" cy="12578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/>
              <a:t>We need to Add these Slack &amp; Artificial variables to the </a:t>
            </a:r>
            <a:r>
              <a:rPr lang="en-US" b="1" dirty="0"/>
              <a:t>Objective Function</a:t>
            </a:r>
          </a:p>
          <a:p>
            <a:r>
              <a:rPr lang="en-US" b="1" dirty="0"/>
              <a:t>Value for Slack variables should be Zero</a:t>
            </a:r>
          </a:p>
          <a:p>
            <a:r>
              <a:rPr lang="en-US" b="1" dirty="0"/>
              <a:t>Value for Artificial Variables should Maximum (i.e. M)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A540E9-76C6-47C6-BF87-91F3E29889D5}"/>
              </a:ext>
            </a:extLst>
          </p:cNvPr>
          <p:cNvSpPr/>
          <p:nvPr/>
        </p:nvSpPr>
        <p:spPr>
          <a:xfrm>
            <a:off x="677334" y="5044535"/>
            <a:ext cx="105545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buClr>
                <a:srgbClr val="5FCBEF"/>
              </a:buClr>
              <a:buSzPct val="80000"/>
            </a:pPr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Minimize 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Z = 7 x1 + 15 x2 + 20 x3 +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rgbClr val="FFFF00"/>
                </a:highlight>
              </a:rPr>
              <a:t>0 s1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 +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rgbClr val="FFFF00"/>
                </a:highlight>
              </a:rPr>
              <a:t>0 s2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 +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rgbClr val="FFFF00"/>
                </a:highlight>
              </a:rPr>
              <a:t>Ma1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 +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rgbClr val="FFFF00"/>
                </a:highlight>
              </a:rPr>
              <a:t>Ma2</a:t>
            </a:r>
          </a:p>
        </p:txBody>
      </p:sp>
    </p:spTree>
    <p:extLst>
      <p:ext uri="{BB962C8B-B14F-4D97-AF65-F5344CB8AC3E}">
        <p14:creationId xmlns:p14="http://schemas.microsoft.com/office/powerpoint/2010/main" val="3836045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04F68-A9B6-4A9C-BD18-0301D1C82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857" y="112307"/>
            <a:ext cx="8596668" cy="783771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</a:rPr>
              <a:t>Step – Develop Initial Simplex Table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90F907-3B83-4F24-B3E9-103787B534F5}"/>
              </a:ext>
            </a:extLst>
          </p:cNvPr>
          <p:cNvGraphicFramePr>
            <a:graphicFrameLocks noGrp="1"/>
          </p:cNvGraphicFramePr>
          <p:nvPr/>
        </p:nvGraphicFramePr>
        <p:xfrm>
          <a:off x="900592" y="1715040"/>
          <a:ext cx="9681930" cy="35765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102">
                  <a:extLst>
                    <a:ext uri="{9D8B030D-6E8A-4147-A177-3AD203B41FA5}">
                      <a16:colId xmlns:a16="http://schemas.microsoft.com/office/drawing/2014/main" val="2905360103"/>
                    </a:ext>
                  </a:extLst>
                </a:gridCol>
                <a:gridCol w="926697">
                  <a:extLst>
                    <a:ext uri="{9D8B030D-6E8A-4147-A177-3AD203B41FA5}">
                      <a16:colId xmlns:a16="http://schemas.microsoft.com/office/drawing/2014/main" val="3101827574"/>
                    </a:ext>
                  </a:extLst>
                </a:gridCol>
                <a:gridCol w="703506">
                  <a:extLst>
                    <a:ext uri="{9D8B030D-6E8A-4147-A177-3AD203B41FA5}">
                      <a16:colId xmlns:a16="http://schemas.microsoft.com/office/drawing/2014/main" val="3349711521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36187625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3236378667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96816014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197691529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336802328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1817267311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422073343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803208443"/>
                    </a:ext>
                  </a:extLst>
                </a:gridCol>
                <a:gridCol w="715809">
                  <a:extLst>
                    <a:ext uri="{9D8B030D-6E8A-4147-A177-3AD203B41FA5}">
                      <a16:colId xmlns:a16="http://schemas.microsoft.com/office/drawing/2014/main" val="2486267553"/>
                    </a:ext>
                  </a:extLst>
                </a:gridCol>
              </a:tblGrid>
              <a:tr h="6654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Cj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Ratio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236699"/>
                  </a:ext>
                </a:extLst>
              </a:tr>
              <a:tr h="70861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Basic </a:t>
                      </a:r>
                      <a:r>
                        <a:rPr lang="en-US" b="1" dirty="0" err="1"/>
                        <a:t>Varibls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453594"/>
                  </a:ext>
                </a:extLst>
              </a:tr>
              <a:tr h="6204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387229"/>
                  </a:ext>
                </a:extLst>
              </a:tr>
              <a:tr h="49348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384561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9505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745653"/>
                  </a:ext>
                </a:extLst>
              </a:tr>
            </a:tbl>
          </a:graphicData>
        </a:graphic>
      </p:graphicFrame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93333B7C-29FE-44F2-AA9E-C47FB0791A4C}"/>
              </a:ext>
            </a:extLst>
          </p:cNvPr>
          <p:cNvSpPr/>
          <p:nvPr/>
        </p:nvSpPr>
        <p:spPr>
          <a:xfrm>
            <a:off x="5042191" y="231511"/>
            <a:ext cx="3672115" cy="928914"/>
          </a:xfrm>
          <a:prstGeom prst="wedgeEllipseCallout">
            <a:avLst>
              <a:gd name="adj1" fmla="val -122117"/>
              <a:gd name="adj2" fmla="val 12054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Co-efficient of Objective Function</a:t>
            </a:r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15A7073B-9C68-44C4-B316-D11A4FB14EE6}"/>
              </a:ext>
            </a:extLst>
          </p:cNvPr>
          <p:cNvSpPr/>
          <p:nvPr/>
        </p:nvSpPr>
        <p:spPr>
          <a:xfrm>
            <a:off x="999068" y="156446"/>
            <a:ext cx="3483428" cy="928914"/>
          </a:xfrm>
          <a:prstGeom prst="wedgeEllipseCallout">
            <a:avLst>
              <a:gd name="adj1" fmla="val -37461"/>
              <a:gd name="adj2" fmla="val 1276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Co-efficient of Basic Variables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CF63A2-5EB1-4F02-BAE7-B539E8E47C2C}"/>
              </a:ext>
            </a:extLst>
          </p:cNvPr>
          <p:cNvSpPr/>
          <p:nvPr/>
        </p:nvSpPr>
        <p:spPr>
          <a:xfrm>
            <a:off x="6682833" y="5510542"/>
            <a:ext cx="46388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2 x1 + 4 x2 + 6 x3 - </a:t>
            </a:r>
            <a:r>
              <a:rPr lang="en-US" sz="2400" i="1" dirty="0">
                <a:highlight>
                  <a:srgbClr val="FFFF00"/>
                </a:highlight>
              </a:rPr>
              <a:t>s1</a:t>
            </a:r>
            <a:r>
              <a:rPr lang="en-US" sz="2400" i="1" dirty="0"/>
              <a:t> + </a:t>
            </a:r>
            <a:r>
              <a:rPr lang="en-US" sz="2400" i="1" dirty="0">
                <a:highlight>
                  <a:srgbClr val="FFFF00"/>
                </a:highlight>
              </a:rPr>
              <a:t>a1</a:t>
            </a:r>
            <a:r>
              <a:rPr lang="en-US" sz="2400" i="1" dirty="0"/>
              <a:t> = 24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0D83FC-7940-402F-B5B0-F709D30A86A8}"/>
              </a:ext>
            </a:extLst>
          </p:cNvPr>
          <p:cNvSpPr/>
          <p:nvPr/>
        </p:nvSpPr>
        <p:spPr>
          <a:xfrm>
            <a:off x="3400867" y="1814643"/>
            <a:ext cx="56516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7       15        20         0         0         M        </a:t>
            </a:r>
            <a:r>
              <a:rPr lang="en-US" sz="2400" i="1" dirty="0" err="1"/>
              <a:t>M</a:t>
            </a:r>
            <a:endParaRPr lang="en-US" sz="2400" i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7D74E3-585D-4E7D-90FB-90B97715A1C2}"/>
              </a:ext>
            </a:extLst>
          </p:cNvPr>
          <p:cNvSpPr/>
          <p:nvPr/>
        </p:nvSpPr>
        <p:spPr>
          <a:xfrm>
            <a:off x="3400868" y="2472154"/>
            <a:ext cx="60631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x1       x2        x3       s1        s2        a1        a2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7A82B3-4AF2-4211-B555-0CE256758C51}"/>
              </a:ext>
            </a:extLst>
          </p:cNvPr>
          <p:cNvSpPr/>
          <p:nvPr/>
        </p:nvSpPr>
        <p:spPr>
          <a:xfrm>
            <a:off x="3400868" y="3153727"/>
            <a:ext cx="6474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2          4         6          -1        0         1          0          24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9BCDD7-D76C-47F6-B1EB-32712B30B584}"/>
              </a:ext>
            </a:extLst>
          </p:cNvPr>
          <p:cNvSpPr/>
          <p:nvPr/>
        </p:nvSpPr>
        <p:spPr>
          <a:xfrm>
            <a:off x="854630" y="1166254"/>
            <a:ext cx="100419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buClr>
                <a:srgbClr val="5FCBEF"/>
              </a:buClr>
              <a:buSzPct val="80000"/>
            </a:pP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Z = 7 x1 + 15 x2 + + 20 x3 +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rgbClr val="FFFF00"/>
                </a:highlight>
              </a:rPr>
              <a:t>0 s1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 +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rgbClr val="FFFF00"/>
                </a:highlight>
              </a:rPr>
              <a:t>0 s2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 +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rgbClr val="FFFF00"/>
                </a:highlight>
              </a:rPr>
              <a:t>Ma1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 +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rgbClr val="FFFF00"/>
                </a:highlight>
              </a:rPr>
              <a:t>Ma2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0D4A1B-B99D-4B4E-ADFF-EB306D4999FF}"/>
              </a:ext>
            </a:extLst>
          </p:cNvPr>
          <p:cNvCxnSpPr/>
          <p:nvPr/>
        </p:nvCxnSpPr>
        <p:spPr>
          <a:xfrm>
            <a:off x="1796905" y="2270919"/>
            <a:ext cx="6821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48FD16-BD95-4D14-B781-9F8506602B86}"/>
              </a:ext>
            </a:extLst>
          </p:cNvPr>
          <p:cNvCxnSpPr>
            <a:cxnSpLocks/>
          </p:cNvCxnSpPr>
          <p:nvPr/>
        </p:nvCxnSpPr>
        <p:spPr>
          <a:xfrm>
            <a:off x="999068" y="1966118"/>
            <a:ext cx="0" cy="3048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EAA07C5-7CB8-41BA-A3DB-4DA4310081CE}"/>
              </a:ext>
            </a:extLst>
          </p:cNvPr>
          <p:cNvSpPr/>
          <p:nvPr/>
        </p:nvSpPr>
        <p:spPr>
          <a:xfrm>
            <a:off x="1965405" y="3158279"/>
            <a:ext cx="568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a1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29374A-8C0A-469C-9C8B-CA3690C3781C}"/>
              </a:ext>
            </a:extLst>
          </p:cNvPr>
          <p:cNvSpPr/>
          <p:nvPr/>
        </p:nvSpPr>
        <p:spPr>
          <a:xfrm>
            <a:off x="1933424" y="3677344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a2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DF7ACF-FD93-43D4-8E85-9985894350A9}"/>
              </a:ext>
            </a:extLst>
          </p:cNvPr>
          <p:cNvSpPr/>
          <p:nvPr/>
        </p:nvSpPr>
        <p:spPr>
          <a:xfrm>
            <a:off x="1094088" y="3176059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86616C-E86D-4453-A38C-BA3C33953E0C}"/>
              </a:ext>
            </a:extLst>
          </p:cNvPr>
          <p:cNvSpPr/>
          <p:nvPr/>
        </p:nvSpPr>
        <p:spPr>
          <a:xfrm>
            <a:off x="1071874" y="3664945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767C4E-49EF-47CF-86DE-2F892C5C7B5A}"/>
              </a:ext>
            </a:extLst>
          </p:cNvPr>
          <p:cNvSpPr/>
          <p:nvPr/>
        </p:nvSpPr>
        <p:spPr>
          <a:xfrm>
            <a:off x="6682834" y="6037478"/>
            <a:ext cx="46388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3 x1 + 9 x2 + 6 x3 - </a:t>
            </a:r>
            <a:r>
              <a:rPr lang="en-US" sz="2400" i="1" dirty="0">
                <a:highlight>
                  <a:srgbClr val="FFFF00"/>
                </a:highlight>
              </a:rPr>
              <a:t>s2</a:t>
            </a:r>
            <a:r>
              <a:rPr lang="en-US" sz="2400" i="1" dirty="0"/>
              <a:t> + </a:t>
            </a:r>
            <a:r>
              <a:rPr lang="en-US" sz="2400" i="1" dirty="0">
                <a:highlight>
                  <a:srgbClr val="FFFF00"/>
                </a:highlight>
              </a:rPr>
              <a:t>a2</a:t>
            </a:r>
            <a:r>
              <a:rPr lang="en-US" sz="2400" i="1" dirty="0"/>
              <a:t> = 30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6BB860-9FCC-471B-B1DB-CC177706B8CB}"/>
              </a:ext>
            </a:extLst>
          </p:cNvPr>
          <p:cNvSpPr/>
          <p:nvPr/>
        </p:nvSpPr>
        <p:spPr>
          <a:xfrm>
            <a:off x="3328298" y="3743371"/>
            <a:ext cx="65472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3          9         6          0        -1        0          1         30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4EF912-F04E-42A7-AC8F-9EF06B662B91}"/>
              </a:ext>
            </a:extLst>
          </p:cNvPr>
          <p:cNvSpPr/>
          <p:nvPr/>
        </p:nvSpPr>
        <p:spPr>
          <a:xfrm>
            <a:off x="1940405" y="4209267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918D4E0-C1F6-4591-8357-DC8EF73E5225}"/>
              </a:ext>
            </a:extLst>
          </p:cNvPr>
          <p:cNvSpPr/>
          <p:nvPr/>
        </p:nvSpPr>
        <p:spPr>
          <a:xfrm>
            <a:off x="1126932" y="5400938"/>
            <a:ext cx="46388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Zj</a:t>
            </a:r>
            <a:r>
              <a:rPr lang="en-US" sz="2400" i="1" dirty="0"/>
              <a:t> = a1x1 + a2x2 + a3x3 + ..</a:t>
            </a:r>
            <a:r>
              <a:rPr lang="en-US" sz="2400" i="1" dirty="0" err="1"/>
              <a:t>anxn</a:t>
            </a:r>
            <a:endParaRPr lang="en-US" sz="2400" i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4F2EA2-D3FA-4B29-B824-58D41C0151C4}"/>
              </a:ext>
            </a:extLst>
          </p:cNvPr>
          <p:cNvSpPr/>
          <p:nvPr/>
        </p:nvSpPr>
        <p:spPr>
          <a:xfrm>
            <a:off x="3328298" y="4267801"/>
            <a:ext cx="65472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5M    13M    12M     -M      -M       </a:t>
            </a:r>
            <a:r>
              <a:rPr lang="en-US" sz="2400" i="1" dirty="0" err="1"/>
              <a:t>M</a:t>
            </a:r>
            <a:r>
              <a:rPr lang="en-US" sz="2400" i="1" dirty="0"/>
              <a:t>        </a:t>
            </a:r>
            <a:r>
              <a:rPr lang="en-US" sz="2400" i="1" dirty="0" err="1"/>
              <a:t>M</a:t>
            </a:r>
            <a:r>
              <a:rPr lang="en-US" sz="2400" i="1" dirty="0"/>
              <a:t>      54M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F04E717-3391-46C1-9958-6624DF084ED4}"/>
              </a:ext>
            </a:extLst>
          </p:cNvPr>
          <p:cNvSpPr/>
          <p:nvPr/>
        </p:nvSpPr>
        <p:spPr>
          <a:xfrm>
            <a:off x="1639740" y="4758284"/>
            <a:ext cx="1211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Cj</a:t>
            </a:r>
            <a:r>
              <a:rPr lang="en-US" sz="2400" i="1" dirty="0"/>
              <a:t> - </a:t>
            </a:r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B65CB3B-095B-4A91-A457-6D5825DEABD9}"/>
              </a:ext>
            </a:extLst>
          </p:cNvPr>
          <p:cNvSpPr/>
          <p:nvPr/>
        </p:nvSpPr>
        <p:spPr>
          <a:xfrm>
            <a:off x="3328298" y="4813872"/>
            <a:ext cx="65472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/>
              <a:t>7-5M   15-13M  20-12M    M        </a:t>
            </a:r>
            <a:r>
              <a:rPr lang="en-US" sz="2000" i="1" dirty="0" err="1"/>
              <a:t>M</a:t>
            </a:r>
            <a:r>
              <a:rPr lang="en-US" sz="2000" i="1" dirty="0"/>
              <a:t>         0          0</a:t>
            </a:r>
            <a:r>
              <a:rPr lang="en-US" sz="2400" i="1" dirty="0"/>
              <a:t>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B00B33-1938-412B-9A9C-DC3B0CD9A67F}"/>
              </a:ext>
            </a:extLst>
          </p:cNvPr>
          <p:cNvSpPr/>
          <p:nvPr/>
        </p:nvSpPr>
        <p:spPr>
          <a:xfrm>
            <a:off x="1126932" y="5820713"/>
            <a:ext cx="46388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highlight>
                  <a:srgbClr val="FFFF00"/>
                </a:highlight>
              </a:rPr>
              <a:t>Optimality </a:t>
            </a:r>
            <a:r>
              <a:rPr lang="en-US" sz="2400" i="1" dirty="0"/>
              <a:t>Min Z : </a:t>
            </a:r>
            <a:r>
              <a:rPr lang="en-US" sz="2400" i="1" dirty="0" err="1"/>
              <a:t>Cj</a:t>
            </a:r>
            <a:r>
              <a:rPr lang="en-US" sz="2400" i="1" dirty="0"/>
              <a:t> – </a:t>
            </a:r>
            <a:r>
              <a:rPr lang="en-US" sz="2400" i="1" dirty="0" err="1"/>
              <a:t>Zj</a:t>
            </a:r>
            <a:r>
              <a:rPr lang="en-US" sz="2400" i="1" dirty="0"/>
              <a:t> &gt;= 0 </a:t>
            </a:r>
          </a:p>
        </p:txBody>
      </p:sp>
    </p:spTree>
    <p:extLst>
      <p:ext uri="{BB962C8B-B14F-4D97-AF65-F5344CB8AC3E}">
        <p14:creationId xmlns:p14="http://schemas.microsoft.com/office/powerpoint/2010/main" val="179527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/>
      <p:bldP spid="7" grpId="1"/>
      <p:bldP spid="9" grpId="0"/>
      <p:bldP spid="11" grpId="0"/>
      <p:bldP spid="12" grpId="0"/>
      <p:bldP spid="13" grpId="0"/>
      <p:bldP spid="13" grpId="1"/>
      <p:bldP spid="22" grpId="0"/>
      <p:bldP spid="23" grpId="0"/>
      <p:bldP spid="24" grpId="0"/>
      <p:bldP spid="25" grpId="0"/>
      <p:bldP spid="26" grpId="0"/>
      <p:bldP spid="26" grpId="1"/>
      <p:bldP spid="27" grpId="0"/>
      <p:bldP spid="28" grpId="0"/>
      <p:bldP spid="30" grpId="0"/>
      <p:bldP spid="30" grpId="1"/>
      <p:bldP spid="31" grpId="0"/>
      <p:bldP spid="32" grpId="0"/>
      <p:bldP spid="33" grpId="0"/>
      <p:bldP spid="29" grpId="0"/>
      <p:bldP spid="29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0E3D156-D755-4C84-95B4-EB4D8B9D9C4C}"/>
              </a:ext>
            </a:extLst>
          </p:cNvPr>
          <p:cNvSpPr/>
          <p:nvPr/>
        </p:nvSpPr>
        <p:spPr>
          <a:xfrm>
            <a:off x="3972838" y="803864"/>
            <a:ext cx="806911" cy="4368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C7C950D-7DDC-43E5-8DF6-67B7CADB0E0C}"/>
              </a:ext>
            </a:extLst>
          </p:cNvPr>
          <p:cNvSpPr/>
          <p:nvPr/>
        </p:nvSpPr>
        <p:spPr>
          <a:xfrm>
            <a:off x="2516272" y="3093332"/>
            <a:ext cx="8339877" cy="7188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BB35744C-43D8-4F6D-8875-6E65C417A2AB}"/>
              </a:ext>
            </a:extLst>
          </p:cNvPr>
          <p:cNvGraphicFramePr>
            <a:graphicFrameLocks noGrp="1"/>
          </p:cNvGraphicFramePr>
          <p:nvPr/>
        </p:nvGraphicFramePr>
        <p:xfrm>
          <a:off x="730118" y="1227657"/>
          <a:ext cx="9681930" cy="35765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102">
                  <a:extLst>
                    <a:ext uri="{9D8B030D-6E8A-4147-A177-3AD203B41FA5}">
                      <a16:colId xmlns:a16="http://schemas.microsoft.com/office/drawing/2014/main" val="2905360103"/>
                    </a:ext>
                  </a:extLst>
                </a:gridCol>
                <a:gridCol w="926697">
                  <a:extLst>
                    <a:ext uri="{9D8B030D-6E8A-4147-A177-3AD203B41FA5}">
                      <a16:colId xmlns:a16="http://schemas.microsoft.com/office/drawing/2014/main" val="3101827574"/>
                    </a:ext>
                  </a:extLst>
                </a:gridCol>
                <a:gridCol w="703506">
                  <a:extLst>
                    <a:ext uri="{9D8B030D-6E8A-4147-A177-3AD203B41FA5}">
                      <a16:colId xmlns:a16="http://schemas.microsoft.com/office/drawing/2014/main" val="3349711521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36187625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3236378667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96816014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197691529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336802328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1817267311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422073343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803208443"/>
                    </a:ext>
                  </a:extLst>
                </a:gridCol>
                <a:gridCol w="715809">
                  <a:extLst>
                    <a:ext uri="{9D8B030D-6E8A-4147-A177-3AD203B41FA5}">
                      <a16:colId xmlns:a16="http://schemas.microsoft.com/office/drawing/2014/main" val="2486267553"/>
                    </a:ext>
                  </a:extLst>
                </a:gridCol>
              </a:tblGrid>
              <a:tr h="6654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Cj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Ratio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236699"/>
                  </a:ext>
                </a:extLst>
              </a:tr>
              <a:tr h="70861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Basic </a:t>
                      </a:r>
                      <a:r>
                        <a:rPr lang="en-US" b="1" dirty="0" err="1"/>
                        <a:t>Varibls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453594"/>
                  </a:ext>
                </a:extLst>
              </a:tr>
              <a:tr h="6204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387229"/>
                  </a:ext>
                </a:extLst>
              </a:tr>
              <a:tr h="49348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384561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9505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745653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0104F68-A9B6-4A9C-BD18-0301D1C82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276" y="172939"/>
            <a:ext cx="8596668" cy="78377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Continue</a:t>
            </a:r>
          </a:p>
        </p:txBody>
      </p:sp>
      <p:sp>
        <p:nvSpPr>
          <p:cNvPr id="36" name="Speech Bubble: Oval 35">
            <a:extLst>
              <a:ext uri="{FF2B5EF4-FFF2-40B4-BE49-F238E27FC236}">
                <a16:creationId xmlns:a16="http://schemas.microsoft.com/office/drawing/2014/main" id="{A6497848-C7BB-4098-BD72-D362F150640F}"/>
              </a:ext>
            </a:extLst>
          </p:cNvPr>
          <p:cNvSpPr/>
          <p:nvPr/>
        </p:nvSpPr>
        <p:spPr>
          <a:xfrm>
            <a:off x="1966547" y="187298"/>
            <a:ext cx="2066919" cy="657365"/>
          </a:xfrm>
          <a:prstGeom prst="wedgeEllipseCallout">
            <a:avLst>
              <a:gd name="adj1" fmla="val 44189"/>
              <a:gd name="adj2" fmla="val 578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Key Column</a:t>
            </a:r>
          </a:p>
        </p:txBody>
      </p:sp>
      <p:sp>
        <p:nvSpPr>
          <p:cNvPr id="37" name="Speech Bubble: Oval 36">
            <a:extLst>
              <a:ext uri="{FF2B5EF4-FFF2-40B4-BE49-F238E27FC236}">
                <a16:creationId xmlns:a16="http://schemas.microsoft.com/office/drawing/2014/main" id="{E4BDBA9D-10F8-471A-AAC8-D39307800645}"/>
              </a:ext>
            </a:extLst>
          </p:cNvPr>
          <p:cNvSpPr/>
          <p:nvPr/>
        </p:nvSpPr>
        <p:spPr>
          <a:xfrm>
            <a:off x="9888443" y="1896628"/>
            <a:ext cx="2066919" cy="503085"/>
          </a:xfrm>
          <a:prstGeom prst="wedgeEllipseCallout">
            <a:avLst>
              <a:gd name="adj1" fmla="val -22219"/>
              <a:gd name="adj2" fmla="val 1182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Key Row</a:t>
            </a:r>
          </a:p>
        </p:txBody>
      </p:sp>
      <p:sp>
        <p:nvSpPr>
          <p:cNvPr id="38" name="Speech Bubble: Oval 37">
            <a:extLst>
              <a:ext uri="{FF2B5EF4-FFF2-40B4-BE49-F238E27FC236}">
                <a16:creationId xmlns:a16="http://schemas.microsoft.com/office/drawing/2014/main" id="{A8E9DFAA-1014-4C29-86EA-C17EB23CBF8E}"/>
              </a:ext>
            </a:extLst>
          </p:cNvPr>
          <p:cNvSpPr/>
          <p:nvPr/>
        </p:nvSpPr>
        <p:spPr>
          <a:xfrm>
            <a:off x="9161028" y="4952949"/>
            <a:ext cx="2233832" cy="928914"/>
          </a:xfrm>
          <a:prstGeom prst="wedgeEllipseCallout">
            <a:avLst>
              <a:gd name="adj1" fmla="val -250778"/>
              <a:gd name="adj2" fmla="val -19214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Key Element</a:t>
            </a:r>
          </a:p>
        </p:txBody>
      </p:sp>
      <p:sp>
        <p:nvSpPr>
          <p:cNvPr id="53" name="Speech Bubble: Oval 52">
            <a:extLst>
              <a:ext uri="{FF2B5EF4-FFF2-40B4-BE49-F238E27FC236}">
                <a16:creationId xmlns:a16="http://schemas.microsoft.com/office/drawing/2014/main" id="{5AED39E9-5BA2-4F25-919A-A073CBCBCAA2}"/>
              </a:ext>
            </a:extLst>
          </p:cNvPr>
          <p:cNvSpPr/>
          <p:nvPr/>
        </p:nvSpPr>
        <p:spPr>
          <a:xfrm>
            <a:off x="9246071" y="297227"/>
            <a:ext cx="2233832" cy="928914"/>
          </a:xfrm>
          <a:prstGeom prst="wedgeEllipseCallout">
            <a:avLst>
              <a:gd name="adj1" fmla="val -252577"/>
              <a:gd name="adj2" fmla="val 1447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Entering Variable</a:t>
            </a:r>
          </a:p>
        </p:txBody>
      </p:sp>
      <p:sp>
        <p:nvSpPr>
          <p:cNvPr id="54" name="Speech Bubble: Oval 53">
            <a:extLst>
              <a:ext uri="{FF2B5EF4-FFF2-40B4-BE49-F238E27FC236}">
                <a16:creationId xmlns:a16="http://schemas.microsoft.com/office/drawing/2014/main" id="{345FB632-B7E7-4266-8279-8F37EE22E86D}"/>
              </a:ext>
            </a:extLst>
          </p:cNvPr>
          <p:cNvSpPr/>
          <p:nvPr/>
        </p:nvSpPr>
        <p:spPr>
          <a:xfrm>
            <a:off x="959954" y="5559377"/>
            <a:ext cx="2233832" cy="928914"/>
          </a:xfrm>
          <a:prstGeom prst="wedgeEllipseCallout">
            <a:avLst>
              <a:gd name="adj1" fmla="val 954"/>
              <a:gd name="adj2" fmla="val -2636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Leaving Variable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E001A9F-5836-452C-94C3-EE0B5B0132F5}"/>
              </a:ext>
            </a:extLst>
          </p:cNvPr>
          <p:cNvCxnSpPr/>
          <p:nvPr/>
        </p:nvCxnSpPr>
        <p:spPr>
          <a:xfrm>
            <a:off x="1628093" y="1736348"/>
            <a:ext cx="6821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E4529B0-81A6-44A5-8B6D-7DC956BF824E}"/>
              </a:ext>
            </a:extLst>
          </p:cNvPr>
          <p:cNvCxnSpPr>
            <a:cxnSpLocks/>
          </p:cNvCxnSpPr>
          <p:nvPr/>
        </p:nvCxnSpPr>
        <p:spPr>
          <a:xfrm>
            <a:off x="830256" y="1431547"/>
            <a:ext cx="0" cy="3048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8F783B75-ABE7-416B-9F6F-C4B692DD0E15}"/>
              </a:ext>
            </a:extLst>
          </p:cNvPr>
          <p:cNvSpPr/>
          <p:nvPr/>
        </p:nvSpPr>
        <p:spPr>
          <a:xfrm>
            <a:off x="3182899" y="1417131"/>
            <a:ext cx="56516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7         15        20         0         0        M        </a:t>
            </a:r>
            <a:r>
              <a:rPr lang="en-US" sz="2400" i="1" dirty="0" err="1"/>
              <a:t>M</a:t>
            </a:r>
            <a:endParaRPr lang="en-US" sz="2400" i="1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21522B1-6197-4A3A-86CD-1D3962D97CA6}"/>
              </a:ext>
            </a:extLst>
          </p:cNvPr>
          <p:cNvSpPr/>
          <p:nvPr/>
        </p:nvSpPr>
        <p:spPr>
          <a:xfrm>
            <a:off x="3182899" y="2013167"/>
            <a:ext cx="60631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x1        x2       x3         s1       s2        a1       a2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C1A8B27-B9BC-4C6D-84ED-4E66DD495906}"/>
              </a:ext>
            </a:extLst>
          </p:cNvPr>
          <p:cNvSpPr/>
          <p:nvPr/>
        </p:nvSpPr>
        <p:spPr>
          <a:xfrm>
            <a:off x="3242098" y="2648483"/>
            <a:ext cx="6474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2          4          6         -1        0         1           0         24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A5F17D0-51B1-48DA-A46E-B1466CC2260E}"/>
              </a:ext>
            </a:extLst>
          </p:cNvPr>
          <p:cNvSpPr/>
          <p:nvPr/>
        </p:nvSpPr>
        <p:spPr>
          <a:xfrm>
            <a:off x="1747436" y="2628034"/>
            <a:ext cx="568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10AB71E-335C-4412-95F7-E054726A819C}"/>
              </a:ext>
            </a:extLst>
          </p:cNvPr>
          <p:cNvSpPr/>
          <p:nvPr/>
        </p:nvSpPr>
        <p:spPr>
          <a:xfrm>
            <a:off x="1715455" y="3147099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a2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A0F3F6E-CC79-4C3A-A09D-953B82D2756E}"/>
              </a:ext>
            </a:extLst>
          </p:cNvPr>
          <p:cNvSpPr/>
          <p:nvPr/>
        </p:nvSpPr>
        <p:spPr>
          <a:xfrm>
            <a:off x="1722436" y="3679022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FCFD2DA-35B3-43AF-AF51-1AFC211D57F6}"/>
              </a:ext>
            </a:extLst>
          </p:cNvPr>
          <p:cNvSpPr/>
          <p:nvPr/>
        </p:nvSpPr>
        <p:spPr>
          <a:xfrm>
            <a:off x="3110329" y="3835949"/>
            <a:ext cx="65472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5M    13M    12M     -M      -M       </a:t>
            </a:r>
            <a:r>
              <a:rPr lang="en-US" sz="2400" i="1" dirty="0" err="1"/>
              <a:t>M</a:t>
            </a:r>
            <a:r>
              <a:rPr lang="en-US" sz="2400" i="1" dirty="0"/>
              <a:t>        </a:t>
            </a:r>
            <a:r>
              <a:rPr lang="en-US" sz="2400" i="1" dirty="0" err="1"/>
              <a:t>M</a:t>
            </a:r>
            <a:r>
              <a:rPr lang="en-US" sz="2400" i="1" dirty="0"/>
              <a:t>       54M 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48429A5-E428-4803-B70B-05ACAE2E20BE}"/>
              </a:ext>
            </a:extLst>
          </p:cNvPr>
          <p:cNvSpPr/>
          <p:nvPr/>
        </p:nvSpPr>
        <p:spPr>
          <a:xfrm>
            <a:off x="1421771" y="4228039"/>
            <a:ext cx="1211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i="1" dirty="0" err="1"/>
              <a:t>Cj</a:t>
            </a:r>
            <a:r>
              <a:rPr lang="en-US" sz="2400" i="1" dirty="0"/>
              <a:t> - </a:t>
            </a:r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4693C51-E749-4D8A-86F7-A715D31AB42A}"/>
              </a:ext>
            </a:extLst>
          </p:cNvPr>
          <p:cNvSpPr/>
          <p:nvPr/>
        </p:nvSpPr>
        <p:spPr>
          <a:xfrm>
            <a:off x="3110329" y="4283627"/>
            <a:ext cx="65472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/>
              <a:t> 7-5M  15-13M  20-12M    M        </a:t>
            </a:r>
            <a:r>
              <a:rPr lang="en-US" sz="2000" i="1" dirty="0" err="1"/>
              <a:t>M</a:t>
            </a:r>
            <a:r>
              <a:rPr lang="en-US" sz="2000" i="1" dirty="0"/>
              <a:t>         0          0</a:t>
            </a:r>
            <a:r>
              <a:rPr lang="en-US" sz="2400" i="1" dirty="0"/>
              <a:t> </a:t>
            </a:r>
          </a:p>
        </p:txBody>
      </p:sp>
      <p:sp>
        <p:nvSpPr>
          <p:cNvPr id="61" name="Speech Bubble: Oval 60">
            <a:extLst>
              <a:ext uri="{FF2B5EF4-FFF2-40B4-BE49-F238E27FC236}">
                <a16:creationId xmlns:a16="http://schemas.microsoft.com/office/drawing/2014/main" id="{F2FEDD22-ED9B-4C98-A561-86E8C89191B8}"/>
              </a:ext>
            </a:extLst>
          </p:cNvPr>
          <p:cNvSpPr/>
          <p:nvPr/>
        </p:nvSpPr>
        <p:spPr>
          <a:xfrm>
            <a:off x="3335339" y="5642356"/>
            <a:ext cx="2066919" cy="657365"/>
          </a:xfrm>
          <a:prstGeom prst="wedgeEllipseCallout">
            <a:avLst>
              <a:gd name="adj1" fmla="val -2093"/>
              <a:gd name="adj2" fmla="val -1882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Most Negative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B6C688-197D-4D6B-BD21-50BCD865AA06}"/>
              </a:ext>
            </a:extLst>
          </p:cNvPr>
          <p:cNvGrpSpPr/>
          <p:nvPr/>
        </p:nvGrpSpPr>
        <p:grpSpPr>
          <a:xfrm>
            <a:off x="4429762" y="297227"/>
            <a:ext cx="4890182" cy="2334551"/>
            <a:chOff x="4429762" y="297227"/>
            <a:chExt cx="4890182" cy="2334551"/>
          </a:xfrm>
        </p:grpSpPr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6D95ECDD-07C4-4F7E-AB4B-C82DDF7E6D54}"/>
                </a:ext>
              </a:extLst>
            </p:cNvPr>
            <p:cNvCxnSpPr>
              <a:cxnSpLocks/>
            </p:cNvCxnSpPr>
            <p:nvPr/>
          </p:nvCxnSpPr>
          <p:spPr>
            <a:xfrm>
              <a:off x="9319944" y="723511"/>
              <a:ext cx="0" cy="190826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D356310-2194-4FCE-ADBB-9E6EBD9573F9}"/>
                </a:ext>
              </a:extLst>
            </p:cNvPr>
            <p:cNvCxnSpPr>
              <a:cxnSpLocks/>
            </p:cNvCxnSpPr>
            <p:nvPr/>
          </p:nvCxnSpPr>
          <p:spPr>
            <a:xfrm>
              <a:off x="4451167" y="723511"/>
              <a:ext cx="4868777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1ED678CB-E332-456D-A882-96D5C84887FB}"/>
                </a:ext>
              </a:extLst>
            </p:cNvPr>
            <p:cNvCxnSpPr>
              <a:cxnSpLocks/>
            </p:cNvCxnSpPr>
            <p:nvPr/>
          </p:nvCxnSpPr>
          <p:spPr>
            <a:xfrm>
              <a:off x="4429762" y="723511"/>
              <a:ext cx="0" cy="189997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7AC6175-0F44-4F93-BCEA-38AB032A9BEC}"/>
                </a:ext>
              </a:extLst>
            </p:cNvPr>
            <p:cNvSpPr/>
            <p:nvPr/>
          </p:nvSpPr>
          <p:spPr>
            <a:xfrm>
              <a:off x="6343753" y="297227"/>
              <a:ext cx="228599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i="1" dirty="0"/>
                <a:t>Ratio = 24 / 4</a:t>
              </a:r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96D678D1-F8D4-4720-B079-DC9F7D6CD485}"/>
              </a:ext>
            </a:extLst>
          </p:cNvPr>
          <p:cNvSpPr/>
          <p:nvPr/>
        </p:nvSpPr>
        <p:spPr>
          <a:xfrm>
            <a:off x="9743142" y="2651787"/>
            <a:ext cx="625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6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E92C878-2DDB-49EA-A4E4-D0F885757BC5}"/>
              </a:ext>
            </a:extLst>
          </p:cNvPr>
          <p:cNvSpPr/>
          <p:nvPr/>
        </p:nvSpPr>
        <p:spPr>
          <a:xfrm>
            <a:off x="9684481" y="3271359"/>
            <a:ext cx="9686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10 /3</a:t>
            </a:r>
          </a:p>
        </p:txBody>
      </p:sp>
      <p:sp>
        <p:nvSpPr>
          <p:cNvPr id="69" name="Speech Bubble: Oval 68">
            <a:extLst>
              <a:ext uri="{FF2B5EF4-FFF2-40B4-BE49-F238E27FC236}">
                <a16:creationId xmlns:a16="http://schemas.microsoft.com/office/drawing/2014/main" id="{3E812685-EEDA-450E-A401-E172F376531F}"/>
              </a:ext>
            </a:extLst>
          </p:cNvPr>
          <p:cNvSpPr/>
          <p:nvPr/>
        </p:nvSpPr>
        <p:spPr>
          <a:xfrm>
            <a:off x="10056130" y="4009458"/>
            <a:ext cx="2066919" cy="657365"/>
          </a:xfrm>
          <a:prstGeom prst="wedgeEllipseCallout">
            <a:avLst>
              <a:gd name="adj1" fmla="val -21831"/>
              <a:gd name="adj2" fmla="val -1048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Least Positive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35BACF5-C4D7-4024-A643-040FF0954C75}"/>
              </a:ext>
            </a:extLst>
          </p:cNvPr>
          <p:cNvSpPr/>
          <p:nvPr/>
        </p:nvSpPr>
        <p:spPr>
          <a:xfrm>
            <a:off x="3999768" y="3132208"/>
            <a:ext cx="806911" cy="628053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4F07D44-0E0B-4113-8BE3-F35F370BB314}"/>
              </a:ext>
            </a:extLst>
          </p:cNvPr>
          <p:cNvSpPr/>
          <p:nvPr/>
        </p:nvSpPr>
        <p:spPr>
          <a:xfrm>
            <a:off x="3110329" y="3213126"/>
            <a:ext cx="65472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3          9          6          0         -1        0           1        30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2D5A9FE-AB61-414A-9860-30998EB309EA}"/>
              </a:ext>
            </a:extLst>
          </p:cNvPr>
          <p:cNvSpPr/>
          <p:nvPr/>
        </p:nvSpPr>
        <p:spPr>
          <a:xfrm>
            <a:off x="953411" y="2725890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M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BC43734-ABDC-4998-9FEC-7AEEE369F3F4}"/>
              </a:ext>
            </a:extLst>
          </p:cNvPr>
          <p:cNvSpPr/>
          <p:nvPr/>
        </p:nvSpPr>
        <p:spPr>
          <a:xfrm>
            <a:off x="931197" y="3214776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57636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5" grpId="0" animBg="1"/>
      <p:bldP spid="36" grpId="0" animBg="1"/>
      <p:bldP spid="37" grpId="0" animBg="1"/>
      <p:bldP spid="38" grpId="0" animBg="1"/>
      <p:bldP spid="53" grpId="0" animBg="1"/>
      <p:bldP spid="54" grpId="0" animBg="1"/>
      <p:bldP spid="61" grpId="0" animBg="1"/>
      <p:bldP spid="61" grpId="1" animBg="1"/>
      <p:bldP spid="67" grpId="0"/>
      <p:bldP spid="68" grpId="0"/>
      <p:bldP spid="69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Table 100">
            <a:extLst>
              <a:ext uri="{FF2B5EF4-FFF2-40B4-BE49-F238E27FC236}">
                <a16:creationId xmlns:a16="http://schemas.microsoft.com/office/drawing/2014/main" id="{770B5E12-9892-4D64-9061-6FE4FAA5BF7D}"/>
              </a:ext>
            </a:extLst>
          </p:cNvPr>
          <p:cNvGraphicFramePr>
            <a:graphicFrameLocks noGrp="1"/>
          </p:cNvGraphicFramePr>
          <p:nvPr/>
        </p:nvGraphicFramePr>
        <p:xfrm>
          <a:off x="417016" y="1043897"/>
          <a:ext cx="9681930" cy="36024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102">
                  <a:extLst>
                    <a:ext uri="{9D8B030D-6E8A-4147-A177-3AD203B41FA5}">
                      <a16:colId xmlns:a16="http://schemas.microsoft.com/office/drawing/2014/main" val="2905360103"/>
                    </a:ext>
                  </a:extLst>
                </a:gridCol>
                <a:gridCol w="705607">
                  <a:extLst>
                    <a:ext uri="{9D8B030D-6E8A-4147-A177-3AD203B41FA5}">
                      <a16:colId xmlns:a16="http://schemas.microsoft.com/office/drawing/2014/main" val="3101827574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3349711521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36187625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3236378667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96816014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197691529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336802328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1817267311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422073343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803208443"/>
                    </a:ext>
                  </a:extLst>
                </a:gridCol>
                <a:gridCol w="715809">
                  <a:extLst>
                    <a:ext uri="{9D8B030D-6E8A-4147-A177-3AD203B41FA5}">
                      <a16:colId xmlns:a16="http://schemas.microsoft.com/office/drawing/2014/main" val="2486267553"/>
                    </a:ext>
                  </a:extLst>
                </a:gridCol>
              </a:tblGrid>
              <a:tr h="683403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 Bi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Cj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Ratio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236699"/>
                  </a:ext>
                </a:extLst>
              </a:tr>
              <a:tr h="65730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Basic </a:t>
                      </a:r>
                      <a:r>
                        <a:rPr lang="en-US" b="1" dirty="0" err="1"/>
                        <a:t>Varibls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453594"/>
                  </a:ext>
                </a:extLst>
              </a:tr>
              <a:tr h="63709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Row3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387229"/>
                  </a:ext>
                </a:extLst>
              </a:tr>
              <a:tr h="50676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Row4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384561"/>
                  </a:ext>
                </a:extLst>
              </a:tr>
              <a:tr h="58129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950504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745653"/>
                  </a:ext>
                </a:extLst>
              </a:tr>
            </a:tbl>
          </a:graphicData>
        </a:graphic>
      </p:graphicFrame>
      <p:grpSp>
        <p:nvGrpSpPr>
          <p:cNvPr id="52" name="Group 51">
            <a:extLst>
              <a:ext uri="{FF2B5EF4-FFF2-40B4-BE49-F238E27FC236}">
                <a16:creationId xmlns:a16="http://schemas.microsoft.com/office/drawing/2014/main" id="{A0978A2F-D17D-406F-8102-52238845344B}"/>
              </a:ext>
            </a:extLst>
          </p:cNvPr>
          <p:cNvGrpSpPr/>
          <p:nvPr/>
        </p:nvGrpSpPr>
        <p:grpSpPr>
          <a:xfrm>
            <a:off x="2892198" y="4113151"/>
            <a:ext cx="4062256" cy="742361"/>
            <a:chOff x="2892198" y="4113151"/>
            <a:chExt cx="4062256" cy="742361"/>
          </a:xfrm>
        </p:grpSpPr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91772C39-7B15-4CFB-85EF-E3B812C5145A}"/>
                </a:ext>
              </a:extLst>
            </p:cNvPr>
            <p:cNvSpPr/>
            <p:nvPr/>
          </p:nvSpPr>
          <p:spPr>
            <a:xfrm>
              <a:off x="4493902" y="4135882"/>
              <a:ext cx="793537" cy="67527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8D9F98BA-4F2B-41DC-9F20-D900363D9646}"/>
                </a:ext>
              </a:extLst>
            </p:cNvPr>
            <p:cNvSpPr/>
            <p:nvPr/>
          </p:nvSpPr>
          <p:spPr>
            <a:xfrm>
              <a:off x="6160917" y="4123058"/>
              <a:ext cx="793537" cy="73245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7B2C0208-0B6F-4288-81AD-2D37041298CD}"/>
                </a:ext>
              </a:extLst>
            </p:cNvPr>
            <p:cNvSpPr/>
            <p:nvPr/>
          </p:nvSpPr>
          <p:spPr>
            <a:xfrm>
              <a:off x="2892198" y="4113151"/>
              <a:ext cx="793537" cy="70608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CA13A2D-A075-4C2B-A750-697B9B58C50A}"/>
              </a:ext>
            </a:extLst>
          </p:cNvPr>
          <p:cNvGrpSpPr/>
          <p:nvPr/>
        </p:nvGrpSpPr>
        <p:grpSpPr>
          <a:xfrm>
            <a:off x="7772578" y="4751726"/>
            <a:ext cx="4317646" cy="1687187"/>
            <a:chOff x="7772578" y="4751726"/>
            <a:chExt cx="4317646" cy="1687187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91BA477-D85B-4A2B-993C-35C9301F1728}"/>
                </a:ext>
              </a:extLst>
            </p:cNvPr>
            <p:cNvSpPr/>
            <p:nvPr/>
          </p:nvSpPr>
          <p:spPr>
            <a:xfrm rot="21177071">
              <a:off x="7772578" y="5320260"/>
              <a:ext cx="4317646" cy="111865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B944D3FE-07FF-4AEA-91F9-C6880011E91E}"/>
                </a:ext>
              </a:extLst>
            </p:cNvPr>
            <p:cNvCxnSpPr>
              <a:cxnSpLocks/>
              <a:stCxn id="25" idx="7"/>
            </p:cNvCxnSpPr>
            <p:nvPr/>
          </p:nvCxnSpPr>
          <p:spPr>
            <a:xfrm rot="16200000" flipV="1">
              <a:off x="10264058" y="4165956"/>
              <a:ext cx="240179" cy="2027401"/>
            </a:xfrm>
            <a:prstGeom prst="bentConnector2">
              <a:avLst/>
            </a:prstGeom>
            <a:ln w="381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E856775-BFD4-46FA-A6E9-37E959A6D69D}"/>
                </a:ext>
              </a:extLst>
            </p:cNvPr>
            <p:cNvSpPr/>
            <p:nvPr/>
          </p:nvSpPr>
          <p:spPr>
            <a:xfrm>
              <a:off x="10030073" y="4751726"/>
              <a:ext cx="127435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i="1" dirty="0"/>
                <a:t>Row4 Value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1E3A721-98EA-4FA0-9C28-A1CD39FEB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592" y="230692"/>
            <a:ext cx="8596668" cy="653143"/>
          </a:xfrm>
        </p:spPr>
        <p:txBody>
          <a:bodyPr>
            <a:normAutofit fontScale="90000"/>
          </a:bodyPr>
          <a:lstStyle/>
          <a:p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First Iteration Table</a:t>
            </a:r>
          </a:p>
        </p:txBody>
      </p:sp>
      <p:pic>
        <p:nvPicPr>
          <p:cNvPr id="105" name="Content Placeholder 6">
            <a:extLst>
              <a:ext uri="{FF2B5EF4-FFF2-40B4-BE49-F238E27FC236}">
                <a16:creationId xmlns:a16="http://schemas.microsoft.com/office/drawing/2014/main" id="{7C0282D7-E7D7-427C-BC81-D8A1078220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7016" y="4819236"/>
            <a:ext cx="3694946" cy="190523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EC99875-9AF0-4886-A485-6408E5688E53}"/>
              </a:ext>
            </a:extLst>
          </p:cNvPr>
          <p:cNvSpPr/>
          <p:nvPr/>
        </p:nvSpPr>
        <p:spPr>
          <a:xfrm>
            <a:off x="2779350" y="2493433"/>
            <a:ext cx="7286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2/3       0        10/3      -1       4/9       1        **       32/3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FFA232A-849D-4437-BBEB-7BE53C96ADFE}"/>
              </a:ext>
            </a:extLst>
          </p:cNvPr>
          <p:cNvCxnSpPr/>
          <p:nvPr/>
        </p:nvCxnSpPr>
        <p:spPr>
          <a:xfrm>
            <a:off x="2069515" y="1605583"/>
            <a:ext cx="6821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61F6384-3A5B-4EF4-8160-760C6EB3F737}"/>
              </a:ext>
            </a:extLst>
          </p:cNvPr>
          <p:cNvCxnSpPr>
            <a:cxnSpLocks/>
          </p:cNvCxnSpPr>
          <p:nvPr/>
        </p:nvCxnSpPr>
        <p:spPr>
          <a:xfrm>
            <a:off x="1285464" y="1270915"/>
            <a:ext cx="0" cy="3048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8FA17C8-CCE7-4524-81D1-D9EE24287520}"/>
              </a:ext>
            </a:extLst>
          </p:cNvPr>
          <p:cNvSpPr/>
          <p:nvPr/>
        </p:nvSpPr>
        <p:spPr>
          <a:xfrm>
            <a:off x="2126205" y="2480018"/>
            <a:ext cx="568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a1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4D80A3-52AA-40D7-BF96-283CE79B7172}"/>
              </a:ext>
            </a:extLst>
          </p:cNvPr>
          <p:cNvSpPr/>
          <p:nvPr/>
        </p:nvSpPr>
        <p:spPr>
          <a:xfrm>
            <a:off x="2120942" y="3032888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x2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18C794-874C-4DA4-8A29-424487A9230B}"/>
              </a:ext>
            </a:extLst>
          </p:cNvPr>
          <p:cNvSpPr/>
          <p:nvPr/>
        </p:nvSpPr>
        <p:spPr>
          <a:xfrm>
            <a:off x="1291769" y="2445743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5B681E-3656-4A00-9807-625E3475FAB3}"/>
              </a:ext>
            </a:extLst>
          </p:cNvPr>
          <p:cNvSpPr/>
          <p:nvPr/>
        </p:nvSpPr>
        <p:spPr>
          <a:xfrm>
            <a:off x="1269994" y="3062601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B4120C-8249-4285-AB77-F6E157DCD137}"/>
              </a:ext>
            </a:extLst>
          </p:cNvPr>
          <p:cNvSpPr/>
          <p:nvPr/>
        </p:nvSpPr>
        <p:spPr>
          <a:xfrm>
            <a:off x="2873408" y="3011938"/>
            <a:ext cx="7286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1/3       1         2/3       0        -1/9      0        **       10/3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18A05F-790C-4E1E-B400-EDCCDC2A94E3}"/>
              </a:ext>
            </a:extLst>
          </p:cNvPr>
          <p:cNvSpPr/>
          <p:nvPr/>
        </p:nvSpPr>
        <p:spPr>
          <a:xfrm>
            <a:off x="2107916" y="3545214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B3CE8C-3079-4DC3-8E89-30279AD8187D}"/>
              </a:ext>
            </a:extLst>
          </p:cNvPr>
          <p:cNvSpPr/>
          <p:nvPr/>
        </p:nvSpPr>
        <p:spPr>
          <a:xfrm>
            <a:off x="2857930" y="3638898"/>
            <a:ext cx="74067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/>
              <a:t>2/3M+5     </a:t>
            </a:r>
            <a:r>
              <a:rPr lang="en-US" sz="2000" i="1" dirty="0"/>
              <a:t>15</a:t>
            </a:r>
            <a:r>
              <a:rPr lang="en-US" sz="1600" i="1" dirty="0"/>
              <a:t>       10/3M+10     </a:t>
            </a:r>
            <a:r>
              <a:rPr lang="en-US" sz="2000" i="1" dirty="0"/>
              <a:t>-M</a:t>
            </a:r>
            <a:r>
              <a:rPr lang="en-US" sz="1600" i="1" dirty="0"/>
              <a:t>      4/9M-5/3    </a:t>
            </a:r>
            <a:r>
              <a:rPr lang="en-US" sz="2000" i="1" dirty="0"/>
              <a:t>M</a:t>
            </a:r>
            <a:r>
              <a:rPr lang="en-US" sz="1600" i="1" dirty="0"/>
              <a:t>           </a:t>
            </a:r>
            <a:r>
              <a:rPr lang="en-US" sz="2000" i="1" dirty="0"/>
              <a:t>**         </a:t>
            </a:r>
            <a:r>
              <a:rPr lang="en-US" sz="1400" i="1" dirty="0"/>
              <a:t>32/3M+50</a:t>
            </a:r>
            <a:endParaRPr lang="en-US" sz="2400" i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012ECF-9413-4915-8D25-59DB59784865}"/>
              </a:ext>
            </a:extLst>
          </p:cNvPr>
          <p:cNvSpPr/>
          <p:nvPr/>
        </p:nvSpPr>
        <p:spPr>
          <a:xfrm>
            <a:off x="1804628" y="4100732"/>
            <a:ext cx="1211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i="1" dirty="0" err="1"/>
              <a:t>Cj</a:t>
            </a:r>
            <a:r>
              <a:rPr lang="en-US" sz="2400" i="1" dirty="0"/>
              <a:t> - </a:t>
            </a:r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3CD066-D592-4CFC-8DEA-44455FE4A64F}"/>
              </a:ext>
            </a:extLst>
          </p:cNvPr>
          <p:cNvSpPr/>
          <p:nvPr/>
        </p:nvSpPr>
        <p:spPr>
          <a:xfrm>
            <a:off x="2831204" y="4100732"/>
            <a:ext cx="73050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/>
              <a:t>-2/3M+2</a:t>
            </a:r>
            <a:r>
              <a:rPr lang="en-US" sz="2400" i="1" dirty="0"/>
              <a:t>   0      </a:t>
            </a:r>
            <a:r>
              <a:rPr lang="en-US" sz="1200" i="1" dirty="0"/>
              <a:t>-</a:t>
            </a:r>
            <a:r>
              <a:rPr lang="en-US" sz="1400" i="1" dirty="0"/>
              <a:t>10/3M+10</a:t>
            </a:r>
            <a:r>
              <a:rPr lang="en-US" sz="2800" i="1" dirty="0"/>
              <a:t> </a:t>
            </a:r>
            <a:r>
              <a:rPr lang="en-US" sz="2400" i="1" dirty="0"/>
              <a:t>  M      </a:t>
            </a:r>
            <a:r>
              <a:rPr lang="en-US" sz="1600" i="1" dirty="0"/>
              <a:t> -4/9M+5/3     </a:t>
            </a:r>
            <a:r>
              <a:rPr lang="en-US" sz="2400" i="1" dirty="0"/>
              <a:t>0       **     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62F9FD-4326-4132-BEB5-10A861ED6B6E}"/>
              </a:ext>
            </a:extLst>
          </p:cNvPr>
          <p:cNvCxnSpPr>
            <a:cxnSpLocks/>
          </p:cNvCxnSpPr>
          <p:nvPr/>
        </p:nvCxnSpPr>
        <p:spPr>
          <a:xfrm flipH="1">
            <a:off x="1815646" y="1601261"/>
            <a:ext cx="2273481" cy="154769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53EB4CC-E545-4AEE-8445-42BE998F9A19}"/>
              </a:ext>
            </a:extLst>
          </p:cNvPr>
          <p:cNvCxnSpPr>
            <a:cxnSpLocks/>
          </p:cNvCxnSpPr>
          <p:nvPr/>
        </p:nvCxnSpPr>
        <p:spPr>
          <a:xfrm flipH="1">
            <a:off x="2543295" y="2222402"/>
            <a:ext cx="1353456" cy="97299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6C944B3-AEA3-4F3F-876F-5B03D7DAA915}"/>
              </a:ext>
            </a:extLst>
          </p:cNvPr>
          <p:cNvSpPr/>
          <p:nvPr/>
        </p:nvSpPr>
        <p:spPr>
          <a:xfrm>
            <a:off x="4463103" y="4858325"/>
            <a:ext cx="56177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New x2 = old values / Key Element 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F3340CC-C3DD-410D-9685-CF87808382EB}"/>
              </a:ext>
            </a:extLst>
          </p:cNvPr>
          <p:cNvGrpSpPr/>
          <p:nvPr/>
        </p:nvGrpSpPr>
        <p:grpSpPr>
          <a:xfrm>
            <a:off x="4089127" y="5362061"/>
            <a:ext cx="7929492" cy="840812"/>
            <a:chOff x="4361171" y="5460537"/>
            <a:chExt cx="7662312" cy="840812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BE15270-EAD4-4C37-9392-384F4529EBF2}"/>
                </a:ext>
              </a:extLst>
            </p:cNvPr>
            <p:cNvSpPr/>
            <p:nvPr/>
          </p:nvSpPr>
          <p:spPr>
            <a:xfrm>
              <a:off x="4361171" y="5585546"/>
              <a:ext cx="253311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i="1" dirty="0"/>
                <a:t>New a1 </a:t>
              </a:r>
              <a:r>
                <a:rPr lang="en-US" sz="1600" i="1" dirty="0"/>
                <a:t>= Old Value –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8B411D7-F6EE-4C69-9A08-806CD592A4A5}"/>
                </a:ext>
              </a:extLst>
            </p:cNvPr>
            <p:cNvSpPr/>
            <p:nvPr/>
          </p:nvSpPr>
          <p:spPr>
            <a:xfrm>
              <a:off x="6667708" y="5460537"/>
              <a:ext cx="53557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i="1" dirty="0"/>
                <a:t>Corresponding Key Col Val X Corresponding Key Row Value  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E9D4F12-CBEE-48B4-B482-76873BBAE090}"/>
                </a:ext>
              </a:extLst>
            </p:cNvPr>
            <p:cNvCxnSpPr/>
            <p:nvPr/>
          </p:nvCxnSpPr>
          <p:spPr>
            <a:xfrm>
              <a:off x="6750031" y="5862675"/>
              <a:ext cx="4963885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0B13492-252B-4498-9764-45E51064B8F0}"/>
                </a:ext>
              </a:extLst>
            </p:cNvPr>
            <p:cNvSpPr/>
            <p:nvPr/>
          </p:nvSpPr>
          <p:spPr>
            <a:xfrm>
              <a:off x="7910733" y="5962795"/>
              <a:ext cx="219120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i="1" dirty="0"/>
                <a:t>Key Element Value</a:t>
              </a:r>
            </a:p>
          </p:txBody>
        </p:sp>
      </p:grp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EC94D3A-451E-4884-8750-920542A92D33}"/>
              </a:ext>
            </a:extLst>
          </p:cNvPr>
          <p:cNvSpPr/>
          <p:nvPr/>
        </p:nvSpPr>
        <p:spPr>
          <a:xfrm>
            <a:off x="2873408" y="1185922"/>
            <a:ext cx="56516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7         15        20         0         0         M        </a:t>
            </a:r>
            <a:r>
              <a:rPr lang="en-US" sz="2400" i="1" dirty="0" err="1"/>
              <a:t>M</a:t>
            </a:r>
            <a:endParaRPr lang="en-US" sz="2400" i="1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617C1D9-061A-40C5-B622-C93478A5F31D}"/>
              </a:ext>
            </a:extLst>
          </p:cNvPr>
          <p:cNvSpPr/>
          <p:nvPr/>
        </p:nvSpPr>
        <p:spPr>
          <a:xfrm>
            <a:off x="2873409" y="1843433"/>
            <a:ext cx="60631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x1        x2        x3        s1        s2       a1       a2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583237C-2886-4603-91E6-BC45C989AB71}"/>
              </a:ext>
            </a:extLst>
          </p:cNvPr>
          <p:cNvSpPr/>
          <p:nvPr/>
        </p:nvSpPr>
        <p:spPr>
          <a:xfrm>
            <a:off x="7327397" y="175813"/>
            <a:ext cx="43708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00FFFF"/>
                </a:highlight>
              </a:rPr>
              <a:t>Optimality Condition </a:t>
            </a:r>
            <a:r>
              <a:rPr lang="en-US" b="1" dirty="0"/>
              <a:t>For Minimization</a:t>
            </a:r>
          </a:p>
          <a:p>
            <a:r>
              <a:rPr lang="en-US" b="1" dirty="0"/>
              <a:t>All </a:t>
            </a:r>
            <a:r>
              <a:rPr lang="en-US" b="1" dirty="0" err="1"/>
              <a:t>Cj</a:t>
            </a:r>
            <a:r>
              <a:rPr lang="en-US" b="1" dirty="0"/>
              <a:t> – </a:t>
            </a:r>
            <a:r>
              <a:rPr lang="en-US" b="1" dirty="0" err="1"/>
              <a:t>Zj</a:t>
            </a:r>
            <a:r>
              <a:rPr lang="en-US" b="1" dirty="0"/>
              <a:t> &gt;= 0 </a:t>
            </a:r>
          </a:p>
        </p:txBody>
      </p:sp>
    </p:spTree>
    <p:extLst>
      <p:ext uri="{BB962C8B-B14F-4D97-AF65-F5344CB8AC3E}">
        <p14:creationId xmlns:p14="http://schemas.microsoft.com/office/powerpoint/2010/main" val="3122977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7" grpId="0"/>
      <p:bldP spid="4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A2230406-679D-46AA-A618-AA17F9AA5204}"/>
              </a:ext>
            </a:extLst>
          </p:cNvPr>
          <p:cNvSpPr/>
          <p:nvPr/>
        </p:nvSpPr>
        <p:spPr>
          <a:xfrm>
            <a:off x="2712174" y="2347253"/>
            <a:ext cx="8339877" cy="7188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2BA2823-CD00-4A76-AB7D-B9798A973081}"/>
              </a:ext>
            </a:extLst>
          </p:cNvPr>
          <p:cNvSpPr/>
          <p:nvPr/>
        </p:nvSpPr>
        <p:spPr>
          <a:xfrm>
            <a:off x="4472595" y="723008"/>
            <a:ext cx="806911" cy="4368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1" name="Table 100">
            <a:extLst>
              <a:ext uri="{FF2B5EF4-FFF2-40B4-BE49-F238E27FC236}">
                <a16:creationId xmlns:a16="http://schemas.microsoft.com/office/drawing/2014/main" id="{770B5E12-9892-4D64-9061-6FE4FAA5BF7D}"/>
              </a:ext>
            </a:extLst>
          </p:cNvPr>
          <p:cNvGraphicFramePr>
            <a:graphicFrameLocks noGrp="1"/>
          </p:cNvGraphicFramePr>
          <p:nvPr/>
        </p:nvGraphicFramePr>
        <p:xfrm>
          <a:off x="417016" y="1043897"/>
          <a:ext cx="9681930" cy="36024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102">
                  <a:extLst>
                    <a:ext uri="{9D8B030D-6E8A-4147-A177-3AD203B41FA5}">
                      <a16:colId xmlns:a16="http://schemas.microsoft.com/office/drawing/2014/main" val="2905360103"/>
                    </a:ext>
                  </a:extLst>
                </a:gridCol>
                <a:gridCol w="705607">
                  <a:extLst>
                    <a:ext uri="{9D8B030D-6E8A-4147-A177-3AD203B41FA5}">
                      <a16:colId xmlns:a16="http://schemas.microsoft.com/office/drawing/2014/main" val="3101827574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3349711521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36187625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3236378667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96816014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197691529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336802328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1817267311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422073343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803208443"/>
                    </a:ext>
                  </a:extLst>
                </a:gridCol>
                <a:gridCol w="715809">
                  <a:extLst>
                    <a:ext uri="{9D8B030D-6E8A-4147-A177-3AD203B41FA5}">
                      <a16:colId xmlns:a16="http://schemas.microsoft.com/office/drawing/2014/main" val="2486267553"/>
                    </a:ext>
                  </a:extLst>
                </a:gridCol>
              </a:tblGrid>
              <a:tr h="683403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 Bi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Cj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Ratio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236699"/>
                  </a:ext>
                </a:extLst>
              </a:tr>
              <a:tr h="65730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Basic </a:t>
                      </a:r>
                      <a:r>
                        <a:rPr lang="en-US" b="1" dirty="0" err="1"/>
                        <a:t>Varibls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453594"/>
                  </a:ext>
                </a:extLst>
              </a:tr>
              <a:tr h="63709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Row3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387229"/>
                  </a:ext>
                </a:extLst>
              </a:tr>
              <a:tr h="50676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Row4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384561"/>
                  </a:ext>
                </a:extLst>
              </a:tr>
              <a:tr h="58129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950504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745653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1E3A721-98EA-4FA0-9C28-A1CD39FEB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016" y="188652"/>
            <a:ext cx="8596668" cy="653143"/>
          </a:xfrm>
        </p:spPr>
        <p:txBody>
          <a:bodyPr>
            <a:normAutofit fontScale="90000"/>
          </a:bodyPr>
          <a:lstStyle/>
          <a:p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Iteration Table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C99875-9AF0-4886-A485-6408E5688E53}"/>
              </a:ext>
            </a:extLst>
          </p:cNvPr>
          <p:cNvSpPr/>
          <p:nvPr/>
        </p:nvSpPr>
        <p:spPr>
          <a:xfrm>
            <a:off x="2779350" y="2493433"/>
            <a:ext cx="6591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2/3       0        10/3     -1        4/9      1         **       32/3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FFA232A-849D-4437-BBEB-7BE53C96ADFE}"/>
              </a:ext>
            </a:extLst>
          </p:cNvPr>
          <p:cNvCxnSpPr/>
          <p:nvPr/>
        </p:nvCxnSpPr>
        <p:spPr>
          <a:xfrm>
            <a:off x="2069515" y="1605583"/>
            <a:ext cx="6821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61F6384-3A5B-4EF4-8160-760C6EB3F737}"/>
              </a:ext>
            </a:extLst>
          </p:cNvPr>
          <p:cNvCxnSpPr>
            <a:cxnSpLocks/>
          </p:cNvCxnSpPr>
          <p:nvPr/>
        </p:nvCxnSpPr>
        <p:spPr>
          <a:xfrm>
            <a:off x="1285464" y="1270915"/>
            <a:ext cx="0" cy="3048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8FA17C8-CCE7-4524-81D1-D9EE24287520}"/>
              </a:ext>
            </a:extLst>
          </p:cNvPr>
          <p:cNvSpPr/>
          <p:nvPr/>
        </p:nvSpPr>
        <p:spPr>
          <a:xfrm>
            <a:off x="2126205" y="2480018"/>
            <a:ext cx="568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a1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4D80A3-52AA-40D7-BF96-283CE79B7172}"/>
              </a:ext>
            </a:extLst>
          </p:cNvPr>
          <p:cNvSpPr/>
          <p:nvPr/>
        </p:nvSpPr>
        <p:spPr>
          <a:xfrm>
            <a:off x="2120942" y="3032888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x2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18C794-874C-4DA4-8A29-424487A9230B}"/>
              </a:ext>
            </a:extLst>
          </p:cNvPr>
          <p:cNvSpPr/>
          <p:nvPr/>
        </p:nvSpPr>
        <p:spPr>
          <a:xfrm>
            <a:off x="1291769" y="2445743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5B681E-3656-4A00-9807-625E3475FAB3}"/>
              </a:ext>
            </a:extLst>
          </p:cNvPr>
          <p:cNvSpPr/>
          <p:nvPr/>
        </p:nvSpPr>
        <p:spPr>
          <a:xfrm>
            <a:off x="1269994" y="3062601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B4120C-8249-4285-AB77-F6E157DCD137}"/>
              </a:ext>
            </a:extLst>
          </p:cNvPr>
          <p:cNvSpPr/>
          <p:nvPr/>
        </p:nvSpPr>
        <p:spPr>
          <a:xfrm>
            <a:off x="2873408" y="3011938"/>
            <a:ext cx="7286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1/3       1        2/3        0       -1/9      0         **       10/3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18A05F-790C-4E1E-B400-EDCCDC2A94E3}"/>
              </a:ext>
            </a:extLst>
          </p:cNvPr>
          <p:cNvSpPr/>
          <p:nvPr/>
        </p:nvSpPr>
        <p:spPr>
          <a:xfrm>
            <a:off x="2107916" y="3545214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B3CE8C-3079-4DC3-8E89-30279AD8187D}"/>
              </a:ext>
            </a:extLst>
          </p:cNvPr>
          <p:cNvSpPr/>
          <p:nvPr/>
        </p:nvSpPr>
        <p:spPr>
          <a:xfrm>
            <a:off x="2857930" y="3638898"/>
            <a:ext cx="74067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/>
              <a:t>2/3M+5     </a:t>
            </a:r>
            <a:r>
              <a:rPr lang="en-US" sz="2000" i="1" dirty="0"/>
              <a:t>15</a:t>
            </a:r>
            <a:r>
              <a:rPr lang="en-US" sz="1600" i="1" dirty="0"/>
              <a:t>     10/3M+10      </a:t>
            </a:r>
            <a:r>
              <a:rPr lang="en-US" sz="2000" i="1" dirty="0"/>
              <a:t>-M</a:t>
            </a:r>
            <a:r>
              <a:rPr lang="en-US" sz="1600" i="1" dirty="0"/>
              <a:t>        4/9M-5/3     </a:t>
            </a:r>
            <a:r>
              <a:rPr lang="en-US" sz="2000" i="1" dirty="0"/>
              <a:t>M</a:t>
            </a:r>
            <a:r>
              <a:rPr lang="en-US" sz="1600" i="1" dirty="0"/>
              <a:t>          </a:t>
            </a:r>
            <a:r>
              <a:rPr lang="en-US" sz="2000" i="1" dirty="0"/>
              <a:t>**         </a:t>
            </a:r>
            <a:r>
              <a:rPr lang="en-US" sz="1400" i="1" dirty="0"/>
              <a:t>32/3M+50</a:t>
            </a:r>
            <a:endParaRPr lang="en-US" sz="2400" i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012ECF-9413-4915-8D25-59DB59784865}"/>
              </a:ext>
            </a:extLst>
          </p:cNvPr>
          <p:cNvSpPr/>
          <p:nvPr/>
        </p:nvSpPr>
        <p:spPr>
          <a:xfrm>
            <a:off x="1804628" y="4100732"/>
            <a:ext cx="1211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Cj</a:t>
            </a:r>
            <a:r>
              <a:rPr lang="en-US" sz="2400" i="1" dirty="0"/>
              <a:t> - </a:t>
            </a:r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3CD066-D592-4CFC-8DEA-44455FE4A64F}"/>
              </a:ext>
            </a:extLst>
          </p:cNvPr>
          <p:cNvSpPr/>
          <p:nvPr/>
        </p:nvSpPr>
        <p:spPr>
          <a:xfrm>
            <a:off x="2831204" y="4100732"/>
            <a:ext cx="73050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/>
              <a:t>-2/3M+2</a:t>
            </a:r>
            <a:r>
              <a:rPr lang="en-US" sz="2400" i="1" dirty="0"/>
              <a:t>   0       </a:t>
            </a:r>
            <a:r>
              <a:rPr lang="en-US" sz="1400" i="1" dirty="0"/>
              <a:t>-10/3M+10</a:t>
            </a:r>
            <a:r>
              <a:rPr lang="en-US" sz="2400" i="1" dirty="0"/>
              <a:t>   M      </a:t>
            </a:r>
            <a:r>
              <a:rPr lang="en-US" sz="1400" i="1" dirty="0"/>
              <a:t>-4/9M+5/3</a:t>
            </a:r>
            <a:r>
              <a:rPr lang="en-US" sz="2400" i="1" dirty="0"/>
              <a:t>    0       **      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EC94D3A-451E-4884-8750-920542A92D33}"/>
              </a:ext>
            </a:extLst>
          </p:cNvPr>
          <p:cNvSpPr/>
          <p:nvPr/>
        </p:nvSpPr>
        <p:spPr>
          <a:xfrm>
            <a:off x="2873408" y="1185922"/>
            <a:ext cx="56516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7         15        20        0         0         M        </a:t>
            </a:r>
            <a:r>
              <a:rPr lang="en-US" sz="2400" i="1" dirty="0" err="1"/>
              <a:t>M</a:t>
            </a:r>
            <a:endParaRPr lang="en-US" sz="2400" i="1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617C1D9-061A-40C5-B622-C93478A5F31D}"/>
              </a:ext>
            </a:extLst>
          </p:cNvPr>
          <p:cNvSpPr/>
          <p:nvPr/>
        </p:nvSpPr>
        <p:spPr>
          <a:xfrm>
            <a:off x="2873409" y="1843433"/>
            <a:ext cx="60631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x1       x2        x3         s1       s2        a1       a2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BCE2C9A-7D01-465C-A325-7350D207CADB}"/>
              </a:ext>
            </a:extLst>
          </p:cNvPr>
          <p:cNvSpPr/>
          <p:nvPr/>
        </p:nvSpPr>
        <p:spPr>
          <a:xfrm>
            <a:off x="9385748" y="2480018"/>
            <a:ext cx="7505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/>
              <a:t>16/5</a:t>
            </a:r>
            <a:endParaRPr lang="en-US" sz="2400" i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C8EBF37-C01E-4D88-983F-8D0E09CD2645}"/>
              </a:ext>
            </a:extLst>
          </p:cNvPr>
          <p:cNvSpPr/>
          <p:nvPr/>
        </p:nvSpPr>
        <p:spPr>
          <a:xfrm>
            <a:off x="9327914" y="3068463"/>
            <a:ext cx="7505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/>
              <a:t>   5</a:t>
            </a:r>
            <a:endParaRPr lang="en-US" sz="2400" i="1" dirty="0"/>
          </a:p>
        </p:txBody>
      </p:sp>
      <p:sp>
        <p:nvSpPr>
          <p:cNvPr id="42" name="Speech Bubble: Oval 41">
            <a:extLst>
              <a:ext uri="{FF2B5EF4-FFF2-40B4-BE49-F238E27FC236}">
                <a16:creationId xmlns:a16="http://schemas.microsoft.com/office/drawing/2014/main" id="{3B9F82C2-A9D8-4CCD-9F8D-88BE7E711AF2}"/>
              </a:ext>
            </a:extLst>
          </p:cNvPr>
          <p:cNvSpPr/>
          <p:nvPr/>
        </p:nvSpPr>
        <p:spPr>
          <a:xfrm>
            <a:off x="3838076" y="5535314"/>
            <a:ext cx="2066919" cy="657365"/>
          </a:xfrm>
          <a:prstGeom prst="wedgeEllipseCallout">
            <a:avLst>
              <a:gd name="adj1" fmla="val -2093"/>
              <a:gd name="adj2" fmla="val -1882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Most Negative</a:t>
            </a:r>
          </a:p>
        </p:txBody>
      </p:sp>
      <p:sp>
        <p:nvSpPr>
          <p:cNvPr id="43" name="Speech Bubble: Oval 42">
            <a:extLst>
              <a:ext uri="{FF2B5EF4-FFF2-40B4-BE49-F238E27FC236}">
                <a16:creationId xmlns:a16="http://schemas.microsoft.com/office/drawing/2014/main" id="{B2C2EAB1-E285-420C-8470-76EC5B6B2D0C}"/>
              </a:ext>
            </a:extLst>
          </p:cNvPr>
          <p:cNvSpPr/>
          <p:nvPr/>
        </p:nvSpPr>
        <p:spPr>
          <a:xfrm>
            <a:off x="10194969" y="3216531"/>
            <a:ext cx="1770886" cy="657365"/>
          </a:xfrm>
          <a:prstGeom prst="wedgeEllipseCallout">
            <a:avLst>
              <a:gd name="adj1" fmla="val -59962"/>
              <a:gd name="adj2" fmla="val -1198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Least Positive</a:t>
            </a:r>
          </a:p>
        </p:txBody>
      </p:sp>
    </p:spTree>
    <p:extLst>
      <p:ext uri="{BB962C8B-B14F-4D97-AF65-F5344CB8AC3E}">
        <p14:creationId xmlns:p14="http://schemas.microsoft.com/office/powerpoint/2010/main" val="3482240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0" grpId="0" animBg="1"/>
      <p:bldP spid="36" grpId="0"/>
      <p:bldP spid="37" grpId="0"/>
      <p:bldP spid="42" grpId="0" animBg="1"/>
      <p:bldP spid="42" grpId="1" animBg="1"/>
      <p:bldP spid="43" grpId="0" animBg="1"/>
      <p:bldP spid="43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Table 100">
            <a:extLst>
              <a:ext uri="{FF2B5EF4-FFF2-40B4-BE49-F238E27FC236}">
                <a16:creationId xmlns:a16="http://schemas.microsoft.com/office/drawing/2014/main" id="{770B5E12-9892-4D64-9061-6FE4FAA5BF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927504"/>
              </p:ext>
            </p:extLst>
          </p:nvPr>
        </p:nvGraphicFramePr>
        <p:xfrm>
          <a:off x="372772" y="1043897"/>
          <a:ext cx="9681930" cy="36024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102">
                  <a:extLst>
                    <a:ext uri="{9D8B030D-6E8A-4147-A177-3AD203B41FA5}">
                      <a16:colId xmlns:a16="http://schemas.microsoft.com/office/drawing/2014/main" val="2905360103"/>
                    </a:ext>
                  </a:extLst>
                </a:gridCol>
                <a:gridCol w="705607">
                  <a:extLst>
                    <a:ext uri="{9D8B030D-6E8A-4147-A177-3AD203B41FA5}">
                      <a16:colId xmlns:a16="http://schemas.microsoft.com/office/drawing/2014/main" val="3101827574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3349711521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36187625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3236378667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96816014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197691529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3368023288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1817267311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422073343"/>
                    </a:ext>
                  </a:extLst>
                </a:gridCol>
                <a:gridCol w="815102">
                  <a:extLst>
                    <a:ext uri="{9D8B030D-6E8A-4147-A177-3AD203B41FA5}">
                      <a16:colId xmlns:a16="http://schemas.microsoft.com/office/drawing/2014/main" val="2803208443"/>
                    </a:ext>
                  </a:extLst>
                </a:gridCol>
                <a:gridCol w="715809">
                  <a:extLst>
                    <a:ext uri="{9D8B030D-6E8A-4147-A177-3AD203B41FA5}">
                      <a16:colId xmlns:a16="http://schemas.microsoft.com/office/drawing/2014/main" val="2486267553"/>
                    </a:ext>
                  </a:extLst>
                </a:gridCol>
              </a:tblGrid>
              <a:tr h="683403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 Bi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Cj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Ratio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236699"/>
                  </a:ext>
                </a:extLst>
              </a:tr>
              <a:tr h="65730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Basic </a:t>
                      </a:r>
                      <a:r>
                        <a:rPr lang="en-US" b="1" dirty="0" err="1"/>
                        <a:t>Varibls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453594"/>
                  </a:ext>
                </a:extLst>
              </a:tr>
              <a:tr h="63709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Row5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387229"/>
                  </a:ext>
                </a:extLst>
              </a:tr>
              <a:tr h="50676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Row6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384561"/>
                  </a:ext>
                </a:extLst>
              </a:tr>
              <a:tr h="58129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950504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745653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1E3A721-98EA-4FA0-9C28-A1CD39FEB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459" y="290902"/>
            <a:ext cx="8596668" cy="653143"/>
          </a:xfrm>
        </p:spPr>
        <p:txBody>
          <a:bodyPr>
            <a:normAutofit fontScale="90000"/>
          </a:bodyPr>
          <a:lstStyle/>
          <a:p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Iteration Table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C99875-9AF0-4886-A485-6408E5688E53}"/>
              </a:ext>
            </a:extLst>
          </p:cNvPr>
          <p:cNvSpPr/>
          <p:nvPr/>
        </p:nvSpPr>
        <p:spPr>
          <a:xfrm>
            <a:off x="2779350" y="2493433"/>
            <a:ext cx="6591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1/5       0          1       </a:t>
            </a:r>
            <a:r>
              <a:rPr lang="en-US" sz="2000" i="1" dirty="0"/>
              <a:t>-3/10</a:t>
            </a:r>
            <a:r>
              <a:rPr lang="en-US" sz="2400" i="1" dirty="0"/>
              <a:t>      </a:t>
            </a:r>
            <a:r>
              <a:rPr lang="en-US" sz="2000" i="1" dirty="0"/>
              <a:t>2/15</a:t>
            </a:r>
            <a:r>
              <a:rPr lang="en-US" sz="2400" i="1" dirty="0"/>
              <a:t>    **      **        16/5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FFA232A-849D-4437-BBEB-7BE53C96ADFE}"/>
              </a:ext>
            </a:extLst>
          </p:cNvPr>
          <p:cNvCxnSpPr/>
          <p:nvPr/>
        </p:nvCxnSpPr>
        <p:spPr>
          <a:xfrm>
            <a:off x="2069515" y="1605583"/>
            <a:ext cx="6821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61F6384-3A5B-4EF4-8160-760C6EB3F737}"/>
              </a:ext>
            </a:extLst>
          </p:cNvPr>
          <p:cNvCxnSpPr>
            <a:cxnSpLocks/>
          </p:cNvCxnSpPr>
          <p:nvPr/>
        </p:nvCxnSpPr>
        <p:spPr>
          <a:xfrm>
            <a:off x="1285464" y="1270915"/>
            <a:ext cx="0" cy="3048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8FA17C8-CCE7-4524-81D1-D9EE24287520}"/>
              </a:ext>
            </a:extLst>
          </p:cNvPr>
          <p:cNvSpPr/>
          <p:nvPr/>
        </p:nvSpPr>
        <p:spPr>
          <a:xfrm>
            <a:off x="2126205" y="2480018"/>
            <a:ext cx="568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x3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4D80A3-52AA-40D7-BF96-283CE79B7172}"/>
              </a:ext>
            </a:extLst>
          </p:cNvPr>
          <p:cNvSpPr/>
          <p:nvPr/>
        </p:nvSpPr>
        <p:spPr>
          <a:xfrm>
            <a:off x="2120942" y="3032888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x2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18C794-874C-4DA4-8A29-424487A9230B}"/>
              </a:ext>
            </a:extLst>
          </p:cNvPr>
          <p:cNvSpPr/>
          <p:nvPr/>
        </p:nvSpPr>
        <p:spPr>
          <a:xfrm>
            <a:off x="1291769" y="2445743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20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5B681E-3656-4A00-9807-625E3475FAB3}"/>
              </a:ext>
            </a:extLst>
          </p:cNvPr>
          <p:cNvSpPr/>
          <p:nvPr/>
        </p:nvSpPr>
        <p:spPr>
          <a:xfrm>
            <a:off x="1269994" y="3062601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B4120C-8249-4285-AB77-F6E157DCD137}"/>
              </a:ext>
            </a:extLst>
          </p:cNvPr>
          <p:cNvSpPr/>
          <p:nvPr/>
        </p:nvSpPr>
        <p:spPr>
          <a:xfrm>
            <a:off x="2873408" y="3011938"/>
            <a:ext cx="6591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1/5      1          0        1/5       -1/5     **      **        6/5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18A05F-790C-4E1E-B400-EDCCDC2A94E3}"/>
              </a:ext>
            </a:extLst>
          </p:cNvPr>
          <p:cNvSpPr/>
          <p:nvPr/>
        </p:nvSpPr>
        <p:spPr>
          <a:xfrm>
            <a:off x="2107916" y="3545214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B3CE8C-3079-4DC3-8E89-30279AD8187D}"/>
              </a:ext>
            </a:extLst>
          </p:cNvPr>
          <p:cNvSpPr/>
          <p:nvPr/>
        </p:nvSpPr>
        <p:spPr>
          <a:xfrm>
            <a:off x="2857930" y="3638898"/>
            <a:ext cx="74067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/>
              <a:t>   </a:t>
            </a:r>
            <a:r>
              <a:rPr lang="en-US" sz="2000" i="1" dirty="0"/>
              <a:t>7</a:t>
            </a:r>
            <a:r>
              <a:rPr lang="en-US" sz="1600" i="1" dirty="0"/>
              <a:t>            </a:t>
            </a:r>
            <a:r>
              <a:rPr lang="en-US" sz="2000" i="1" dirty="0"/>
              <a:t>15</a:t>
            </a:r>
            <a:r>
              <a:rPr lang="en-US" sz="1600" i="1" dirty="0"/>
              <a:t>            </a:t>
            </a:r>
            <a:r>
              <a:rPr lang="en-US" sz="2000" i="1" dirty="0"/>
              <a:t>20</a:t>
            </a:r>
            <a:r>
              <a:rPr lang="en-US" sz="1600" i="1" dirty="0"/>
              <a:t>              </a:t>
            </a:r>
            <a:r>
              <a:rPr lang="en-US" sz="2000" i="1" dirty="0"/>
              <a:t>-3</a:t>
            </a:r>
            <a:r>
              <a:rPr lang="en-US" sz="1600" i="1" dirty="0"/>
              <a:t>             </a:t>
            </a:r>
            <a:r>
              <a:rPr lang="en-US" sz="2000" i="1" dirty="0"/>
              <a:t>-1/3</a:t>
            </a:r>
            <a:r>
              <a:rPr lang="en-US" sz="1600" i="1" dirty="0"/>
              <a:t>          </a:t>
            </a:r>
            <a:r>
              <a:rPr lang="en-US" sz="2000" i="1" dirty="0"/>
              <a:t>**</a:t>
            </a:r>
            <a:r>
              <a:rPr lang="en-US" sz="1600" i="1" dirty="0"/>
              <a:t>          </a:t>
            </a:r>
            <a:r>
              <a:rPr lang="en-US" sz="2000" i="1" dirty="0"/>
              <a:t>**          82</a:t>
            </a:r>
            <a:endParaRPr lang="en-US" sz="2400" i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012ECF-9413-4915-8D25-59DB59784865}"/>
              </a:ext>
            </a:extLst>
          </p:cNvPr>
          <p:cNvSpPr/>
          <p:nvPr/>
        </p:nvSpPr>
        <p:spPr>
          <a:xfrm>
            <a:off x="1804628" y="4100732"/>
            <a:ext cx="1211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Cj</a:t>
            </a:r>
            <a:r>
              <a:rPr lang="en-US" sz="2400" i="1" dirty="0"/>
              <a:t> - </a:t>
            </a:r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3CD066-D592-4CFC-8DEA-44455FE4A64F}"/>
              </a:ext>
            </a:extLst>
          </p:cNvPr>
          <p:cNvSpPr/>
          <p:nvPr/>
        </p:nvSpPr>
        <p:spPr>
          <a:xfrm>
            <a:off x="2831204" y="4100732"/>
            <a:ext cx="73050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/>
              <a:t>   </a:t>
            </a:r>
            <a:r>
              <a:rPr lang="en-US" sz="2400" i="1" dirty="0"/>
              <a:t>0         0          0          3        1/3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EC94D3A-451E-4884-8750-920542A92D33}"/>
              </a:ext>
            </a:extLst>
          </p:cNvPr>
          <p:cNvSpPr/>
          <p:nvPr/>
        </p:nvSpPr>
        <p:spPr>
          <a:xfrm>
            <a:off x="2873408" y="1185922"/>
            <a:ext cx="56516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7         15       20         0         0         M       </a:t>
            </a:r>
            <a:r>
              <a:rPr lang="en-US" sz="2400" i="1" dirty="0" err="1"/>
              <a:t>M</a:t>
            </a:r>
            <a:endParaRPr lang="en-US" sz="2400" i="1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617C1D9-061A-40C5-B622-C93478A5F31D}"/>
              </a:ext>
            </a:extLst>
          </p:cNvPr>
          <p:cNvSpPr/>
          <p:nvPr/>
        </p:nvSpPr>
        <p:spPr>
          <a:xfrm>
            <a:off x="2873409" y="1843433"/>
            <a:ext cx="60631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x1       x2        x3        s1       s2        a1       a2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6A1B4A-5B2D-42A4-92DF-95C4A41E15F0}"/>
              </a:ext>
            </a:extLst>
          </p:cNvPr>
          <p:cNvSpPr/>
          <p:nvPr/>
        </p:nvSpPr>
        <p:spPr>
          <a:xfrm>
            <a:off x="468137" y="4973802"/>
            <a:ext cx="43708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00FFFF"/>
                </a:highlight>
              </a:rPr>
              <a:t>Optimality Condition </a:t>
            </a:r>
            <a:r>
              <a:rPr lang="en-US" b="1" dirty="0"/>
              <a:t>For Minimization</a:t>
            </a:r>
          </a:p>
          <a:p>
            <a:r>
              <a:rPr lang="en-US" b="1" dirty="0"/>
              <a:t>All </a:t>
            </a:r>
            <a:r>
              <a:rPr lang="en-US" b="1" dirty="0" err="1"/>
              <a:t>Cj</a:t>
            </a:r>
            <a:r>
              <a:rPr lang="en-US" b="1" dirty="0"/>
              <a:t> – </a:t>
            </a:r>
            <a:r>
              <a:rPr lang="en-US" b="1" dirty="0" err="1"/>
              <a:t>Zj</a:t>
            </a:r>
            <a:r>
              <a:rPr lang="en-US" b="1" dirty="0"/>
              <a:t> &gt;= 0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C64E77B-B7B0-47DB-881A-2157CFBA5D80}"/>
              </a:ext>
            </a:extLst>
          </p:cNvPr>
          <p:cNvGrpSpPr/>
          <p:nvPr/>
        </p:nvGrpSpPr>
        <p:grpSpPr>
          <a:xfrm>
            <a:off x="4915793" y="4900098"/>
            <a:ext cx="5079592" cy="1659988"/>
            <a:chOff x="4915793" y="4900098"/>
            <a:chExt cx="5079592" cy="1659988"/>
          </a:xfrm>
        </p:grpSpPr>
        <p:sp>
          <p:nvSpPr>
            <p:cNvPr id="25" name="Content Placeholder 2">
              <a:extLst>
                <a:ext uri="{FF2B5EF4-FFF2-40B4-BE49-F238E27FC236}">
                  <a16:creationId xmlns:a16="http://schemas.microsoft.com/office/drawing/2014/main" id="{177790D3-2256-4521-B703-9C942E9E23C0}"/>
                </a:ext>
              </a:extLst>
            </p:cNvPr>
            <p:cNvSpPr txBox="1">
              <a:spLocks/>
            </p:cNvSpPr>
            <p:nvPr/>
          </p:nvSpPr>
          <p:spPr>
            <a:xfrm>
              <a:off x="4915793" y="4900098"/>
              <a:ext cx="2514006" cy="165998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dirty="0"/>
                <a:t> x1 = 0</a:t>
              </a:r>
            </a:p>
            <a:p>
              <a:r>
                <a:rPr lang="en-US" sz="2800" dirty="0"/>
                <a:t> x2 = 6/5</a:t>
              </a:r>
            </a:p>
            <a:p>
              <a:r>
                <a:rPr lang="en-US" sz="2800" dirty="0"/>
                <a:t> x3 = 16/5</a:t>
              </a:r>
            </a:p>
          </p:txBody>
        </p:sp>
        <p:sp>
          <p:nvSpPr>
            <p:cNvPr id="26" name="Content Placeholder 2">
              <a:extLst>
                <a:ext uri="{FF2B5EF4-FFF2-40B4-BE49-F238E27FC236}">
                  <a16:creationId xmlns:a16="http://schemas.microsoft.com/office/drawing/2014/main" id="{618A6433-66EC-44BF-A9DC-E0CE33933D94}"/>
                </a:ext>
              </a:extLst>
            </p:cNvPr>
            <p:cNvSpPr txBox="1">
              <a:spLocks/>
            </p:cNvSpPr>
            <p:nvPr/>
          </p:nvSpPr>
          <p:spPr>
            <a:xfrm>
              <a:off x="7481379" y="4900099"/>
              <a:ext cx="2514006" cy="165998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i="1" dirty="0"/>
                <a:t>Z = 82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265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E71CFA69A98247845C383A00253C40" ma:contentTypeVersion="2" ma:contentTypeDescription="Create a new document." ma:contentTypeScope="" ma:versionID="f72964e7bbe5712c818c7fedd9512191">
  <xsd:schema xmlns:xsd="http://www.w3.org/2001/XMLSchema" xmlns:xs="http://www.w3.org/2001/XMLSchema" xmlns:p="http://schemas.microsoft.com/office/2006/metadata/properties" xmlns:ns2="df63d6c3-3097-4dac-9e01-3e35a00a78b2" targetNamespace="http://schemas.microsoft.com/office/2006/metadata/properties" ma:root="true" ma:fieldsID="ddd1b32bd9dd0fd619750b9a6d7097df" ns2:_="">
    <xsd:import namespace="df63d6c3-3097-4dac-9e01-3e35a00a78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63d6c3-3097-4dac-9e01-3e35a00a78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A031282-561C-4892-B4F3-DE5B90C273EE}"/>
</file>

<file path=customXml/itemProps2.xml><?xml version="1.0" encoding="utf-8"?>
<ds:datastoreItem xmlns:ds="http://schemas.openxmlformats.org/officeDocument/2006/customXml" ds:itemID="{012A9551-EF39-48C4-8C7D-FA2DA7BB3330}"/>
</file>

<file path=customXml/itemProps3.xml><?xml version="1.0" encoding="utf-8"?>
<ds:datastoreItem xmlns:ds="http://schemas.openxmlformats.org/officeDocument/2006/customXml" ds:itemID="{2BE43413-5B9E-41F5-91B1-E8A01D518E93}"/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8377</TotalTime>
  <Words>1631</Words>
  <Application>Microsoft Office PowerPoint</Application>
  <PresentationFormat>Widescreen</PresentationFormat>
  <Paragraphs>348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Wood Type</vt:lpstr>
      <vt:lpstr>PowerPoint Presentation</vt:lpstr>
      <vt:lpstr>PowerPoint Presentation</vt:lpstr>
      <vt:lpstr>Example</vt:lpstr>
      <vt:lpstr>Step – Convert all inequality constraints  into equality (use slack &amp; Artificial variables)</vt:lpstr>
      <vt:lpstr>Step – Develop Initial Simplex Table </vt:lpstr>
      <vt:lpstr>Continue</vt:lpstr>
      <vt:lpstr>First Iteration Table</vt:lpstr>
      <vt:lpstr>Iteration Table</vt:lpstr>
      <vt:lpstr>Iteration Table</vt:lpstr>
      <vt:lpstr>PowerPoint Presentation</vt:lpstr>
      <vt:lpstr>Basic Points</vt:lpstr>
      <vt:lpstr>Example</vt:lpstr>
      <vt:lpstr>Step – Convert all inequality constraints  into equality (use slack &amp; Artificial variables)</vt:lpstr>
      <vt:lpstr>Step – Develop Initial Simplex Table </vt:lpstr>
      <vt:lpstr>Continue</vt:lpstr>
      <vt:lpstr>First Iteration Table</vt:lpstr>
      <vt:lpstr>Iteration Table</vt:lpstr>
      <vt:lpstr>Iteration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Umesh Zemse</cp:lastModifiedBy>
  <cp:revision>573</cp:revision>
  <dcterms:created xsi:type="dcterms:W3CDTF">2019-07-10T03:56:52Z</dcterms:created>
  <dcterms:modified xsi:type="dcterms:W3CDTF">2021-10-20T17:57:19Z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0x0101008BE71CFA69A98247845C383A00253C40</vt:lpwstr>
  </property>
  <property fmtid="{D5CDD505-2E9C-101B-9397-08002B2CF9AE}" pid="3" name="Order">
    <vt:r8>1592900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</Properties>
</file>