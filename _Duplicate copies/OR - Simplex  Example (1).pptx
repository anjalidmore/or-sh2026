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302" r:id="rId3"/>
    <p:sldId id="332" r:id="rId4"/>
    <p:sldId id="333" r:id="rId5"/>
    <p:sldId id="345" r:id="rId6"/>
    <p:sldId id="336" r:id="rId7"/>
    <p:sldId id="346" r:id="rId8"/>
    <p:sldId id="347" r:id="rId9"/>
    <p:sldId id="34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3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C6DBCC-03CE-4A30-8655-A0868ED85DEA}" v="443" dt="2019-09-16T11:42:58.4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29" autoAdjust="0"/>
    <p:restoredTop sz="94660"/>
  </p:normalViewPr>
  <p:slideViewPr>
    <p:cSldViewPr snapToGrid="0">
      <p:cViewPr varScale="1">
        <p:scale>
          <a:sx n="77" d="100"/>
          <a:sy n="77" d="100"/>
        </p:scale>
        <p:origin x="5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esh Zemse" userId="f5579818-f47c-4551-9630-9efa4dd51d64" providerId="ADAL" clId="{FC2DE02D-51CB-4015-85DA-9D72AF3778DF}"/>
    <pc:docChg chg="delSld">
      <pc:chgData name="Umesh Zemse" userId="f5579818-f47c-4551-9630-9efa4dd51d64" providerId="ADAL" clId="{FC2DE02D-51CB-4015-85DA-9D72AF3778DF}" dt="2019-09-16T11:44:53.281" v="32" actId="2696"/>
      <pc:docMkLst>
        <pc:docMk/>
      </pc:docMkLst>
      <pc:sldChg chg="del">
        <pc:chgData name="Umesh Zemse" userId="f5579818-f47c-4551-9630-9efa4dd51d64" providerId="ADAL" clId="{FC2DE02D-51CB-4015-85DA-9D72AF3778DF}" dt="2019-09-16T11:44:43.929" v="2" actId="2696"/>
        <pc:sldMkLst>
          <pc:docMk/>
          <pc:sldMk cId="553882014" sldId="292"/>
        </pc:sldMkLst>
      </pc:sldChg>
      <pc:sldChg chg="del">
        <pc:chgData name="Umesh Zemse" userId="f5579818-f47c-4551-9630-9efa4dd51d64" providerId="ADAL" clId="{FC2DE02D-51CB-4015-85DA-9D72AF3778DF}" dt="2019-09-16T11:44:43.940" v="3" actId="2696"/>
        <pc:sldMkLst>
          <pc:docMk/>
          <pc:sldMk cId="2771644036" sldId="293"/>
        </pc:sldMkLst>
      </pc:sldChg>
      <pc:sldChg chg="del">
        <pc:chgData name="Umesh Zemse" userId="f5579818-f47c-4551-9630-9efa4dd51d64" providerId="ADAL" clId="{FC2DE02D-51CB-4015-85DA-9D72AF3778DF}" dt="2019-09-16T11:44:43.954" v="4" actId="2696"/>
        <pc:sldMkLst>
          <pc:docMk/>
          <pc:sldMk cId="2323935477" sldId="294"/>
        </pc:sldMkLst>
      </pc:sldChg>
      <pc:sldChg chg="del">
        <pc:chgData name="Umesh Zemse" userId="f5579818-f47c-4551-9630-9efa4dd51d64" providerId="ADAL" clId="{FC2DE02D-51CB-4015-85DA-9D72AF3778DF}" dt="2019-09-16T11:44:44.059" v="5" actId="2696"/>
        <pc:sldMkLst>
          <pc:docMk/>
          <pc:sldMk cId="2969517211" sldId="295"/>
        </pc:sldMkLst>
      </pc:sldChg>
      <pc:sldChg chg="del">
        <pc:chgData name="Umesh Zemse" userId="f5579818-f47c-4551-9630-9efa4dd51d64" providerId="ADAL" clId="{FC2DE02D-51CB-4015-85DA-9D72AF3778DF}" dt="2019-09-16T11:44:44.076" v="6" actId="2696"/>
        <pc:sldMkLst>
          <pc:docMk/>
          <pc:sldMk cId="3305528177" sldId="296"/>
        </pc:sldMkLst>
      </pc:sldChg>
      <pc:sldChg chg="del">
        <pc:chgData name="Umesh Zemse" userId="f5579818-f47c-4551-9630-9efa4dd51d64" providerId="ADAL" clId="{FC2DE02D-51CB-4015-85DA-9D72AF3778DF}" dt="2019-09-16T11:44:44.264" v="10" actId="2696"/>
        <pc:sldMkLst>
          <pc:docMk/>
          <pc:sldMk cId="1948447143" sldId="297"/>
        </pc:sldMkLst>
      </pc:sldChg>
      <pc:sldChg chg="del">
        <pc:chgData name="Umesh Zemse" userId="f5579818-f47c-4551-9630-9efa4dd51d64" providerId="ADAL" clId="{FC2DE02D-51CB-4015-85DA-9D72AF3778DF}" dt="2019-09-16T11:44:44.361" v="13" actId="2696"/>
        <pc:sldMkLst>
          <pc:docMk/>
          <pc:sldMk cId="2075490455" sldId="298"/>
        </pc:sldMkLst>
      </pc:sldChg>
      <pc:sldChg chg="del">
        <pc:chgData name="Umesh Zemse" userId="f5579818-f47c-4551-9630-9efa4dd51d64" providerId="ADAL" clId="{FC2DE02D-51CB-4015-85DA-9D72AF3778DF}" dt="2019-09-16T11:44:48.214" v="14" actId="2696"/>
        <pc:sldMkLst>
          <pc:docMk/>
          <pc:sldMk cId="523706966" sldId="299"/>
        </pc:sldMkLst>
      </pc:sldChg>
      <pc:sldChg chg="del">
        <pc:chgData name="Umesh Zemse" userId="f5579818-f47c-4551-9630-9efa4dd51d64" providerId="ADAL" clId="{FC2DE02D-51CB-4015-85DA-9D72AF3778DF}" dt="2019-09-16T11:44:48.231" v="15" actId="2696"/>
        <pc:sldMkLst>
          <pc:docMk/>
          <pc:sldMk cId="382840632" sldId="300"/>
        </pc:sldMkLst>
      </pc:sldChg>
      <pc:sldChg chg="del">
        <pc:chgData name="Umesh Zemse" userId="f5579818-f47c-4551-9630-9efa4dd51d64" providerId="ADAL" clId="{FC2DE02D-51CB-4015-85DA-9D72AF3778DF}" dt="2019-09-16T11:44:53.281" v="32" actId="2696"/>
        <pc:sldMkLst>
          <pc:docMk/>
          <pc:sldMk cId="2756272404" sldId="301"/>
        </pc:sldMkLst>
      </pc:sldChg>
      <pc:sldChg chg="del">
        <pc:chgData name="Umesh Zemse" userId="f5579818-f47c-4551-9630-9efa4dd51d64" providerId="ADAL" clId="{FC2DE02D-51CB-4015-85DA-9D72AF3778DF}" dt="2019-09-16T11:44:44.091" v="7" actId="2696"/>
        <pc:sldMkLst>
          <pc:docMk/>
          <pc:sldMk cId="1791304860" sldId="307"/>
        </pc:sldMkLst>
      </pc:sldChg>
      <pc:sldChg chg="del">
        <pc:chgData name="Umesh Zemse" userId="f5579818-f47c-4551-9630-9efa4dd51d64" providerId="ADAL" clId="{FC2DE02D-51CB-4015-85DA-9D72AF3778DF}" dt="2019-09-16T11:44:44.139" v="8" actId="2696"/>
        <pc:sldMkLst>
          <pc:docMk/>
          <pc:sldMk cId="3545767512" sldId="308"/>
        </pc:sldMkLst>
      </pc:sldChg>
      <pc:sldChg chg="del">
        <pc:chgData name="Umesh Zemse" userId="f5579818-f47c-4551-9630-9efa4dd51d64" providerId="ADAL" clId="{FC2DE02D-51CB-4015-85DA-9D72AF3778DF}" dt="2019-09-16T11:44:44.209" v="9" actId="2696"/>
        <pc:sldMkLst>
          <pc:docMk/>
          <pc:sldMk cId="543032260" sldId="309"/>
        </pc:sldMkLst>
      </pc:sldChg>
      <pc:sldChg chg="del">
        <pc:chgData name="Umesh Zemse" userId="f5579818-f47c-4551-9630-9efa4dd51d64" providerId="ADAL" clId="{FC2DE02D-51CB-4015-85DA-9D72AF3778DF}" dt="2019-09-16T11:44:44.307" v="11" actId="2696"/>
        <pc:sldMkLst>
          <pc:docMk/>
          <pc:sldMk cId="2360601023" sldId="310"/>
        </pc:sldMkLst>
      </pc:sldChg>
      <pc:sldChg chg="del">
        <pc:chgData name="Umesh Zemse" userId="f5579818-f47c-4551-9630-9efa4dd51d64" providerId="ADAL" clId="{FC2DE02D-51CB-4015-85DA-9D72AF3778DF}" dt="2019-09-16T11:44:44.352" v="12" actId="2696"/>
        <pc:sldMkLst>
          <pc:docMk/>
          <pc:sldMk cId="241382766" sldId="311"/>
        </pc:sldMkLst>
      </pc:sldChg>
      <pc:sldChg chg="del">
        <pc:chgData name="Umesh Zemse" userId="f5579818-f47c-4551-9630-9efa4dd51d64" providerId="ADAL" clId="{FC2DE02D-51CB-4015-85DA-9D72AF3778DF}" dt="2019-09-16T11:44:48.252" v="16" actId="2696"/>
        <pc:sldMkLst>
          <pc:docMk/>
          <pc:sldMk cId="2646424376" sldId="312"/>
        </pc:sldMkLst>
      </pc:sldChg>
      <pc:sldChg chg="del">
        <pc:chgData name="Umesh Zemse" userId="f5579818-f47c-4551-9630-9efa4dd51d64" providerId="ADAL" clId="{FC2DE02D-51CB-4015-85DA-9D72AF3778DF}" dt="2019-09-16T11:44:48.323" v="17" actId="2696"/>
        <pc:sldMkLst>
          <pc:docMk/>
          <pc:sldMk cId="210964008" sldId="313"/>
        </pc:sldMkLst>
      </pc:sldChg>
      <pc:sldChg chg="del">
        <pc:chgData name="Umesh Zemse" userId="f5579818-f47c-4551-9630-9efa4dd51d64" providerId="ADAL" clId="{FC2DE02D-51CB-4015-85DA-9D72AF3778DF}" dt="2019-09-16T11:44:48.381" v="18" actId="2696"/>
        <pc:sldMkLst>
          <pc:docMk/>
          <pc:sldMk cId="417666523" sldId="314"/>
        </pc:sldMkLst>
      </pc:sldChg>
      <pc:sldChg chg="del">
        <pc:chgData name="Umesh Zemse" userId="f5579818-f47c-4551-9630-9efa4dd51d64" providerId="ADAL" clId="{FC2DE02D-51CB-4015-85DA-9D72AF3778DF}" dt="2019-09-16T11:44:48.439" v="19" actId="2696"/>
        <pc:sldMkLst>
          <pc:docMk/>
          <pc:sldMk cId="1771976029" sldId="315"/>
        </pc:sldMkLst>
      </pc:sldChg>
      <pc:sldChg chg="del">
        <pc:chgData name="Umesh Zemse" userId="f5579818-f47c-4551-9630-9efa4dd51d64" providerId="ADAL" clId="{FC2DE02D-51CB-4015-85DA-9D72AF3778DF}" dt="2019-09-16T11:44:48.497" v="20" actId="2696"/>
        <pc:sldMkLst>
          <pc:docMk/>
          <pc:sldMk cId="714502171" sldId="316"/>
        </pc:sldMkLst>
      </pc:sldChg>
      <pc:sldChg chg="del">
        <pc:chgData name="Umesh Zemse" userId="f5579818-f47c-4551-9630-9efa4dd51d64" providerId="ADAL" clId="{FC2DE02D-51CB-4015-85DA-9D72AF3778DF}" dt="2019-09-16T11:44:48.559" v="21" actId="2696"/>
        <pc:sldMkLst>
          <pc:docMk/>
          <pc:sldMk cId="2201415147" sldId="317"/>
        </pc:sldMkLst>
      </pc:sldChg>
      <pc:sldChg chg="del">
        <pc:chgData name="Umesh Zemse" userId="f5579818-f47c-4551-9630-9efa4dd51d64" providerId="ADAL" clId="{FC2DE02D-51CB-4015-85DA-9D72AF3778DF}" dt="2019-09-16T11:44:48.573" v="22" actId="2696"/>
        <pc:sldMkLst>
          <pc:docMk/>
          <pc:sldMk cId="2429341014" sldId="318"/>
        </pc:sldMkLst>
      </pc:sldChg>
      <pc:sldChg chg="del">
        <pc:chgData name="Umesh Zemse" userId="f5579818-f47c-4551-9630-9efa4dd51d64" providerId="ADAL" clId="{FC2DE02D-51CB-4015-85DA-9D72AF3778DF}" dt="2019-09-16T11:44:43.906" v="0" actId="2696"/>
        <pc:sldMkLst>
          <pc:docMk/>
          <pc:sldMk cId="225455232" sldId="319"/>
        </pc:sldMkLst>
      </pc:sldChg>
      <pc:sldChg chg="del">
        <pc:chgData name="Umesh Zemse" userId="f5579818-f47c-4551-9630-9efa4dd51d64" providerId="ADAL" clId="{FC2DE02D-51CB-4015-85DA-9D72AF3778DF}" dt="2019-09-16T11:44:43.917" v="1" actId="2696"/>
        <pc:sldMkLst>
          <pc:docMk/>
          <pc:sldMk cId="2991008582" sldId="320"/>
        </pc:sldMkLst>
      </pc:sldChg>
      <pc:sldChg chg="del">
        <pc:chgData name="Umesh Zemse" userId="f5579818-f47c-4551-9630-9efa4dd51d64" providerId="ADAL" clId="{FC2DE02D-51CB-4015-85DA-9D72AF3778DF}" dt="2019-09-16T11:44:52.909" v="23" actId="2696"/>
        <pc:sldMkLst>
          <pc:docMk/>
          <pc:sldMk cId="3580862675" sldId="322"/>
        </pc:sldMkLst>
      </pc:sldChg>
      <pc:sldChg chg="del">
        <pc:chgData name="Umesh Zemse" userId="f5579818-f47c-4551-9630-9efa4dd51d64" providerId="ADAL" clId="{FC2DE02D-51CB-4015-85DA-9D72AF3778DF}" dt="2019-09-16T11:44:52.925" v="24" actId="2696"/>
        <pc:sldMkLst>
          <pc:docMk/>
          <pc:sldMk cId="3569073902" sldId="323"/>
        </pc:sldMkLst>
      </pc:sldChg>
      <pc:sldChg chg="del">
        <pc:chgData name="Umesh Zemse" userId="f5579818-f47c-4551-9630-9efa4dd51d64" providerId="ADAL" clId="{FC2DE02D-51CB-4015-85DA-9D72AF3778DF}" dt="2019-09-16T11:44:52.938" v="25" actId="2696"/>
        <pc:sldMkLst>
          <pc:docMk/>
          <pc:sldMk cId="1829970630" sldId="324"/>
        </pc:sldMkLst>
      </pc:sldChg>
      <pc:sldChg chg="del">
        <pc:chgData name="Umesh Zemse" userId="f5579818-f47c-4551-9630-9efa4dd51d64" providerId="ADAL" clId="{FC2DE02D-51CB-4015-85DA-9D72AF3778DF}" dt="2019-09-16T11:44:52.986" v="26" actId="2696"/>
        <pc:sldMkLst>
          <pc:docMk/>
          <pc:sldMk cId="3836045631" sldId="325"/>
        </pc:sldMkLst>
      </pc:sldChg>
      <pc:sldChg chg="del">
        <pc:chgData name="Umesh Zemse" userId="f5579818-f47c-4551-9630-9efa4dd51d64" providerId="ADAL" clId="{FC2DE02D-51CB-4015-85DA-9D72AF3778DF}" dt="2019-09-16T11:44:53.040" v="27" actId="2696"/>
        <pc:sldMkLst>
          <pc:docMk/>
          <pc:sldMk cId="1795277692" sldId="326"/>
        </pc:sldMkLst>
      </pc:sldChg>
      <pc:sldChg chg="del">
        <pc:chgData name="Umesh Zemse" userId="f5579818-f47c-4551-9630-9efa4dd51d64" providerId="ADAL" clId="{FC2DE02D-51CB-4015-85DA-9D72AF3778DF}" dt="2019-09-16T11:44:53.094" v="28" actId="2696"/>
        <pc:sldMkLst>
          <pc:docMk/>
          <pc:sldMk cId="2576362112" sldId="327"/>
        </pc:sldMkLst>
      </pc:sldChg>
      <pc:sldChg chg="del">
        <pc:chgData name="Umesh Zemse" userId="f5579818-f47c-4551-9630-9efa4dd51d64" providerId="ADAL" clId="{FC2DE02D-51CB-4015-85DA-9D72AF3778DF}" dt="2019-09-16T11:44:53.153" v="29" actId="2696"/>
        <pc:sldMkLst>
          <pc:docMk/>
          <pc:sldMk cId="3122977655" sldId="328"/>
        </pc:sldMkLst>
      </pc:sldChg>
      <pc:sldChg chg="del">
        <pc:chgData name="Umesh Zemse" userId="f5579818-f47c-4551-9630-9efa4dd51d64" providerId="ADAL" clId="{FC2DE02D-51CB-4015-85DA-9D72AF3778DF}" dt="2019-09-16T11:44:53.207" v="30" actId="2696"/>
        <pc:sldMkLst>
          <pc:docMk/>
          <pc:sldMk cId="3482240548" sldId="329"/>
        </pc:sldMkLst>
      </pc:sldChg>
      <pc:sldChg chg="del">
        <pc:chgData name="Umesh Zemse" userId="f5579818-f47c-4551-9630-9efa4dd51d64" providerId="ADAL" clId="{FC2DE02D-51CB-4015-85DA-9D72AF3778DF}" dt="2019-09-16T11:44:53.269" v="31" actId="2696"/>
        <pc:sldMkLst>
          <pc:docMk/>
          <pc:sldMk cId="766297378" sldId="331"/>
        </pc:sldMkLst>
      </pc:sldChg>
    </pc:docChg>
  </pc:docChgLst>
  <pc:docChgLst>
    <pc:chgData name="Umesh Zemse" userId="f5579818-f47c-4551-9630-9efa4dd51d64" providerId="ADAL" clId="{A7C6DBCC-03CE-4A30-8655-A0868ED85DEA}"/>
    <pc:docChg chg="undo custSel addSld delSld modSld sldOrd">
      <pc:chgData name="Umesh Zemse" userId="f5579818-f47c-4551-9630-9efa4dd51d64" providerId="ADAL" clId="{A7C6DBCC-03CE-4A30-8655-A0868ED85DEA}" dt="2019-09-16T11:44:03.026" v="1481" actId="2696"/>
      <pc:docMkLst>
        <pc:docMk/>
      </pc:docMkLst>
      <pc:sldChg chg="addSp modSp">
        <pc:chgData name="Umesh Zemse" userId="f5579818-f47c-4551-9630-9efa4dd51d64" providerId="ADAL" clId="{A7C6DBCC-03CE-4A30-8655-A0868ED85DEA}" dt="2019-09-16T06:26:47.393" v="55" actId="20577"/>
        <pc:sldMkLst>
          <pc:docMk/>
          <pc:sldMk cId="2320576128" sldId="302"/>
        </pc:sldMkLst>
        <pc:spChg chg="add mod">
          <ac:chgData name="Umesh Zemse" userId="f5579818-f47c-4551-9630-9efa4dd51d64" providerId="ADAL" clId="{A7C6DBCC-03CE-4A30-8655-A0868ED85DEA}" dt="2019-09-16T06:26:47.393" v="55" actId="20577"/>
          <ac:spMkLst>
            <pc:docMk/>
            <pc:sldMk cId="2320576128" sldId="302"/>
            <ac:spMk id="2" creationId="{BEA40A95-7181-42D1-A436-1D28A0278E63}"/>
          </ac:spMkLst>
        </pc:spChg>
      </pc:sldChg>
      <pc:sldChg chg="del">
        <pc:chgData name="Umesh Zemse" userId="f5579818-f47c-4551-9630-9efa4dd51d64" providerId="ADAL" clId="{A7C6DBCC-03CE-4A30-8655-A0868ED85DEA}" dt="2019-09-16T06:27:29.539" v="58" actId="2696"/>
        <pc:sldMkLst>
          <pc:docMk/>
          <pc:sldMk cId="2046484377" sldId="303"/>
        </pc:sldMkLst>
      </pc:sldChg>
      <pc:sldChg chg="del">
        <pc:chgData name="Umesh Zemse" userId="f5579818-f47c-4551-9630-9efa4dd51d64" providerId="ADAL" clId="{A7C6DBCC-03CE-4A30-8655-A0868ED85DEA}" dt="2019-09-16T06:27:29.542" v="59" actId="2696"/>
        <pc:sldMkLst>
          <pc:docMk/>
          <pc:sldMk cId="3364231589" sldId="304"/>
        </pc:sldMkLst>
      </pc:sldChg>
      <pc:sldChg chg="del">
        <pc:chgData name="Umesh Zemse" userId="f5579818-f47c-4551-9630-9efa4dd51d64" providerId="ADAL" clId="{A7C6DBCC-03CE-4A30-8655-A0868ED85DEA}" dt="2019-09-16T06:27:29.591" v="60" actId="2696"/>
        <pc:sldMkLst>
          <pc:docMk/>
          <pc:sldMk cId="1663410188" sldId="305"/>
        </pc:sldMkLst>
      </pc:sldChg>
      <pc:sldChg chg="del">
        <pc:chgData name="Umesh Zemse" userId="f5579818-f47c-4551-9630-9efa4dd51d64" providerId="ADAL" clId="{A7C6DBCC-03CE-4A30-8655-A0868ED85DEA}" dt="2019-09-16T06:27:29.534" v="57" actId="2696"/>
        <pc:sldMkLst>
          <pc:docMk/>
          <pc:sldMk cId="3847585463" sldId="306"/>
        </pc:sldMkLst>
      </pc:sldChg>
      <pc:sldChg chg="delSp modSp add delAnim">
        <pc:chgData name="Umesh Zemse" userId="f5579818-f47c-4551-9630-9efa4dd51d64" providerId="ADAL" clId="{A7C6DBCC-03CE-4A30-8655-A0868ED85DEA}" dt="2019-09-16T07:10:36.490" v="210" actId="20577"/>
        <pc:sldMkLst>
          <pc:docMk/>
          <pc:sldMk cId="541232381" sldId="332"/>
        </pc:sldMkLst>
        <pc:spChg chg="mod">
          <ac:chgData name="Umesh Zemse" userId="f5579818-f47c-4551-9630-9efa4dd51d64" providerId="ADAL" clId="{A7C6DBCC-03CE-4A30-8655-A0868ED85DEA}" dt="2019-09-16T07:10:36.490" v="210" actId="20577"/>
          <ac:spMkLst>
            <pc:docMk/>
            <pc:sldMk cId="541232381" sldId="332"/>
            <ac:spMk id="3" creationId="{BC20FB5A-35F6-4517-A721-7113BA75C881}"/>
          </ac:spMkLst>
        </pc:spChg>
        <pc:spChg chg="del">
          <ac:chgData name="Umesh Zemse" userId="f5579818-f47c-4551-9630-9efa4dd51d64" providerId="ADAL" clId="{A7C6DBCC-03CE-4A30-8655-A0868ED85DEA}" dt="2019-09-16T07:01:05.542" v="65" actId="478"/>
          <ac:spMkLst>
            <pc:docMk/>
            <pc:sldMk cId="541232381" sldId="332"/>
            <ac:spMk id="4" creationId="{4BD21A39-560E-438E-9DAF-7FA08786D0C9}"/>
          </ac:spMkLst>
        </pc:spChg>
        <pc:spChg chg="del">
          <ac:chgData name="Umesh Zemse" userId="f5579818-f47c-4551-9630-9efa4dd51d64" providerId="ADAL" clId="{A7C6DBCC-03CE-4A30-8655-A0868ED85DEA}" dt="2019-09-16T07:01:07.907" v="66" actId="478"/>
          <ac:spMkLst>
            <pc:docMk/>
            <pc:sldMk cId="541232381" sldId="332"/>
            <ac:spMk id="5" creationId="{D6D58F62-43FA-44DC-BC6E-C81355C9E5C1}"/>
          </ac:spMkLst>
        </pc:spChg>
      </pc:sldChg>
      <pc:sldChg chg="modSp add">
        <pc:chgData name="Umesh Zemse" userId="f5579818-f47c-4551-9630-9efa4dd51d64" providerId="ADAL" clId="{A7C6DBCC-03CE-4A30-8655-A0868ED85DEA}" dt="2019-09-16T07:10:41.836" v="211" actId="20577"/>
        <pc:sldMkLst>
          <pc:docMk/>
          <pc:sldMk cId="2043851466" sldId="333"/>
        </pc:sldMkLst>
        <pc:spChg chg="mod">
          <ac:chgData name="Umesh Zemse" userId="f5579818-f47c-4551-9630-9efa4dd51d64" providerId="ADAL" clId="{A7C6DBCC-03CE-4A30-8655-A0868ED85DEA}" dt="2019-09-16T07:06:08.762" v="132" actId="20577"/>
          <ac:spMkLst>
            <pc:docMk/>
            <pc:sldMk cId="2043851466" sldId="333"/>
            <ac:spMk id="3" creationId="{6DC7C52C-5D1C-4EB0-B04A-D3B00A99EF83}"/>
          </ac:spMkLst>
        </pc:spChg>
        <pc:spChg chg="mod">
          <ac:chgData name="Umesh Zemse" userId="f5579818-f47c-4551-9630-9efa4dd51d64" providerId="ADAL" clId="{A7C6DBCC-03CE-4A30-8655-A0868ED85DEA}" dt="2019-09-16T07:06:35.829" v="164" actId="20577"/>
          <ac:spMkLst>
            <pc:docMk/>
            <pc:sldMk cId="2043851466" sldId="333"/>
            <ac:spMk id="4" creationId="{2518C775-1B8A-437F-8A71-49BCDA026D3A}"/>
          </ac:spMkLst>
        </pc:spChg>
        <pc:spChg chg="mod">
          <ac:chgData name="Umesh Zemse" userId="f5579818-f47c-4551-9630-9efa4dd51d64" providerId="ADAL" clId="{A7C6DBCC-03CE-4A30-8655-A0868ED85DEA}" dt="2019-09-16T07:05:58.816" v="111" actId="1076"/>
          <ac:spMkLst>
            <pc:docMk/>
            <pc:sldMk cId="2043851466" sldId="333"/>
            <ac:spMk id="5" creationId="{4F5B3E2C-FD7A-4CB2-ACCC-707B1E107BAF}"/>
          </ac:spMkLst>
        </pc:spChg>
        <pc:spChg chg="mod">
          <ac:chgData name="Umesh Zemse" userId="f5579818-f47c-4551-9630-9efa4dd51d64" providerId="ADAL" clId="{A7C6DBCC-03CE-4A30-8655-A0868ED85DEA}" dt="2019-09-16T07:10:41.836" v="211" actId="20577"/>
          <ac:spMkLst>
            <pc:docMk/>
            <pc:sldMk cId="2043851466" sldId="333"/>
            <ac:spMk id="6" creationId="{3BA540E9-76C6-47C6-BF87-91F3E29889D5}"/>
          </ac:spMkLst>
        </pc:spChg>
      </pc:sldChg>
      <pc:sldChg chg="addSp delSp modSp add del delAnim modAnim">
        <pc:chgData name="Umesh Zemse" userId="f5579818-f47c-4551-9630-9efa4dd51d64" providerId="ADAL" clId="{A7C6DBCC-03CE-4A30-8655-A0868ED85DEA}" dt="2019-09-16T11:03:54.902" v="860" actId="2696"/>
        <pc:sldMkLst>
          <pc:docMk/>
          <pc:sldMk cId="1690815305" sldId="334"/>
        </pc:sldMkLst>
        <pc:spChg chg="add del mod">
          <ac:chgData name="Umesh Zemse" userId="f5579818-f47c-4551-9630-9efa4dd51d64" providerId="ADAL" clId="{A7C6DBCC-03CE-4A30-8655-A0868ED85DEA}" dt="2019-09-16T09:06:48.545" v="481" actId="20577"/>
          <ac:spMkLst>
            <pc:docMk/>
            <pc:sldMk cId="1690815305" sldId="334"/>
            <ac:spMk id="2" creationId="{E0104F68-A9B6-4A9C-BD18-0301D1C829DB}"/>
          </ac:spMkLst>
        </pc:spChg>
        <pc:spChg chg="del">
          <ac:chgData name="Umesh Zemse" userId="f5579818-f47c-4551-9630-9efa4dd51d64" providerId="ADAL" clId="{A7C6DBCC-03CE-4A30-8655-A0868ED85DEA}" dt="2019-09-16T07:09:16.646" v="190" actId="478"/>
          <ac:spMkLst>
            <pc:docMk/>
            <pc:sldMk cId="1690815305" sldId="334"/>
            <ac:spMk id="5" creationId="{93333B7C-29FE-44F2-AA9E-C47FB0791A4C}"/>
          </ac:spMkLst>
        </pc:spChg>
        <pc:spChg chg="del">
          <ac:chgData name="Umesh Zemse" userId="f5579818-f47c-4551-9630-9efa4dd51d64" providerId="ADAL" clId="{A7C6DBCC-03CE-4A30-8655-A0868ED85DEA}" dt="2019-09-16T07:09:09.803" v="187" actId="478"/>
          <ac:spMkLst>
            <pc:docMk/>
            <pc:sldMk cId="1690815305" sldId="334"/>
            <ac:spMk id="6" creationId="{15A7073B-9C68-44C4-B316-D11A4FB14EE6}"/>
          </ac:spMkLst>
        </pc:spChg>
        <pc:spChg chg="del">
          <ac:chgData name="Umesh Zemse" userId="f5579818-f47c-4551-9630-9efa4dd51d64" providerId="ADAL" clId="{A7C6DBCC-03CE-4A30-8655-A0868ED85DEA}" dt="2019-09-16T07:09:22.054" v="191" actId="478"/>
          <ac:spMkLst>
            <pc:docMk/>
            <pc:sldMk cId="1690815305" sldId="334"/>
            <ac:spMk id="7" creationId="{C1CF63A2-5EB1-4F02-BAE7-B539E8E47C2C}"/>
          </ac:spMkLst>
        </pc:spChg>
        <pc:spChg chg="add del mod">
          <ac:chgData name="Umesh Zemse" userId="f5579818-f47c-4551-9630-9efa4dd51d64" providerId="ADAL" clId="{A7C6DBCC-03CE-4A30-8655-A0868ED85DEA}" dt="2019-09-16T07:09:13.137" v="189" actId="478"/>
          <ac:spMkLst>
            <pc:docMk/>
            <pc:sldMk cId="1690815305" sldId="334"/>
            <ac:spMk id="8" creationId="{C2FCD381-4947-44E7-B658-F6BB6DDE93DF}"/>
          </ac:spMkLst>
        </pc:spChg>
        <pc:spChg chg="mod">
          <ac:chgData name="Umesh Zemse" userId="f5579818-f47c-4551-9630-9efa4dd51d64" providerId="ADAL" clId="{A7C6DBCC-03CE-4A30-8655-A0868ED85DEA}" dt="2019-09-16T07:14:45.507" v="312" actId="1037"/>
          <ac:spMkLst>
            <pc:docMk/>
            <pc:sldMk cId="1690815305" sldId="334"/>
            <ac:spMk id="9" creationId="{410D83FC-7940-402F-B5B0-F709D30A86A8}"/>
          </ac:spMkLst>
        </pc:spChg>
        <pc:spChg chg="mod">
          <ac:chgData name="Umesh Zemse" userId="f5579818-f47c-4551-9630-9efa4dd51d64" providerId="ADAL" clId="{A7C6DBCC-03CE-4A30-8655-A0868ED85DEA}" dt="2019-09-16T07:14:45.507" v="312" actId="1037"/>
          <ac:spMkLst>
            <pc:docMk/>
            <pc:sldMk cId="1690815305" sldId="334"/>
            <ac:spMk id="11" creationId="{F37D74E3-585D-4E7D-90FB-90B97715A1C2}"/>
          </ac:spMkLst>
        </pc:spChg>
        <pc:spChg chg="mod">
          <ac:chgData name="Umesh Zemse" userId="f5579818-f47c-4551-9630-9efa4dd51d64" providerId="ADAL" clId="{A7C6DBCC-03CE-4A30-8655-A0868ED85DEA}" dt="2019-09-16T07:15:53.959" v="360" actId="14100"/>
          <ac:spMkLst>
            <pc:docMk/>
            <pc:sldMk cId="1690815305" sldId="334"/>
            <ac:spMk id="12" creationId="{757A82B3-4AF2-4211-B555-0CE256758C51}"/>
          </ac:spMkLst>
        </pc:spChg>
        <pc:spChg chg="mod">
          <ac:chgData name="Umesh Zemse" userId="f5579818-f47c-4551-9630-9efa4dd51d64" providerId="ADAL" clId="{A7C6DBCC-03CE-4A30-8655-A0868ED85DEA}" dt="2019-09-16T07:14:35.823" v="274" actId="1076"/>
          <ac:spMkLst>
            <pc:docMk/>
            <pc:sldMk cId="1690815305" sldId="334"/>
            <ac:spMk id="13" creationId="{B09BCDD7-D76C-47F6-B1EB-32712B30B584}"/>
          </ac:spMkLst>
        </pc:spChg>
        <pc:spChg chg="mod">
          <ac:chgData name="Umesh Zemse" userId="f5579818-f47c-4551-9630-9efa4dd51d64" providerId="ADAL" clId="{A7C6DBCC-03CE-4A30-8655-A0868ED85DEA}" dt="2019-09-16T07:14:45.507" v="312" actId="1037"/>
          <ac:spMkLst>
            <pc:docMk/>
            <pc:sldMk cId="1690815305" sldId="334"/>
            <ac:spMk id="22" creationId="{7EAA07C5-7CB8-41BA-A3DB-4DA4310081CE}"/>
          </ac:spMkLst>
        </pc:spChg>
        <pc:spChg chg="mod">
          <ac:chgData name="Umesh Zemse" userId="f5579818-f47c-4551-9630-9efa4dd51d64" providerId="ADAL" clId="{A7C6DBCC-03CE-4A30-8655-A0868ED85DEA}" dt="2019-09-16T07:14:45.507" v="312" actId="1037"/>
          <ac:spMkLst>
            <pc:docMk/>
            <pc:sldMk cId="1690815305" sldId="334"/>
            <ac:spMk id="23" creationId="{B929374A-8C0A-469C-9C8B-CA3690C3781C}"/>
          </ac:spMkLst>
        </pc:spChg>
        <pc:spChg chg="mod">
          <ac:chgData name="Umesh Zemse" userId="f5579818-f47c-4551-9630-9efa4dd51d64" providerId="ADAL" clId="{A7C6DBCC-03CE-4A30-8655-A0868ED85DEA}" dt="2019-09-16T07:14:45.507" v="312" actId="1037"/>
          <ac:spMkLst>
            <pc:docMk/>
            <pc:sldMk cId="1690815305" sldId="334"/>
            <ac:spMk id="24" creationId="{4ADF7ACF-FD93-43D4-8E85-9985894350A9}"/>
          </ac:spMkLst>
        </pc:spChg>
        <pc:spChg chg="mod">
          <ac:chgData name="Umesh Zemse" userId="f5579818-f47c-4551-9630-9efa4dd51d64" providerId="ADAL" clId="{A7C6DBCC-03CE-4A30-8655-A0868ED85DEA}" dt="2019-09-16T07:14:45.507" v="312" actId="1037"/>
          <ac:spMkLst>
            <pc:docMk/>
            <pc:sldMk cId="1690815305" sldId="334"/>
            <ac:spMk id="25" creationId="{9E86616C-E86D-4453-A38C-BA3C33953E0C}"/>
          </ac:spMkLst>
        </pc:spChg>
        <pc:spChg chg="del">
          <ac:chgData name="Umesh Zemse" userId="f5579818-f47c-4551-9630-9efa4dd51d64" providerId="ADAL" clId="{A7C6DBCC-03CE-4A30-8655-A0868ED85DEA}" dt="2019-09-16T07:09:23.441" v="192" actId="478"/>
          <ac:spMkLst>
            <pc:docMk/>
            <pc:sldMk cId="1690815305" sldId="334"/>
            <ac:spMk id="26" creationId="{61767C4E-49EF-47CF-86DE-2F892C5C7B5A}"/>
          </ac:spMkLst>
        </pc:spChg>
        <pc:spChg chg="del mod">
          <ac:chgData name="Umesh Zemse" userId="f5579818-f47c-4551-9630-9efa4dd51d64" providerId="ADAL" clId="{A7C6DBCC-03CE-4A30-8655-A0868ED85DEA}" dt="2019-09-16T07:15:57.387" v="361" actId="478"/>
          <ac:spMkLst>
            <pc:docMk/>
            <pc:sldMk cId="1690815305" sldId="334"/>
            <ac:spMk id="27" creationId="{B46BB860-9FCC-471B-B1DB-CC177706B8CB}"/>
          </ac:spMkLst>
        </pc:spChg>
        <pc:spChg chg="mod">
          <ac:chgData name="Umesh Zemse" userId="f5579818-f47c-4551-9630-9efa4dd51d64" providerId="ADAL" clId="{A7C6DBCC-03CE-4A30-8655-A0868ED85DEA}" dt="2019-09-16T07:14:45.507" v="312" actId="1037"/>
          <ac:spMkLst>
            <pc:docMk/>
            <pc:sldMk cId="1690815305" sldId="334"/>
            <ac:spMk id="28" creationId="{0D4EF912-F04E-42A7-AC8F-9EF06B662B91}"/>
          </ac:spMkLst>
        </pc:spChg>
        <pc:spChg chg="add mod">
          <ac:chgData name="Umesh Zemse" userId="f5579818-f47c-4551-9630-9efa4dd51d64" providerId="ADAL" clId="{A7C6DBCC-03CE-4A30-8655-A0868ED85DEA}" dt="2019-09-16T07:14:45.507" v="312" actId="1037"/>
          <ac:spMkLst>
            <pc:docMk/>
            <pc:sldMk cId="1690815305" sldId="334"/>
            <ac:spMk id="29" creationId="{52462248-2AB7-4D22-BC5B-301DFE02E290}"/>
          </ac:spMkLst>
        </pc:spChg>
        <pc:spChg chg="del">
          <ac:chgData name="Umesh Zemse" userId="f5579818-f47c-4551-9630-9efa4dd51d64" providerId="ADAL" clId="{A7C6DBCC-03CE-4A30-8655-A0868ED85DEA}" dt="2019-09-16T07:09:27.004" v="193" actId="478"/>
          <ac:spMkLst>
            <pc:docMk/>
            <pc:sldMk cId="1690815305" sldId="334"/>
            <ac:spMk id="30" creationId="{4918D4E0-C1F6-4591-8357-DC8EF73E5225}"/>
          </ac:spMkLst>
        </pc:spChg>
        <pc:spChg chg="mod">
          <ac:chgData name="Umesh Zemse" userId="f5579818-f47c-4551-9630-9efa4dd51d64" providerId="ADAL" clId="{A7C6DBCC-03CE-4A30-8655-A0868ED85DEA}" dt="2019-09-16T09:05:46.848" v="444" actId="20577"/>
          <ac:spMkLst>
            <pc:docMk/>
            <pc:sldMk cId="1690815305" sldId="334"/>
            <ac:spMk id="31" creationId="{864F2EA2-D3FA-4B29-B824-58D41C0151C4}"/>
          </ac:spMkLst>
        </pc:spChg>
        <pc:spChg chg="mod">
          <ac:chgData name="Umesh Zemse" userId="f5579818-f47c-4551-9630-9efa4dd51d64" providerId="ADAL" clId="{A7C6DBCC-03CE-4A30-8655-A0868ED85DEA}" dt="2019-09-16T07:14:45.507" v="312" actId="1037"/>
          <ac:spMkLst>
            <pc:docMk/>
            <pc:sldMk cId="1690815305" sldId="334"/>
            <ac:spMk id="32" creationId="{0F04E717-3391-46C1-9958-6624DF084ED4}"/>
          </ac:spMkLst>
        </pc:spChg>
        <pc:spChg chg="mod">
          <ac:chgData name="Umesh Zemse" userId="f5579818-f47c-4551-9630-9efa4dd51d64" providerId="ADAL" clId="{A7C6DBCC-03CE-4A30-8655-A0868ED85DEA}" dt="2019-09-16T09:06:15.797" v="473" actId="6549"/>
          <ac:spMkLst>
            <pc:docMk/>
            <pc:sldMk cId="1690815305" sldId="334"/>
            <ac:spMk id="33" creationId="{2B65CB3B-095B-4A91-A457-6D5825DEABD9}"/>
          </ac:spMkLst>
        </pc:spChg>
        <pc:spChg chg="add del mod">
          <ac:chgData name="Umesh Zemse" userId="f5579818-f47c-4551-9630-9efa4dd51d64" providerId="ADAL" clId="{A7C6DBCC-03CE-4A30-8655-A0868ED85DEA}" dt="2019-09-16T07:16:00.261" v="362" actId="478"/>
          <ac:spMkLst>
            <pc:docMk/>
            <pc:sldMk cId="1690815305" sldId="334"/>
            <ac:spMk id="34" creationId="{FF346372-1F7B-4FE5-A858-F8B790CDF5CE}"/>
          </ac:spMkLst>
        </pc:spChg>
        <pc:spChg chg="add mod">
          <ac:chgData name="Umesh Zemse" userId="f5579818-f47c-4551-9630-9efa4dd51d64" providerId="ADAL" clId="{A7C6DBCC-03CE-4A30-8655-A0868ED85DEA}" dt="2019-09-16T07:14:52.631" v="313" actId="1076"/>
          <ac:spMkLst>
            <pc:docMk/>
            <pc:sldMk cId="1690815305" sldId="334"/>
            <ac:spMk id="35" creationId="{41DE3E05-B22F-4E93-9F51-F122628C37C0}"/>
          </ac:spMkLst>
        </pc:spChg>
        <pc:spChg chg="add mod">
          <ac:chgData name="Umesh Zemse" userId="f5579818-f47c-4551-9630-9efa4dd51d64" providerId="ADAL" clId="{A7C6DBCC-03CE-4A30-8655-A0868ED85DEA}" dt="2019-09-16T07:16:30.840" v="378" actId="20577"/>
          <ac:spMkLst>
            <pc:docMk/>
            <pc:sldMk cId="1690815305" sldId="334"/>
            <ac:spMk id="36" creationId="{E4B51987-486D-48C2-9E5C-2BFFE5AA6A83}"/>
          </ac:spMkLst>
        </pc:spChg>
        <pc:spChg chg="add mod">
          <ac:chgData name="Umesh Zemse" userId="f5579818-f47c-4551-9630-9efa4dd51d64" providerId="ADAL" clId="{A7C6DBCC-03CE-4A30-8655-A0868ED85DEA}" dt="2019-09-16T07:17:36.549" v="405" actId="20577"/>
          <ac:spMkLst>
            <pc:docMk/>
            <pc:sldMk cId="1690815305" sldId="334"/>
            <ac:spMk id="37" creationId="{D458320D-C806-4606-A8C8-49D6BCA257EF}"/>
          </ac:spMkLst>
        </pc:spChg>
        <pc:spChg chg="add mod ord">
          <ac:chgData name="Umesh Zemse" userId="f5579818-f47c-4551-9630-9efa4dd51d64" providerId="ADAL" clId="{A7C6DBCC-03CE-4A30-8655-A0868ED85DEA}" dt="2019-09-16T09:04:36.256" v="418" actId="1038"/>
          <ac:spMkLst>
            <pc:docMk/>
            <pc:sldMk cId="1690815305" sldId="334"/>
            <ac:spMk id="38" creationId="{0348D74E-7FF1-4504-B363-E344A8636FED}"/>
          </ac:spMkLst>
        </pc:spChg>
        <pc:spChg chg="add">
          <ac:chgData name="Umesh Zemse" userId="f5579818-f47c-4551-9630-9efa4dd51d64" providerId="ADAL" clId="{A7C6DBCC-03CE-4A30-8655-A0868ED85DEA}" dt="2019-09-16T09:08:32.070" v="526"/>
          <ac:spMkLst>
            <pc:docMk/>
            <pc:sldMk cId="1690815305" sldId="334"/>
            <ac:spMk id="39" creationId="{68819988-E391-4473-85AD-4F82046F7DD5}"/>
          </ac:spMkLst>
        </pc:spChg>
        <pc:graphicFrameChg chg="mod ord modGraphic">
          <ac:chgData name="Umesh Zemse" userId="f5579818-f47c-4551-9630-9efa4dd51d64" providerId="ADAL" clId="{A7C6DBCC-03CE-4A30-8655-A0868ED85DEA}" dt="2019-09-16T09:04:31.434" v="414" actId="1076"/>
          <ac:graphicFrameMkLst>
            <pc:docMk/>
            <pc:sldMk cId="1690815305" sldId="334"/>
            <ac:graphicFrameMk id="4" creationId="{2C90F907-3B83-4F24-B3E9-103787B534F5}"/>
          </ac:graphicFrameMkLst>
        </pc:graphicFrameChg>
        <pc:cxnChg chg="mod">
          <ac:chgData name="Umesh Zemse" userId="f5579818-f47c-4551-9630-9efa4dd51d64" providerId="ADAL" clId="{A7C6DBCC-03CE-4A30-8655-A0868ED85DEA}" dt="2019-09-16T07:14:45.507" v="312" actId="1037"/>
          <ac:cxnSpMkLst>
            <pc:docMk/>
            <pc:sldMk cId="1690815305" sldId="334"/>
            <ac:cxnSpMk id="15" creationId="{410D4A1B-B99D-4B4E-ADFF-EB306D4999FF}"/>
          </ac:cxnSpMkLst>
        </pc:cxnChg>
        <pc:cxnChg chg="mod">
          <ac:chgData name="Umesh Zemse" userId="f5579818-f47c-4551-9630-9efa4dd51d64" providerId="ADAL" clId="{A7C6DBCC-03CE-4A30-8655-A0868ED85DEA}" dt="2019-09-16T07:14:45.507" v="312" actId="1037"/>
          <ac:cxnSpMkLst>
            <pc:docMk/>
            <pc:sldMk cId="1690815305" sldId="334"/>
            <ac:cxnSpMk id="17" creationId="{F548FD16-BD95-4D14-B781-9F8506602B86}"/>
          </ac:cxnSpMkLst>
        </pc:cxnChg>
      </pc:sldChg>
      <pc:sldChg chg="add del">
        <pc:chgData name="Umesh Zemse" userId="f5579818-f47c-4551-9630-9efa4dd51d64" providerId="ADAL" clId="{A7C6DBCC-03CE-4A30-8655-A0868ED85DEA}" dt="2019-09-16T09:06:33.275" v="474" actId="2696"/>
        <pc:sldMkLst>
          <pc:docMk/>
          <pc:sldMk cId="622457627" sldId="335"/>
        </pc:sldMkLst>
      </pc:sldChg>
      <pc:sldChg chg="add">
        <pc:chgData name="Umesh Zemse" userId="f5579818-f47c-4551-9630-9efa4dd51d64" providerId="ADAL" clId="{A7C6DBCC-03CE-4A30-8655-A0868ED85DEA}" dt="2019-09-16T06:27:17.802" v="56"/>
        <pc:sldMkLst>
          <pc:docMk/>
          <pc:sldMk cId="3627256115" sldId="336"/>
        </pc:sldMkLst>
      </pc:sldChg>
      <pc:sldChg chg="add del">
        <pc:chgData name="Umesh Zemse" userId="f5579818-f47c-4551-9630-9efa4dd51d64" providerId="ADAL" clId="{A7C6DBCC-03CE-4A30-8655-A0868ED85DEA}" dt="2019-09-16T11:07:09.301" v="920" actId="2696"/>
        <pc:sldMkLst>
          <pc:docMk/>
          <pc:sldMk cId="4184029531" sldId="337"/>
        </pc:sldMkLst>
      </pc:sldChg>
      <pc:sldChg chg="add del">
        <pc:chgData name="Umesh Zemse" userId="f5579818-f47c-4551-9630-9efa4dd51d64" providerId="ADAL" clId="{A7C6DBCC-03CE-4A30-8655-A0868ED85DEA}" dt="2019-09-16T11:32:17.957" v="1299" actId="2696"/>
        <pc:sldMkLst>
          <pc:docMk/>
          <pc:sldMk cId="3295291473" sldId="338"/>
        </pc:sldMkLst>
      </pc:sldChg>
      <pc:sldChg chg="add del">
        <pc:chgData name="Umesh Zemse" userId="f5579818-f47c-4551-9630-9efa4dd51d64" providerId="ADAL" clId="{A7C6DBCC-03CE-4A30-8655-A0868ED85DEA}" dt="2019-09-16T11:33:52.182" v="1323" actId="2696"/>
        <pc:sldMkLst>
          <pc:docMk/>
          <pc:sldMk cId="1617216056" sldId="339"/>
        </pc:sldMkLst>
      </pc:sldChg>
      <pc:sldChg chg="add del">
        <pc:chgData name="Umesh Zemse" userId="f5579818-f47c-4551-9630-9efa4dd51d64" providerId="ADAL" clId="{A7C6DBCC-03CE-4A30-8655-A0868ED85DEA}" dt="2019-09-16T11:33:54.866" v="1324" actId="2696"/>
        <pc:sldMkLst>
          <pc:docMk/>
          <pc:sldMk cId="2627717129" sldId="340"/>
        </pc:sldMkLst>
      </pc:sldChg>
      <pc:sldChg chg="add del">
        <pc:chgData name="Umesh Zemse" userId="f5579818-f47c-4551-9630-9efa4dd51d64" providerId="ADAL" clId="{A7C6DBCC-03CE-4A30-8655-A0868ED85DEA}" dt="2019-09-16T11:44:03.026" v="1481" actId="2696"/>
        <pc:sldMkLst>
          <pc:docMk/>
          <pc:sldMk cId="694649742" sldId="341"/>
        </pc:sldMkLst>
      </pc:sldChg>
      <pc:sldChg chg="addSp delSp modSp add del delAnim modAnim">
        <pc:chgData name="Umesh Zemse" userId="f5579818-f47c-4551-9630-9efa4dd51d64" providerId="ADAL" clId="{A7C6DBCC-03CE-4A30-8655-A0868ED85DEA}" dt="2019-09-16T11:06:03.355" v="897" actId="2696"/>
        <pc:sldMkLst>
          <pc:docMk/>
          <pc:sldMk cId="2572349312" sldId="342"/>
        </pc:sldMkLst>
        <pc:spChg chg="mod">
          <ac:chgData name="Umesh Zemse" userId="f5579818-f47c-4551-9630-9efa4dd51d64" providerId="ADAL" clId="{A7C6DBCC-03CE-4A30-8655-A0868ED85DEA}" dt="2019-09-16T09:07:00.491" v="485" actId="20577"/>
          <ac:spMkLst>
            <pc:docMk/>
            <pc:sldMk cId="2572349312" sldId="342"/>
            <ac:spMk id="2" creationId="{E0104F68-A9B6-4A9C-BD18-0301D1C829DB}"/>
          </ac:spMkLst>
        </pc:spChg>
        <pc:spChg chg="add del mod">
          <ac:chgData name="Umesh Zemse" userId="f5579818-f47c-4551-9630-9efa4dd51d64" providerId="ADAL" clId="{A7C6DBCC-03CE-4A30-8655-A0868ED85DEA}" dt="2019-09-16T09:08:30.793" v="525"/>
          <ac:spMkLst>
            <pc:docMk/>
            <pc:sldMk cId="2572349312" sldId="342"/>
            <ac:spMk id="26" creationId="{48DD81F7-12C5-40A4-A034-76FF0EC6C582}"/>
          </ac:spMkLst>
        </pc:spChg>
        <pc:spChg chg="add mod ord">
          <ac:chgData name="Umesh Zemse" userId="f5579818-f47c-4551-9630-9efa4dd51d64" providerId="ADAL" clId="{A7C6DBCC-03CE-4A30-8655-A0868ED85DEA}" dt="2019-09-16T09:08:52.679" v="530" actId="1076"/>
          <ac:spMkLst>
            <pc:docMk/>
            <pc:sldMk cId="2572349312" sldId="342"/>
            <ac:spMk id="27" creationId="{BAACF52F-3A86-403B-8862-00BE4F78AED0}"/>
          </ac:spMkLst>
        </pc:spChg>
        <pc:spChg chg="add mod">
          <ac:chgData name="Umesh Zemse" userId="f5579818-f47c-4551-9630-9efa4dd51d64" providerId="ADAL" clId="{A7C6DBCC-03CE-4A30-8655-A0868ED85DEA}" dt="2019-09-16T09:08:55.147" v="531" actId="14100"/>
          <ac:spMkLst>
            <pc:docMk/>
            <pc:sldMk cId="2572349312" sldId="342"/>
            <ac:spMk id="30" creationId="{33BC7958-AFA6-491D-AC2F-FD6B70DFF38E}"/>
          </ac:spMkLst>
        </pc:spChg>
        <pc:spChg chg="mod">
          <ac:chgData name="Umesh Zemse" userId="f5579818-f47c-4551-9630-9efa4dd51d64" providerId="ADAL" clId="{A7C6DBCC-03CE-4A30-8655-A0868ED85DEA}" dt="2019-09-16T09:06:44.538" v="479" actId="1037"/>
          <ac:spMkLst>
            <pc:docMk/>
            <pc:sldMk cId="2572349312" sldId="342"/>
            <ac:spMk id="32" creationId="{0F04E717-3391-46C1-9958-6624DF084ED4}"/>
          </ac:spMkLst>
        </pc:spChg>
        <pc:spChg chg="del">
          <ac:chgData name="Umesh Zemse" userId="f5579818-f47c-4551-9630-9efa4dd51d64" providerId="ADAL" clId="{A7C6DBCC-03CE-4A30-8655-A0868ED85DEA}" dt="2019-09-16T09:08:24.816" v="524" actId="478"/>
          <ac:spMkLst>
            <pc:docMk/>
            <pc:sldMk cId="2572349312" sldId="342"/>
            <ac:spMk id="35" creationId="{41DE3E05-B22F-4E93-9F51-F122628C37C0}"/>
          </ac:spMkLst>
        </pc:spChg>
      </pc:sldChg>
      <pc:sldChg chg="addSp modSp add del ord modAnim">
        <pc:chgData name="Umesh Zemse" userId="f5579818-f47c-4551-9630-9efa4dd51d64" providerId="ADAL" clId="{A7C6DBCC-03CE-4A30-8655-A0868ED85DEA}" dt="2019-09-16T11:06:59.237" v="919" actId="2696"/>
        <pc:sldMkLst>
          <pc:docMk/>
          <pc:sldMk cId="3886300533" sldId="343"/>
        </pc:sldMkLst>
        <pc:spChg chg="mod">
          <ac:chgData name="Umesh Zemse" userId="f5579818-f47c-4551-9630-9efa4dd51d64" providerId="ADAL" clId="{A7C6DBCC-03CE-4A30-8655-A0868ED85DEA}" dt="2019-09-16T09:09:46.127" v="546" actId="20577"/>
          <ac:spMkLst>
            <pc:docMk/>
            <pc:sldMk cId="3886300533" sldId="343"/>
            <ac:spMk id="12" creationId="{757A82B3-4AF2-4211-B555-0CE256758C51}"/>
          </ac:spMkLst>
        </pc:spChg>
        <pc:spChg chg="add mod ord">
          <ac:chgData name="Umesh Zemse" userId="f5579818-f47c-4551-9630-9efa4dd51d64" providerId="ADAL" clId="{A7C6DBCC-03CE-4A30-8655-A0868ED85DEA}" dt="2019-09-16T09:11:02.002" v="591" actId="167"/>
          <ac:spMkLst>
            <pc:docMk/>
            <pc:sldMk cId="3886300533" sldId="343"/>
            <ac:spMk id="26" creationId="{2B230614-4C7C-4951-8CE4-B896C514B713}"/>
          </ac:spMkLst>
        </pc:spChg>
        <pc:spChg chg="add mod">
          <ac:chgData name="Umesh Zemse" userId="f5579818-f47c-4551-9630-9efa4dd51d64" providerId="ADAL" clId="{A7C6DBCC-03CE-4A30-8655-A0868ED85DEA}" dt="2019-09-16T09:11:05.543" v="592" actId="14100"/>
          <ac:spMkLst>
            <pc:docMk/>
            <pc:sldMk cId="3886300533" sldId="343"/>
            <ac:spMk id="34" creationId="{CE390EF2-F4F4-4F99-97DB-FC7CA86F6380}"/>
          </ac:spMkLst>
        </pc:spChg>
        <pc:spChg chg="mod">
          <ac:chgData name="Umesh Zemse" userId="f5579818-f47c-4551-9630-9efa4dd51d64" providerId="ADAL" clId="{A7C6DBCC-03CE-4A30-8655-A0868ED85DEA}" dt="2019-09-16T09:10:00.175" v="557" actId="20577"/>
          <ac:spMkLst>
            <pc:docMk/>
            <pc:sldMk cId="3886300533" sldId="343"/>
            <ac:spMk id="36" creationId="{E4B51987-486D-48C2-9E5C-2BFFE5AA6A83}"/>
          </ac:spMkLst>
        </pc:spChg>
        <pc:spChg chg="mod">
          <ac:chgData name="Umesh Zemse" userId="f5579818-f47c-4551-9630-9efa4dd51d64" providerId="ADAL" clId="{A7C6DBCC-03CE-4A30-8655-A0868ED85DEA}" dt="2019-09-16T09:10:18.944" v="585" actId="20577"/>
          <ac:spMkLst>
            <pc:docMk/>
            <pc:sldMk cId="3886300533" sldId="343"/>
            <ac:spMk id="37" creationId="{D458320D-C806-4606-A8C8-49D6BCA257EF}"/>
          </ac:spMkLst>
        </pc:spChg>
        <pc:graphicFrameChg chg="modGraphic">
          <ac:chgData name="Umesh Zemse" userId="f5579818-f47c-4551-9630-9efa4dd51d64" providerId="ADAL" clId="{A7C6DBCC-03CE-4A30-8655-A0868ED85DEA}" dt="2019-09-16T09:10:13.773" v="574" actId="20577"/>
          <ac:graphicFrameMkLst>
            <pc:docMk/>
            <pc:sldMk cId="3886300533" sldId="343"/>
            <ac:graphicFrameMk id="4" creationId="{2C90F907-3B83-4F24-B3E9-103787B534F5}"/>
          </ac:graphicFrameMkLst>
        </pc:graphicFrameChg>
      </pc:sldChg>
      <pc:sldChg chg="addSp delSp modSp add del delAnim modAnim">
        <pc:chgData name="Umesh Zemse" userId="f5579818-f47c-4551-9630-9efa4dd51d64" providerId="ADAL" clId="{A7C6DBCC-03CE-4A30-8655-A0868ED85DEA}" dt="2019-09-16T11:12:05.584" v="1027" actId="2696"/>
        <pc:sldMkLst>
          <pc:docMk/>
          <pc:sldMk cId="1005693266" sldId="344"/>
        </pc:sldMkLst>
        <pc:spChg chg="mod">
          <ac:chgData name="Umesh Zemse" userId="f5579818-f47c-4551-9630-9efa4dd51d64" providerId="ADAL" clId="{A7C6DBCC-03CE-4A30-8655-A0868ED85DEA}" dt="2019-09-16T10:55:28.207" v="620" actId="14100"/>
          <ac:spMkLst>
            <pc:docMk/>
            <pc:sldMk cId="1005693266" sldId="344"/>
            <ac:spMk id="2" creationId="{E0104F68-A9B6-4A9C-BD18-0301D1C829DB}"/>
          </ac:spMkLst>
        </pc:spChg>
        <pc:spChg chg="del">
          <ac:chgData name="Umesh Zemse" userId="f5579818-f47c-4551-9630-9efa4dd51d64" providerId="ADAL" clId="{A7C6DBCC-03CE-4A30-8655-A0868ED85DEA}" dt="2019-09-16T09:12:55.399" v="597" actId="478"/>
          <ac:spMkLst>
            <pc:docMk/>
            <pc:sldMk cId="1005693266" sldId="344"/>
            <ac:spMk id="13" creationId="{B09BCDD7-D76C-47F6-B1EB-32712B30B584}"/>
          </ac:spMkLst>
        </pc:spChg>
        <pc:spChg chg="mod">
          <ac:chgData name="Umesh Zemse" userId="f5579818-f47c-4551-9630-9efa4dd51d64" providerId="ADAL" clId="{A7C6DBCC-03CE-4A30-8655-A0868ED85DEA}" dt="2019-09-16T10:54:47.349" v="605" actId="6549"/>
          <ac:spMkLst>
            <pc:docMk/>
            <pc:sldMk cId="1005693266" sldId="344"/>
            <ac:spMk id="22" creationId="{7EAA07C5-7CB8-41BA-A3DB-4DA4310081CE}"/>
          </ac:spMkLst>
        </pc:spChg>
        <pc:spChg chg="mod">
          <ac:chgData name="Umesh Zemse" userId="f5579818-f47c-4551-9630-9efa4dd51d64" providerId="ADAL" clId="{A7C6DBCC-03CE-4A30-8655-A0868ED85DEA}" dt="2019-09-16T10:54:25.422" v="602" actId="20577"/>
          <ac:spMkLst>
            <pc:docMk/>
            <pc:sldMk cId="1005693266" sldId="344"/>
            <ac:spMk id="24" creationId="{4ADF7ACF-FD93-43D4-8E85-9985894350A9}"/>
          </ac:spMkLst>
        </pc:spChg>
        <pc:spChg chg="mod">
          <ac:chgData name="Umesh Zemse" userId="f5579818-f47c-4551-9630-9efa4dd51d64" providerId="ADAL" clId="{A7C6DBCC-03CE-4A30-8655-A0868ED85DEA}" dt="2019-09-16T10:55:15.240" v="607" actId="1076"/>
          <ac:spMkLst>
            <pc:docMk/>
            <pc:sldMk cId="1005693266" sldId="344"/>
            <ac:spMk id="26" creationId="{2B230614-4C7C-4951-8CE4-B896C514B713}"/>
          </ac:spMkLst>
        </pc:spChg>
        <pc:spChg chg="mod">
          <ac:chgData name="Umesh Zemse" userId="f5579818-f47c-4551-9630-9efa4dd51d64" providerId="ADAL" clId="{A7C6DBCC-03CE-4A30-8655-A0868ED85DEA}" dt="2019-09-16T09:12:49.679" v="595" actId="1076"/>
          <ac:spMkLst>
            <pc:docMk/>
            <pc:sldMk cId="1005693266" sldId="344"/>
            <ac:spMk id="27" creationId="{BAACF52F-3A86-403B-8862-00BE4F78AED0}"/>
          </ac:spMkLst>
        </pc:spChg>
        <pc:spChg chg="mod">
          <ac:chgData name="Umesh Zemse" userId="f5579818-f47c-4551-9630-9efa4dd51d64" providerId="ADAL" clId="{A7C6DBCC-03CE-4A30-8655-A0868ED85DEA}" dt="2019-09-16T10:55:11.073" v="606" actId="1076"/>
          <ac:spMkLst>
            <pc:docMk/>
            <pc:sldMk cId="1005693266" sldId="344"/>
            <ac:spMk id="30" creationId="{33BC7958-AFA6-491D-AC2F-FD6B70DFF38E}"/>
          </ac:spMkLst>
        </pc:spChg>
        <pc:spChg chg="add mod">
          <ac:chgData name="Umesh Zemse" userId="f5579818-f47c-4551-9630-9efa4dd51d64" providerId="ADAL" clId="{A7C6DBCC-03CE-4A30-8655-A0868ED85DEA}" dt="2019-09-16T10:55:34.031" v="621" actId="1076"/>
          <ac:spMkLst>
            <pc:docMk/>
            <pc:sldMk cId="1005693266" sldId="344"/>
            <ac:spMk id="35" creationId="{4D97C913-4541-423C-84A6-E22E827C898E}"/>
          </ac:spMkLst>
        </pc:spChg>
      </pc:sldChg>
      <pc:sldChg chg="addSp delSp modSp add delAnim modAnim">
        <pc:chgData name="Umesh Zemse" userId="f5579818-f47c-4551-9630-9efa4dd51d64" providerId="ADAL" clId="{A7C6DBCC-03CE-4A30-8655-A0868ED85DEA}" dt="2019-09-16T11:05:59.839" v="896" actId="1076"/>
        <pc:sldMkLst>
          <pc:docMk/>
          <pc:sldMk cId="1556746342" sldId="345"/>
        </pc:sldMkLst>
        <pc:spChg chg="del mod">
          <ac:chgData name="Umesh Zemse" userId="f5579818-f47c-4551-9630-9efa4dd51d64" providerId="ADAL" clId="{A7C6DBCC-03CE-4A30-8655-A0868ED85DEA}" dt="2019-09-16T11:01:21.975" v="759" actId="478"/>
          <ac:spMkLst>
            <pc:docMk/>
            <pc:sldMk cId="1556746342" sldId="345"/>
            <ac:spMk id="9" creationId="{410D83FC-7940-402F-B5B0-F709D30A86A8}"/>
          </ac:spMkLst>
        </pc:spChg>
        <pc:spChg chg="del mod">
          <ac:chgData name="Umesh Zemse" userId="f5579818-f47c-4551-9630-9efa4dd51d64" providerId="ADAL" clId="{A7C6DBCC-03CE-4A30-8655-A0868ED85DEA}" dt="2019-09-16T11:02:22.641" v="798" actId="478"/>
          <ac:spMkLst>
            <pc:docMk/>
            <pc:sldMk cId="1556746342" sldId="345"/>
            <ac:spMk id="11" creationId="{F37D74E3-585D-4E7D-90FB-90B97715A1C2}"/>
          </ac:spMkLst>
        </pc:spChg>
        <pc:spChg chg="del mod">
          <ac:chgData name="Umesh Zemse" userId="f5579818-f47c-4551-9630-9efa4dd51d64" providerId="ADAL" clId="{A7C6DBCC-03CE-4A30-8655-A0868ED85DEA}" dt="2019-09-16T11:02:40.365" v="809" actId="478"/>
          <ac:spMkLst>
            <pc:docMk/>
            <pc:sldMk cId="1556746342" sldId="345"/>
            <ac:spMk id="12" creationId="{757A82B3-4AF2-4211-B555-0CE256758C51}"/>
          </ac:spMkLst>
        </pc:spChg>
        <pc:spChg chg="del mod">
          <ac:chgData name="Umesh Zemse" userId="f5579818-f47c-4551-9630-9efa4dd51d64" providerId="ADAL" clId="{A7C6DBCC-03CE-4A30-8655-A0868ED85DEA}" dt="2019-09-16T11:02:10.363" v="789" actId="478"/>
          <ac:spMkLst>
            <pc:docMk/>
            <pc:sldMk cId="1556746342" sldId="345"/>
            <ac:spMk id="22" creationId="{7EAA07C5-7CB8-41BA-A3DB-4DA4310081CE}"/>
          </ac:spMkLst>
        </pc:spChg>
        <pc:spChg chg="del">
          <ac:chgData name="Umesh Zemse" userId="f5579818-f47c-4551-9630-9efa4dd51d64" providerId="ADAL" clId="{A7C6DBCC-03CE-4A30-8655-A0868ED85DEA}" dt="2019-09-16T11:02:12.346" v="790" actId="478"/>
          <ac:spMkLst>
            <pc:docMk/>
            <pc:sldMk cId="1556746342" sldId="345"/>
            <ac:spMk id="23" creationId="{B929374A-8C0A-469C-9C8B-CA3690C3781C}"/>
          </ac:spMkLst>
        </pc:spChg>
        <pc:spChg chg="del">
          <ac:chgData name="Umesh Zemse" userId="f5579818-f47c-4551-9630-9efa4dd51d64" providerId="ADAL" clId="{A7C6DBCC-03CE-4A30-8655-A0868ED85DEA}" dt="2019-09-16T11:01:58.301" v="782" actId="478"/>
          <ac:spMkLst>
            <pc:docMk/>
            <pc:sldMk cId="1556746342" sldId="345"/>
            <ac:spMk id="24" creationId="{4ADF7ACF-FD93-43D4-8E85-9985894350A9}"/>
          </ac:spMkLst>
        </pc:spChg>
        <pc:spChg chg="del">
          <ac:chgData name="Umesh Zemse" userId="f5579818-f47c-4551-9630-9efa4dd51d64" providerId="ADAL" clId="{A7C6DBCC-03CE-4A30-8655-A0868ED85DEA}" dt="2019-09-16T11:02:01.580" v="783" actId="478"/>
          <ac:spMkLst>
            <pc:docMk/>
            <pc:sldMk cId="1556746342" sldId="345"/>
            <ac:spMk id="25" creationId="{9E86616C-E86D-4453-A38C-BA3C33953E0C}"/>
          </ac:spMkLst>
        </pc:spChg>
        <pc:spChg chg="add mod ord">
          <ac:chgData name="Umesh Zemse" userId="f5579818-f47c-4551-9630-9efa4dd51d64" providerId="ADAL" clId="{A7C6DBCC-03CE-4A30-8655-A0868ED85DEA}" dt="2019-09-16T11:05:55.999" v="895" actId="14100"/>
          <ac:spMkLst>
            <pc:docMk/>
            <pc:sldMk cId="1556746342" sldId="345"/>
            <ac:spMk id="26" creationId="{ED34E398-EE2A-47F7-A21F-5CF2D12955D5}"/>
          </ac:spMkLst>
        </pc:spChg>
        <pc:spChg chg="add mod ord">
          <ac:chgData name="Umesh Zemse" userId="f5579818-f47c-4551-9630-9efa4dd51d64" providerId="ADAL" clId="{A7C6DBCC-03CE-4A30-8655-A0868ED85DEA}" dt="2019-09-16T11:05:59.839" v="896" actId="1076"/>
          <ac:spMkLst>
            <pc:docMk/>
            <pc:sldMk cId="1556746342" sldId="345"/>
            <ac:spMk id="27" creationId="{C8FF0A01-3923-4DBF-AB04-7E09895C8FA4}"/>
          </ac:spMkLst>
        </pc:spChg>
        <pc:spChg chg="del">
          <ac:chgData name="Umesh Zemse" userId="f5579818-f47c-4551-9630-9efa4dd51d64" providerId="ADAL" clId="{A7C6DBCC-03CE-4A30-8655-A0868ED85DEA}" dt="2019-09-16T11:03:15.188" v="832" actId="478"/>
          <ac:spMkLst>
            <pc:docMk/>
            <pc:sldMk cId="1556746342" sldId="345"/>
            <ac:spMk id="28" creationId="{0D4EF912-F04E-42A7-AC8F-9EF06B662B91}"/>
          </ac:spMkLst>
        </pc:spChg>
        <pc:spChg chg="del">
          <ac:chgData name="Umesh Zemse" userId="f5579818-f47c-4551-9630-9efa4dd51d64" providerId="ADAL" clId="{A7C6DBCC-03CE-4A30-8655-A0868ED85DEA}" dt="2019-09-16T11:02:14.815" v="791" actId="478"/>
          <ac:spMkLst>
            <pc:docMk/>
            <pc:sldMk cId="1556746342" sldId="345"/>
            <ac:spMk id="29" creationId="{52462248-2AB7-4D22-BC5B-301DFE02E290}"/>
          </ac:spMkLst>
        </pc:spChg>
        <pc:spChg chg="del mod">
          <ac:chgData name="Umesh Zemse" userId="f5579818-f47c-4551-9630-9efa4dd51d64" providerId="ADAL" clId="{A7C6DBCC-03CE-4A30-8655-A0868ED85DEA}" dt="2019-09-16T11:03:31.596" v="842" actId="478"/>
          <ac:spMkLst>
            <pc:docMk/>
            <pc:sldMk cId="1556746342" sldId="345"/>
            <ac:spMk id="31" creationId="{864F2EA2-D3FA-4B29-B824-58D41C0151C4}"/>
          </ac:spMkLst>
        </pc:spChg>
        <pc:spChg chg="del">
          <ac:chgData name="Umesh Zemse" userId="f5579818-f47c-4551-9630-9efa4dd51d64" providerId="ADAL" clId="{A7C6DBCC-03CE-4A30-8655-A0868ED85DEA}" dt="2019-09-16T11:03:21.330" v="835" actId="478"/>
          <ac:spMkLst>
            <pc:docMk/>
            <pc:sldMk cId="1556746342" sldId="345"/>
            <ac:spMk id="32" creationId="{0F04E717-3391-46C1-9958-6624DF084ED4}"/>
          </ac:spMkLst>
        </pc:spChg>
        <pc:spChg chg="del mod">
          <ac:chgData name="Umesh Zemse" userId="f5579818-f47c-4551-9630-9efa4dd51d64" providerId="ADAL" clId="{A7C6DBCC-03CE-4A30-8655-A0868ED85DEA}" dt="2019-09-16T11:03:50.167" v="859" actId="478"/>
          <ac:spMkLst>
            <pc:docMk/>
            <pc:sldMk cId="1556746342" sldId="345"/>
            <ac:spMk id="33" creationId="{2B65CB3B-095B-4A91-A457-6D5825DEABD9}"/>
          </ac:spMkLst>
        </pc:spChg>
        <pc:spChg chg="del mod">
          <ac:chgData name="Umesh Zemse" userId="f5579818-f47c-4551-9630-9efa4dd51d64" providerId="ADAL" clId="{A7C6DBCC-03CE-4A30-8655-A0868ED85DEA}" dt="2019-09-16T11:02:57.177" v="822" actId="478"/>
          <ac:spMkLst>
            <pc:docMk/>
            <pc:sldMk cId="1556746342" sldId="345"/>
            <ac:spMk id="36" creationId="{E4B51987-486D-48C2-9E5C-2BFFE5AA6A83}"/>
          </ac:spMkLst>
        </pc:spChg>
        <pc:spChg chg="del mod">
          <ac:chgData name="Umesh Zemse" userId="f5579818-f47c-4551-9630-9efa4dd51d64" providerId="ADAL" clId="{A7C6DBCC-03CE-4A30-8655-A0868ED85DEA}" dt="2019-09-16T11:03:11.404" v="831" actId="478"/>
          <ac:spMkLst>
            <pc:docMk/>
            <pc:sldMk cId="1556746342" sldId="345"/>
            <ac:spMk id="37" creationId="{D458320D-C806-4606-A8C8-49D6BCA257EF}"/>
          </ac:spMkLst>
        </pc:spChg>
        <pc:spChg chg="del">
          <ac:chgData name="Umesh Zemse" userId="f5579818-f47c-4551-9630-9efa4dd51d64" providerId="ADAL" clId="{A7C6DBCC-03CE-4A30-8655-A0868ED85DEA}" dt="2019-09-16T11:02:02.968" v="784" actId="478"/>
          <ac:spMkLst>
            <pc:docMk/>
            <pc:sldMk cId="1556746342" sldId="345"/>
            <ac:spMk id="38" creationId="{0348D74E-7FF1-4504-B363-E344A8636FED}"/>
          </ac:spMkLst>
        </pc:spChg>
        <pc:spChg chg="mod">
          <ac:chgData name="Umesh Zemse" userId="f5579818-f47c-4551-9630-9efa4dd51d64" providerId="ADAL" clId="{A7C6DBCC-03CE-4A30-8655-A0868ED85DEA}" dt="2019-09-16T11:02:27.207" v="799" actId="1076"/>
          <ac:spMkLst>
            <pc:docMk/>
            <pc:sldMk cId="1556746342" sldId="345"/>
            <ac:spMk id="39" creationId="{68819988-E391-4473-85AD-4F82046F7DD5}"/>
          </ac:spMkLst>
        </pc:spChg>
        <pc:graphicFrameChg chg="mod modGraphic">
          <ac:chgData name="Umesh Zemse" userId="f5579818-f47c-4551-9630-9efa4dd51d64" providerId="ADAL" clId="{A7C6DBCC-03CE-4A30-8655-A0868ED85DEA}" dt="2019-09-16T11:05:18.575" v="886" actId="1076"/>
          <ac:graphicFrameMkLst>
            <pc:docMk/>
            <pc:sldMk cId="1556746342" sldId="345"/>
            <ac:graphicFrameMk id="4" creationId="{2C90F907-3B83-4F24-B3E9-103787B534F5}"/>
          </ac:graphicFrameMkLst>
        </pc:graphicFrameChg>
        <pc:cxnChg chg="mod">
          <ac:chgData name="Umesh Zemse" userId="f5579818-f47c-4551-9630-9efa4dd51d64" providerId="ADAL" clId="{A7C6DBCC-03CE-4A30-8655-A0868ED85DEA}" dt="2019-09-16T11:05:52.007" v="893" actId="1076"/>
          <ac:cxnSpMkLst>
            <pc:docMk/>
            <pc:sldMk cId="1556746342" sldId="345"/>
            <ac:cxnSpMk id="15" creationId="{410D4A1B-B99D-4B4E-ADFF-EB306D4999FF}"/>
          </ac:cxnSpMkLst>
        </pc:cxnChg>
        <pc:cxnChg chg="mod">
          <ac:chgData name="Umesh Zemse" userId="f5579818-f47c-4551-9630-9efa4dd51d64" providerId="ADAL" clId="{A7C6DBCC-03CE-4A30-8655-A0868ED85DEA}" dt="2019-09-16T11:05:53.463" v="894" actId="1076"/>
          <ac:cxnSpMkLst>
            <pc:docMk/>
            <pc:sldMk cId="1556746342" sldId="345"/>
            <ac:cxnSpMk id="17" creationId="{F548FD16-BD95-4D14-B781-9F8506602B86}"/>
          </ac:cxnSpMkLst>
        </pc:cxnChg>
      </pc:sldChg>
      <pc:sldChg chg="delSp modSp add del delAnim">
        <pc:chgData name="Umesh Zemse" userId="f5579818-f47c-4551-9630-9efa4dd51d64" providerId="ADAL" clId="{A7C6DBCC-03CE-4A30-8655-A0868ED85DEA}" dt="2019-09-16T11:00:51.487" v="747" actId="2696"/>
        <pc:sldMkLst>
          <pc:docMk/>
          <pc:sldMk cId="2752856056" sldId="345"/>
        </pc:sldMkLst>
        <pc:spChg chg="del mod">
          <ac:chgData name="Umesh Zemse" userId="f5579818-f47c-4551-9630-9efa4dd51d64" providerId="ADAL" clId="{A7C6DBCC-03CE-4A30-8655-A0868ED85DEA}" dt="2019-09-16T10:57:19.245" v="650" actId="478"/>
          <ac:spMkLst>
            <pc:docMk/>
            <pc:sldMk cId="2752856056" sldId="345"/>
            <ac:spMk id="9" creationId="{410D83FC-7940-402F-B5B0-F709D30A86A8}"/>
          </ac:spMkLst>
        </pc:spChg>
        <pc:spChg chg="del mod">
          <ac:chgData name="Umesh Zemse" userId="f5579818-f47c-4551-9630-9efa4dd51d64" providerId="ADAL" clId="{A7C6DBCC-03CE-4A30-8655-A0868ED85DEA}" dt="2019-09-16T10:58:36.859" v="704" actId="478"/>
          <ac:spMkLst>
            <pc:docMk/>
            <pc:sldMk cId="2752856056" sldId="345"/>
            <ac:spMk id="11" creationId="{F37D74E3-585D-4E7D-90FB-90B97715A1C2}"/>
          </ac:spMkLst>
        </pc:spChg>
        <pc:spChg chg="mod">
          <ac:chgData name="Umesh Zemse" userId="f5579818-f47c-4551-9630-9efa4dd51d64" providerId="ADAL" clId="{A7C6DBCC-03CE-4A30-8655-A0868ED85DEA}" dt="2019-09-16T11:00:25.031" v="746" actId="1076"/>
          <ac:spMkLst>
            <pc:docMk/>
            <pc:sldMk cId="2752856056" sldId="345"/>
            <ac:spMk id="12" creationId="{757A82B3-4AF2-4211-B555-0CE256758C51}"/>
          </ac:spMkLst>
        </pc:spChg>
        <pc:spChg chg="del mod">
          <ac:chgData name="Umesh Zemse" userId="f5579818-f47c-4551-9630-9efa4dd51d64" providerId="ADAL" clId="{A7C6DBCC-03CE-4A30-8655-A0868ED85DEA}" dt="2019-09-16T10:59:31.949" v="719" actId="478"/>
          <ac:spMkLst>
            <pc:docMk/>
            <pc:sldMk cId="2752856056" sldId="345"/>
            <ac:spMk id="22" creationId="{7EAA07C5-7CB8-41BA-A3DB-4DA4310081CE}"/>
          </ac:spMkLst>
        </pc:spChg>
        <pc:spChg chg="del mod">
          <ac:chgData name="Umesh Zemse" userId="f5579818-f47c-4551-9630-9efa4dd51d64" providerId="ADAL" clId="{A7C6DBCC-03CE-4A30-8655-A0868ED85DEA}" dt="2019-09-16T10:59:49.938" v="728" actId="478"/>
          <ac:spMkLst>
            <pc:docMk/>
            <pc:sldMk cId="2752856056" sldId="345"/>
            <ac:spMk id="23" creationId="{B929374A-8C0A-469C-9C8B-CA3690C3781C}"/>
          </ac:spMkLst>
        </pc:spChg>
        <pc:spChg chg="del mod">
          <ac:chgData name="Umesh Zemse" userId="f5579818-f47c-4551-9630-9efa4dd51d64" providerId="ADAL" clId="{A7C6DBCC-03CE-4A30-8655-A0868ED85DEA}" dt="2019-09-16T10:58:09.714" v="697" actId="478"/>
          <ac:spMkLst>
            <pc:docMk/>
            <pc:sldMk cId="2752856056" sldId="345"/>
            <ac:spMk id="24" creationId="{4ADF7ACF-FD93-43D4-8E85-9985894350A9}"/>
          </ac:spMkLst>
        </pc:spChg>
        <pc:spChg chg="del mod">
          <ac:chgData name="Umesh Zemse" userId="f5579818-f47c-4551-9630-9efa4dd51d64" providerId="ADAL" clId="{A7C6DBCC-03CE-4A30-8655-A0868ED85DEA}" dt="2019-09-16T10:58:18.922" v="700" actId="478"/>
          <ac:spMkLst>
            <pc:docMk/>
            <pc:sldMk cId="2752856056" sldId="345"/>
            <ac:spMk id="25" creationId="{9E86616C-E86D-4453-A38C-BA3C33953E0C}"/>
          </ac:spMkLst>
        </pc:spChg>
        <pc:spChg chg="mod">
          <ac:chgData name="Umesh Zemse" userId="f5579818-f47c-4551-9630-9efa4dd51d64" providerId="ADAL" clId="{A7C6DBCC-03CE-4A30-8655-A0868ED85DEA}" dt="2019-09-16T10:56:43.359" v="638" actId="1076"/>
          <ac:spMkLst>
            <pc:docMk/>
            <pc:sldMk cId="2752856056" sldId="345"/>
            <ac:spMk id="26" creationId="{2B230614-4C7C-4951-8CE4-B896C514B713}"/>
          </ac:spMkLst>
        </pc:spChg>
        <pc:spChg chg="mod">
          <ac:chgData name="Umesh Zemse" userId="f5579818-f47c-4551-9630-9efa4dd51d64" providerId="ADAL" clId="{A7C6DBCC-03CE-4A30-8655-A0868ED85DEA}" dt="2019-09-16T10:56:08.833" v="625" actId="404"/>
          <ac:spMkLst>
            <pc:docMk/>
            <pc:sldMk cId="2752856056" sldId="345"/>
            <ac:spMk id="27" creationId="{BAACF52F-3A86-403B-8862-00BE4F78AED0}"/>
          </ac:spMkLst>
        </pc:spChg>
        <pc:spChg chg="del mod">
          <ac:chgData name="Umesh Zemse" userId="f5579818-f47c-4551-9630-9efa4dd51d64" providerId="ADAL" clId="{A7C6DBCC-03CE-4A30-8655-A0868ED85DEA}" dt="2019-09-16T10:59:56.367" v="731" actId="478"/>
          <ac:spMkLst>
            <pc:docMk/>
            <pc:sldMk cId="2752856056" sldId="345"/>
            <ac:spMk id="28" creationId="{0D4EF912-F04E-42A7-AC8F-9EF06B662B91}"/>
          </ac:spMkLst>
        </pc:spChg>
        <pc:spChg chg="del mod">
          <ac:chgData name="Umesh Zemse" userId="f5579818-f47c-4551-9630-9efa4dd51d64" providerId="ADAL" clId="{A7C6DBCC-03CE-4A30-8655-A0868ED85DEA}" dt="2019-09-16T10:59:52.228" v="729" actId="478"/>
          <ac:spMkLst>
            <pc:docMk/>
            <pc:sldMk cId="2752856056" sldId="345"/>
            <ac:spMk id="29" creationId="{52462248-2AB7-4D22-BC5B-301DFE02E290}"/>
          </ac:spMkLst>
        </pc:spChg>
        <pc:spChg chg="mod">
          <ac:chgData name="Umesh Zemse" userId="f5579818-f47c-4551-9630-9efa4dd51d64" providerId="ADAL" clId="{A7C6DBCC-03CE-4A30-8655-A0868ED85DEA}" dt="2019-09-16T11:00:17.207" v="743" actId="1076"/>
          <ac:spMkLst>
            <pc:docMk/>
            <pc:sldMk cId="2752856056" sldId="345"/>
            <ac:spMk id="31" creationId="{864F2EA2-D3FA-4B29-B824-58D41C0151C4}"/>
          </ac:spMkLst>
        </pc:spChg>
        <pc:spChg chg="del mod">
          <ac:chgData name="Umesh Zemse" userId="f5579818-f47c-4551-9630-9efa4dd51d64" providerId="ADAL" clId="{A7C6DBCC-03CE-4A30-8655-A0868ED85DEA}" dt="2019-09-16T10:59:57.992" v="732" actId="478"/>
          <ac:spMkLst>
            <pc:docMk/>
            <pc:sldMk cId="2752856056" sldId="345"/>
            <ac:spMk id="32" creationId="{0F04E717-3391-46C1-9958-6624DF084ED4}"/>
          </ac:spMkLst>
        </pc:spChg>
        <pc:spChg chg="mod">
          <ac:chgData name="Umesh Zemse" userId="f5579818-f47c-4551-9630-9efa4dd51d64" providerId="ADAL" clId="{A7C6DBCC-03CE-4A30-8655-A0868ED85DEA}" dt="2019-09-16T11:00:13.063" v="742" actId="1076"/>
          <ac:spMkLst>
            <pc:docMk/>
            <pc:sldMk cId="2752856056" sldId="345"/>
            <ac:spMk id="33" creationId="{2B65CB3B-095B-4A91-A457-6D5825DEABD9}"/>
          </ac:spMkLst>
        </pc:spChg>
        <pc:spChg chg="mod">
          <ac:chgData name="Umesh Zemse" userId="f5579818-f47c-4551-9630-9efa4dd51d64" providerId="ADAL" clId="{A7C6DBCC-03CE-4A30-8655-A0868ED85DEA}" dt="2019-09-16T11:00:22.312" v="745" actId="1076"/>
          <ac:spMkLst>
            <pc:docMk/>
            <pc:sldMk cId="2752856056" sldId="345"/>
            <ac:spMk id="36" creationId="{E4B51987-486D-48C2-9E5C-2BFFE5AA6A83}"/>
          </ac:spMkLst>
        </pc:spChg>
        <pc:spChg chg="mod">
          <ac:chgData name="Umesh Zemse" userId="f5579818-f47c-4551-9630-9efa4dd51d64" providerId="ADAL" clId="{A7C6DBCC-03CE-4A30-8655-A0868ED85DEA}" dt="2019-09-16T11:00:19.936" v="744" actId="1076"/>
          <ac:spMkLst>
            <pc:docMk/>
            <pc:sldMk cId="2752856056" sldId="345"/>
            <ac:spMk id="37" creationId="{D458320D-C806-4606-A8C8-49D6BCA257EF}"/>
          </ac:spMkLst>
        </pc:spChg>
        <pc:spChg chg="del mod">
          <ac:chgData name="Umesh Zemse" userId="f5579818-f47c-4551-9630-9efa4dd51d64" providerId="ADAL" clId="{A7C6DBCC-03CE-4A30-8655-A0868ED85DEA}" dt="2019-09-16T10:58:21.781" v="701" actId="478"/>
          <ac:spMkLst>
            <pc:docMk/>
            <pc:sldMk cId="2752856056" sldId="345"/>
            <ac:spMk id="38" creationId="{0348D74E-7FF1-4504-B363-E344A8636FED}"/>
          </ac:spMkLst>
        </pc:spChg>
        <pc:graphicFrameChg chg="mod modGraphic">
          <ac:chgData name="Umesh Zemse" userId="f5579818-f47c-4551-9630-9efa4dd51d64" providerId="ADAL" clId="{A7C6DBCC-03CE-4A30-8655-A0868ED85DEA}" dt="2019-09-16T11:00:04.831" v="741" actId="20577"/>
          <ac:graphicFrameMkLst>
            <pc:docMk/>
            <pc:sldMk cId="2752856056" sldId="345"/>
            <ac:graphicFrameMk id="4" creationId="{2C90F907-3B83-4F24-B3E9-103787B534F5}"/>
          </ac:graphicFrameMkLst>
        </pc:graphicFrameChg>
        <pc:cxnChg chg="mod">
          <ac:chgData name="Umesh Zemse" userId="f5579818-f47c-4551-9630-9efa4dd51d64" providerId="ADAL" clId="{A7C6DBCC-03CE-4A30-8655-A0868ED85DEA}" dt="2019-09-16T10:59:22.191" v="716" actId="1076"/>
          <ac:cxnSpMkLst>
            <pc:docMk/>
            <pc:sldMk cId="2752856056" sldId="345"/>
            <ac:cxnSpMk id="15" creationId="{410D4A1B-B99D-4B4E-ADFF-EB306D4999FF}"/>
          </ac:cxnSpMkLst>
        </pc:cxnChg>
        <pc:cxnChg chg="mod">
          <ac:chgData name="Umesh Zemse" userId="f5579818-f47c-4551-9630-9efa4dd51d64" providerId="ADAL" clId="{A7C6DBCC-03CE-4A30-8655-A0868ED85DEA}" dt="2019-09-16T10:59:24.576" v="717" actId="1076"/>
          <ac:cxnSpMkLst>
            <pc:docMk/>
            <pc:sldMk cId="2752856056" sldId="345"/>
            <ac:cxnSpMk id="17" creationId="{F548FD16-BD95-4D14-B781-9F8506602B86}"/>
          </ac:cxnSpMkLst>
        </pc:cxnChg>
      </pc:sldChg>
      <pc:sldChg chg="addSp modSp add modAnim">
        <pc:chgData name="Umesh Zemse" userId="f5579818-f47c-4551-9630-9efa4dd51d64" providerId="ADAL" clId="{A7C6DBCC-03CE-4A30-8655-A0868ED85DEA}" dt="2019-09-16T11:39:41.048" v="1390" actId="1076"/>
        <pc:sldMkLst>
          <pc:docMk/>
          <pc:sldMk cId="3578950877" sldId="346"/>
        </pc:sldMkLst>
        <pc:spChg chg="add mod ord">
          <ac:chgData name="Umesh Zemse" userId="f5579818-f47c-4551-9630-9efa4dd51d64" providerId="ADAL" clId="{A7C6DBCC-03CE-4A30-8655-A0868ED85DEA}" dt="2019-09-16T11:06:53.884" v="918" actId="1037"/>
          <ac:spMkLst>
            <pc:docMk/>
            <pc:sldMk cId="3578950877" sldId="346"/>
            <ac:spMk id="11" creationId="{BB8E2D6D-C63B-4817-842C-7BA3A8652473}"/>
          </ac:spMkLst>
        </pc:spChg>
        <pc:spChg chg="add mod">
          <ac:chgData name="Umesh Zemse" userId="f5579818-f47c-4551-9630-9efa4dd51d64" providerId="ADAL" clId="{A7C6DBCC-03CE-4A30-8655-A0868ED85DEA}" dt="2019-09-16T11:06:38.936" v="910" actId="14100"/>
          <ac:spMkLst>
            <pc:docMk/>
            <pc:sldMk cId="3578950877" sldId="346"/>
            <ac:spMk id="12" creationId="{6E4703AB-0D0C-4805-BA54-6414367A1E8F}"/>
          </ac:spMkLst>
        </pc:spChg>
        <pc:spChg chg="mod">
          <ac:chgData name="Umesh Zemse" userId="f5579818-f47c-4551-9630-9efa4dd51d64" providerId="ADAL" clId="{A7C6DBCC-03CE-4A30-8655-A0868ED85DEA}" dt="2019-09-16T11:39:41.048" v="1390" actId="1076"/>
          <ac:spMkLst>
            <pc:docMk/>
            <pc:sldMk cId="3578950877" sldId="346"/>
            <ac:spMk id="39" creationId="{68819988-E391-4473-85AD-4F82046F7DD5}"/>
          </ac:spMkLst>
        </pc:spChg>
        <pc:graphicFrameChg chg="modGraphic">
          <ac:chgData name="Umesh Zemse" userId="f5579818-f47c-4551-9630-9efa4dd51d64" providerId="ADAL" clId="{A7C6DBCC-03CE-4A30-8655-A0868ED85DEA}" dt="2019-09-16T11:06:22.433" v="906" actId="20577"/>
          <ac:graphicFrameMkLst>
            <pc:docMk/>
            <pc:sldMk cId="3578950877" sldId="346"/>
            <ac:graphicFrameMk id="4" creationId="{2C90F907-3B83-4F24-B3E9-103787B534F5}"/>
          </ac:graphicFrameMkLst>
        </pc:graphicFrameChg>
      </pc:sldChg>
      <pc:sldChg chg="addSp delSp modSp add delAnim modAnim">
        <pc:chgData name="Umesh Zemse" userId="f5579818-f47c-4551-9630-9efa4dd51d64" providerId="ADAL" clId="{A7C6DBCC-03CE-4A30-8655-A0868ED85DEA}" dt="2019-09-16T11:33:43.824" v="1321" actId="167"/>
        <pc:sldMkLst>
          <pc:docMk/>
          <pc:sldMk cId="2185114985" sldId="347"/>
        </pc:sldMkLst>
        <pc:spChg chg="mod">
          <ac:chgData name="Umesh Zemse" userId="f5579818-f47c-4551-9630-9efa4dd51d64" providerId="ADAL" clId="{A7C6DBCC-03CE-4A30-8655-A0868ED85DEA}" dt="2019-09-16T11:07:48.266" v="945" actId="6549"/>
          <ac:spMkLst>
            <pc:docMk/>
            <pc:sldMk cId="2185114985" sldId="347"/>
            <ac:spMk id="2" creationId="{E0104F68-A9B6-4A9C-BD18-0301D1C829DB}"/>
          </ac:spMkLst>
        </pc:spChg>
        <pc:spChg chg="del">
          <ac:chgData name="Umesh Zemse" userId="f5579818-f47c-4551-9630-9efa4dd51d64" providerId="ADAL" clId="{A7C6DBCC-03CE-4A30-8655-A0868ED85DEA}" dt="2019-09-16T11:07:30.737" v="927" actId="478"/>
          <ac:spMkLst>
            <pc:docMk/>
            <pc:sldMk cId="2185114985" sldId="347"/>
            <ac:spMk id="11" creationId="{BB8E2D6D-C63B-4817-842C-7BA3A8652473}"/>
          </ac:spMkLst>
        </pc:spChg>
        <pc:spChg chg="del">
          <ac:chgData name="Umesh Zemse" userId="f5579818-f47c-4551-9630-9efa4dd51d64" providerId="ADAL" clId="{A7C6DBCC-03CE-4A30-8655-A0868ED85DEA}" dt="2019-09-16T11:07:28.657" v="926" actId="478"/>
          <ac:spMkLst>
            <pc:docMk/>
            <pc:sldMk cId="2185114985" sldId="347"/>
            <ac:spMk id="12" creationId="{6E4703AB-0D0C-4805-BA54-6414367A1E8F}"/>
          </ac:spMkLst>
        </pc:spChg>
        <pc:spChg chg="del">
          <ac:chgData name="Umesh Zemse" userId="f5579818-f47c-4551-9630-9efa4dd51d64" providerId="ADAL" clId="{A7C6DBCC-03CE-4A30-8655-A0868ED85DEA}" dt="2019-09-16T11:07:38.097" v="930" actId="478"/>
          <ac:spMkLst>
            <pc:docMk/>
            <pc:sldMk cId="2185114985" sldId="347"/>
            <ac:spMk id="13" creationId="{B09BCDD7-D76C-47F6-B1EB-32712B30B584}"/>
          </ac:spMkLst>
        </pc:spChg>
        <pc:spChg chg="add mod">
          <ac:chgData name="Umesh Zemse" userId="f5579818-f47c-4551-9630-9efa4dd51d64" providerId="ADAL" clId="{A7C6DBCC-03CE-4A30-8655-A0868ED85DEA}" dt="2019-09-16T11:11:04.512" v="1011" actId="1076"/>
          <ac:spMkLst>
            <pc:docMk/>
            <pc:sldMk cId="2185114985" sldId="347"/>
            <ac:spMk id="14" creationId="{131F7F1B-0D46-4A15-9470-BEB3E8D4B824}"/>
          </ac:spMkLst>
        </pc:spChg>
        <pc:spChg chg="add mod">
          <ac:chgData name="Umesh Zemse" userId="f5579818-f47c-4551-9630-9efa4dd51d64" providerId="ADAL" clId="{A7C6DBCC-03CE-4A30-8655-A0868ED85DEA}" dt="2019-09-16T11:10:19.848" v="997" actId="1076"/>
          <ac:spMkLst>
            <pc:docMk/>
            <pc:sldMk cId="2185114985" sldId="347"/>
            <ac:spMk id="18" creationId="{262768E2-5812-46EB-B477-E69D03836879}"/>
          </ac:spMkLst>
        </pc:spChg>
        <pc:spChg chg="add mod">
          <ac:chgData name="Umesh Zemse" userId="f5579818-f47c-4551-9630-9efa4dd51d64" providerId="ADAL" clId="{A7C6DBCC-03CE-4A30-8655-A0868ED85DEA}" dt="2019-09-16T11:10:27.590" v="1001" actId="20577"/>
          <ac:spMkLst>
            <pc:docMk/>
            <pc:sldMk cId="2185114985" sldId="347"/>
            <ac:spMk id="19" creationId="{7ED65F20-1B4A-42D9-AE72-5FA51EC160B9}"/>
          </ac:spMkLst>
        </pc:spChg>
        <pc:spChg chg="mod topLvl">
          <ac:chgData name="Umesh Zemse" userId="f5579818-f47c-4551-9630-9efa4dd51d64" providerId="ADAL" clId="{A7C6DBCC-03CE-4A30-8655-A0868ED85DEA}" dt="2019-09-16T11:13:47.448" v="1105" actId="1076"/>
          <ac:spMkLst>
            <pc:docMk/>
            <pc:sldMk cId="2185114985" sldId="347"/>
            <ac:spMk id="21" creationId="{ABFB24ED-B611-4180-96C8-7FB126EEE397}"/>
          </ac:spMkLst>
        </pc:spChg>
        <pc:spChg chg="add del mod topLvl">
          <ac:chgData name="Umesh Zemse" userId="f5579818-f47c-4551-9630-9efa4dd51d64" providerId="ADAL" clId="{A7C6DBCC-03CE-4A30-8655-A0868ED85DEA}" dt="2019-09-16T11:13:36.414" v="1102" actId="478"/>
          <ac:spMkLst>
            <pc:docMk/>
            <pc:sldMk cId="2185114985" sldId="347"/>
            <ac:spMk id="22" creationId="{304D741C-78DC-4585-91CB-DC65D86C5B6D}"/>
          </ac:spMkLst>
        </pc:spChg>
        <pc:spChg chg="add del mod topLvl">
          <ac:chgData name="Umesh Zemse" userId="f5579818-f47c-4551-9630-9efa4dd51d64" providerId="ADAL" clId="{A7C6DBCC-03CE-4A30-8655-A0868ED85DEA}" dt="2019-09-16T11:13:37.839" v="1103" actId="478"/>
          <ac:spMkLst>
            <pc:docMk/>
            <pc:sldMk cId="2185114985" sldId="347"/>
            <ac:spMk id="24" creationId="{CC0FA7A9-37B9-4908-9239-2FED6655D5D1}"/>
          </ac:spMkLst>
        </pc:spChg>
        <pc:spChg chg="del">
          <ac:chgData name="Umesh Zemse" userId="f5579818-f47c-4551-9630-9efa4dd51d64" providerId="ADAL" clId="{A7C6DBCC-03CE-4A30-8655-A0868ED85DEA}" dt="2019-09-16T11:07:35.140" v="929" actId="478"/>
          <ac:spMkLst>
            <pc:docMk/>
            <pc:sldMk cId="2185114985" sldId="347"/>
            <ac:spMk id="26" creationId="{ED34E398-EE2A-47F7-A21F-5CF2D12955D5}"/>
          </ac:spMkLst>
        </pc:spChg>
        <pc:spChg chg="del">
          <ac:chgData name="Umesh Zemse" userId="f5579818-f47c-4551-9630-9efa4dd51d64" providerId="ADAL" clId="{A7C6DBCC-03CE-4A30-8655-A0868ED85DEA}" dt="2019-09-16T11:07:26.471" v="925" actId="478"/>
          <ac:spMkLst>
            <pc:docMk/>
            <pc:sldMk cId="2185114985" sldId="347"/>
            <ac:spMk id="27" creationId="{C8FF0A01-3923-4DBF-AB04-7E09895C8FA4}"/>
          </ac:spMkLst>
        </pc:spChg>
        <pc:spChg chg="del mod topLvl">
          <ac:chgData name="Umesh Zemse" userId="f5579818-f47c-4551-9630-9efa4dd51d64" providerId="ADAL" clId="{A7C6DBCC-03CE-4A30-8655-A0868ED85DEA}" dt="2019-09-16T11:23:51.062" v="1195" actId="478"/>
          <ac:spMkLst>
            <pc:docMk/>
            <pc:sldMk cId="2185114985" sldId="347"/>
            <ac:spMk id="28" creationId="{459ED43C-316B-4AF7-AFBF-1F4DBD2D2793}"/>
          </ac:spMkLst>
        </pc:spChg>
        <pc:spChg chg="del mod topLvl">
          <ac:chgData name="Umesh Zemse" userId="f5579818-f47c-4551-9630-9efa4dd51d64" providerId="ADAL" clId="{A7C6DBCC-03CE-4A30-8655-A0868ED85DEA}" dt="2019-09-16T11:14:40.406" v="1121" actId="478"/>
          <ac:spMkLst>
            <pc:docMk/>
            <pc:sldMk cId="2185114985" sldId="347"/>
            <ac:spMk id="30" creationId="{14ECC184-7C5A-41D7-A7F9-53B243F2A806}"/>
          </ac:spMkLst>
        </pc:spChg>
        <pc:spChg chg="del mod topLvl">
          <ac:chgData name="Umesh Zemse" userId="f5579818-f47c-4551-9630-9efa4dd51d64" providerId="ADAL" clId="{A7C6DBCC-03CE-4A30-8655-A0868ED85DEA}" dt="2019-09-16T11:14:40.406" v="1121" actId="478"/>
          <ac:spMkLst>
            <pc:docMk/>
            <pc:sldMk cId="2185114985" sldId="347"/>
            <ac:spMk id="32" creationId="{A95040AE-11C7-48F7-B162-97728CDF474C}"/>
          </ac:spMkLst>
        </pc:spChg>
        <pc:spChg chg="del mod topLvl">
          <ac:chgData name="Umesh Zemse" userId="f5579818-f47c-4551-9630-9efa4dd51d64" providerId="ADAL" clId="{A7C6DBCC-03CE-4A30-8655-A0868ED85DEA}" dt="2019-09-16T11:14:40.406" v="1121" actId="478"/>
          <ac:spMkLst>
            <pc:docMk/>
            <pc:sldMk cId="2185114985" sldId="347"/>
            <ac:spMk id="33" creationId="{58B1DB29-C95E-482E-9930-B3E50CB0264A}"/>
          </ac:spMkLst>
        </pc:spChg>
        <pc:spChg chg="del">
          <ac:chgData name="Umesh Zemse" userId="f5579818-f47c-4551-9630-9efa4dd51d64" providerId="ADAL" clId="{A7C6DBCC-03CE-4A30-8655-A0868ED85DEA}" dt="2019-09-16T11:07:24.280" v="924" actId="478"/>
          <ac:spMkLst>
            <pc:docMk/>
            <pc:sldMk cId="2185114985" sldId="347"/>
            <ac:spMk id="35" creationId="{41DE3E05-B22F-4E93-9F51-F122628C37C0}"/>
          </ac:spMkLst>
        </pc:spChg>
        <pc:spChg chg="del mod topLvl">
          <ac:chgData name="Umesh Zemse" userId="f5579818-f47c-4551-9630-9efa4dd51d64" providerId="ADAL" clId="{A7C6DBCC-03CE-4A30-8655-A0868ED85DEA}" dt="2019-09-16T11:14:40.406" v="1121" actId="478"/>
          <ac:spMkLst>
            <pc:docMk/>
            <pc:sldMk cId="2185114985" sldId="347"/>
            <ac:spMk id="36" creationId="{A05166B2-21F3-4A5D-A7EA-709A097A2261}"/>
          </ac:spMkLst>
        </pc:spChg>
        <pc:spChg chg="del mod topLvl">
          <ac:chgData name="Umesh Zemse" userId="f5579818-f47c-4551-9630-9efa4dd51d64" providerId="ADAL" clId="{A7C6DBCC-03CE-4A30-8655-A0868ED85DEA}" dt="2019-09-16T11:14:40.406" v="1121" actId="478"/>
          <ac:spMkLst>
            <pc:docMk/>
            <pc:sldMk cId="2185114985" sldId="347"/>
            <ac:spMk id="37" creationId="{F47CF5D0-EAD1-4081-83A7-8CB36216A4E0}"/>
          </ac:spMkLst>
        </pc:spChg>
        <pc:spChg chg="del mod topLvl">
          <ac:chgData name="Umesh Zemse" userId="f5579818-f47c-4551-9630-9efa4dd51d64" providerId="ADAL" clId="{A7C6DBCC-03CE-4A30-8655-A0868ED85DEA}" dt="2019-09-16T11:14:40.406" v="1121" actId="478"/>
          <ac:spMkLst>
            <pc:docMk/>
            <pc:sldMk cId="2185114985" sldId="347"/>
            <ac:spMk id="38" creationId="{F0B59DCE-9688-493F-BCB4-DC2AF6A732CD}"/>
          </ac:spMkLst>
        </pc:spChg>
        <pc:spChg chg="del">
          <ac:chgData name="Umesh Zemse" userId="f5579818-f47c-4551-9630-9efa4dd51d64" providerId="ADAL" clId="{A7C6DBCC-03CE-4A30-8655-A0868ED85DEA}" dt="2019-09-16T11:07:32.724" v="928" actId="478"/>
          <ac:spMkLst>
            <pc:docMk/>
            <pc:sldMk cId="2185114985" sldId="347"/>
            <ac:spMk id="39" creationId="{68819988-E391-4473-85AD-4F82046F7DD5}"/>
          </ac:spMkLst>
        </pc:spChg>
        <pc:spChg chg="add mod">
          <ac:chgData name="Umesh Zemse" userId="f5579818-f47c-4551-9630-9efa4dd51d64" providerId="ADAL" clId="{A7C6DBCC-03CE-4A30-8655-A0868ED85DEA}" dt="2019-09-16T11:28:21.151" v="1248" actId="207"/>
          <ac:spMkLst>
            <pc:docMk/>
            <pc:sldMk cId="2185114985" sldId="347"/>
            <ac:spMk id="71" creationId="{5F69D1DE-00F4-4386-B5DA-971289CF7B4F}"/>
          </ac:spMkLst>
        </pc:spChg>
        <pc:spChg chg="add mod ord">
          <ac:chgData name="Umesh Zemse" userId="f5579818-f47c-4551-9630-9efa4dd51d64" providerId="ADAL" clId="{A7C6DBCC-03CE-4A30-8655-A0868ED85DEA}" dt="2019-09-16T11:33:28.957" v="1317" actId="167"/>
          <ac:spMkLst>
            <pc:docMk/>
            <pc:sldMk cId="2185114985" sldId="347"/>
            <ac:spMk id="92" creationId="{938C9114-A752-4502-9805-25181BEE841A}"/>
          </ac:spMkLst>
        </pc:spChg>
        <pc:spChg chg="add mod ord">
          <ac:chgData name="Umesh Zemse" userId="f5579818-f47c-4551-9630-9efa4dd51d64" providerId="ADAL" clId="{A7C6DBCC-03CE-4A30-8655-A0868ED85DEA}" dt="2019-09-16T11:33:43.824" v="1321" actId="167"/>
          <ac:spMkLst>
            <pc:docMk/>
            <pc:sldMk cId="2185114985" sldId="347"/>
            <ac:spMk id="93" creationId="{779076D2-4353-4C3B-AB24-27AFE12CCA53}"/>
          </ac:spMkLst>
        </pc:spChg>
        <pc:grpChg chg="add del">
          <ac:chgData name="Umesh Zemse" userId="f5579818-f47c-4551-9630-9efa4dd51d64" providerId="ADAL" clId="{A7C6DBCC-03CE-4A30-8655-A0868ED85DEA}" dt="2019-09-16T11:12:17.526" v="1029" actId="165"/>
          <ac:grpSpMkLst>
            <pc:docMk/>
            <pc:sldMk cId="2185114985" sldId="347"/>
            <ac:grpSpMk id="20" creationId="{58FA5400-5918-4993-AD58-DF51C882F8C4}"/>
          </ac:grpSpMkLst>
        </pc:grpChg>
        <pc:grpChg chg="add del">
          <ac:chgData name="Umesh Zemse" userId="f5579818-f47c-4551-9630-9efa4dd51d64" providerId="ADAL" clId="{A7C6DBCC-03CE-4A30-8655-A0868ED85DEA}" dt="2019-09-16T11:14:30.463" v="1118" actId="165"/>
          <ac:grpSpMkLst>
            <pc:docMk/>
            <pc:sldMk cId="2185114985" sldId="347"/>
            <ac:grpSpMk id="25" creationId="{9C2685A2-433E-4E11-9A64-660718FE448E}"/>
          </ac:grpSpMkLst>
        </pc:grpChg>
        <pc:grpChg chg="del mod topLvl">
          <ac:chgData name="Umesh Zemse" userId="f5579818-f47c-4551-9630-9efa4dd51d64" providerId="ADAL" clId="{A7C6DBCC-03CE-4A30-8655-A0868ED85DEA}" dt="2019-09-16T11:14:38.207" v="1120" actId="165"/>
          <ac:grpSpMkLst>
            <pc:docMk/>
            <pc:sldMk cId="2185114985" sldId="347"/>
            <ac:grpSpMk id="29" creationId="{962A973B-0297-4B0A-85C6-98D213850B7B}"/>
          </ac:grpSpMkLst>
        </pc:grpChg>
        <pc:grpChg chg="add del">
          <ac:chgData name="Umesh Zemse" userId="f5579818-f47c-4551-9630-9efa4dd51d64" providerId="ADAL" clId="{A7C6DBCC-03CE-4A30-8655-A0868ED85DEA}" dt="2019-09-16T11:16:29.188" v="1129" actId="478"/>
          <ac:grpSpMkLst>
            <pc:docMk/>
            <pc:sldMk cId="2185114985" sldId="347"/>
            <ac:grpSpMk id="40" creationId="{1F2AF378-FDDE-4A98-835E-3E8AB5187026}"/>
          </ac:grpSpMkLst>
        </pc:grpChg>
        <pc:grpChg chg="add del mod">
          <ac:chgData name="Umesh Zemse" userId="f5579818-f47c-4551-9630-9efa4dd51d64" providerId="ADAL" clId="{A7C6DBCC-03CE-4A30-8655-A0868ED85DEA}" dt="2019-09-16T11:24:16.898" v="1199" actId="165"/>
          <ac:grpSpMkLst>
            <pc:docMk/>
            <pc:sldMk cId="2185114985" sldId="347"/>
            <ac:grpSpMk id="55" creationId="{662977F7-FCB2-4E5F-814E-6F11D8D1BCBB}"/>
          </ac:grpSpMkLst>
        </pc:grpChg>
        <pc:grpChg chg="add del mod">
          <ac:chgData name="Umesh Zemse" userId="f5579818-f47c-4551-9630-9efa4dd51d64" providerId="ADAL" clId="{A7C6DBCC-03CE-4A30-8655-A0868ED85DEA}" dt="2019-09-16T11:18:58.058" v="1175" actId="165"/>
          <ac:grpSpMkLst>
            <pc:docMk/>
            <pc:sldMk cId="2185114985" sldId="347"/>
            <ac:grpSpMk id="56" creationId="{A2FC8954-1663-4423-8A37-4F7B84AA1B72}"/>
          </ac:grpSpMkLst>
        </pc:grpChg>
        <pc:grpChg chg="add del mod">
          <ac:chgData name="Umesh Zemse" userId="f5579818-f47c-4551-9630-9efa4dd51d64" providerId="ADAL" clId="{A7C6DBCC-03CE-4A30-8655-A0868ED85DEA}" dt="2019-09-16T11:24:42.744" v="1205" actId="165"/>
          <ac:grpSpMkLst>
            <pc:docMk/>
            <pc:sldMk cId="2185114985" sldId="347"/>
            <ac:grpSpMk id="61" creationId="{AF7887F2-C2A7-4EED-B179-2DEF36D7CBFF}"/>
          </ac:grpSpMkLst>
        </pc:grpChg>
        <pc:grpChg chg="add del mod">
          <ac:chgData name="Umesh Zemse" userId="f5579818-f47c-4551-9630-9efa4dd51d64" providerId="ADAL" clId="{A7C6DBCC-03CE-4A30-8655-A0868ED85DEA}" dt="2019-09-16T11:19:27.466" v="1181" actId="165"/>
          <ac:grpSpMkLst>
            <pc:docMk/>
            <pc:sldMk cId="2185114985" sldId="347"/>
            <ac:grpSpMk id="62" creationId="{D05B86B7-A126-4CEE-8514-74BC50E98B17}"/>
          </ac:grpSpMkLst>
        </pc:grpChg>
        <pc:grpChg chg="add del mod">
          <ac:chgData name="Umesh Zemse" userId="f5579818-f47c-4551-9630-9efa4dd51d64" providerId="ADAL" clId="{A7C6DBCC-03CE-4A30-8655-A0868ED85DEA}" dt="2019-09-16T11:24:49.476" v="1206" actId="165"/>
          <ac:grpSpMkLst>
            <pc:docMk/>
            <pc:sldMk cId="2185114985" sldId="347"/>
            <ac:grpSpMk id="70" creationId="{3EC0198B-BA92-4330-8E03-FA9C987D7897}"/>
          </ac:grpSpMkLst>
        </pc:grpChg>
        <pc:grpChg chg="add mod">
          <ac:chgData name="Umesh Zemse" userId="f5579818-f47c-4551-9630-9efa4dd51d64" providerId="ADAL" clId="{A7C6DBCC-03CE-4A30-8655-A0868ED85DEA}" dt="2019-09-16T11:28:33.586" v="1249" actId="164"/>
          <ac:grpSpMkLst>
            <pc:docMk/>
            <pc:sldMk cId="2185114985" sldId="347"/>
            <ac:grpSpMk id="89" creationId="{6C0BF5F3-D260-481E-8996-816A43B9B7E8}"/>
          </ac:grpSpMkLst>
        </pc:grpChg>
        <pc:grpChg chg="add mod">
          <ac:chgData name="Umesh Zemse" userId="f5579818-f47c-4551-9630-9efa4dd51d64" providerId="ADAL" clId="{A7C6DBCC-03CE-4A30-8655-A0868ED85DEA}" dt="2019-09-16T11:28:42.600" v="1250" actId="164"/>
          <ac:grpSpMkLst>
            <pc:docMk/>
            <pc:sldMk cId="2185114985" sldId="347"/>
            <ac:grpSpMk id="90" creationId="{EFF7B9F8-0204-41DF-9DC4-54925BE3F7BB}"/>
          </ac:grpSpMkLst>
        </pc:grpChg>
        <pc:grpChg chg="add mod">
          <ac:chgData name="Umesh Zemse" userId="f5579818-f47c-4551-9630-9efa4dd51d64" providerId="ADAL" clId="{A7C6DBCC-03CE-4A30-8655-A0868ED85DEA}" dt="2019-09-16T11:28:47.810" v="1251" actId="164"/>
          <ac:grpSpMkLst>
            <pc:docMk/>
            <pc:sldMk cId="2185114985" sldId="347"/>
            <ac:grpSpMk id="91" creationId="{291ECFDC-372E-4439-820D-9E6CD9C6E808}"/>
          </ac:grpSpMkLst>
        </pc:grpChg>
        <pc:graphicFrameChg chg="mod modGraphic">
          <ac:chgData name="Umesh Zemse" userId="f5579818-f47c-4551-9630-9efa4dd51d64" providerId="ADAL" clId="{A7C6DBCC-03CE-4A30-8655-A0868ED85DEA}" dt="2019-09-16T11:33:02.401" v="1312" actId="20577"/>
          <ac:graphicFrameMkLst>
            <pc:docMk/>
            <pc:sldMk cId="2185114985" sldId="347"/>
            <ac:graphicFrameMk id="4" creationId="{2C90F907-3B83-4F24-B3E9-103787B534F5}"/>
          </ac:graphicFrameMkLst>
        </pc:graphicFrameChg>
        <pc:cxnChg chg="add mod">
          <ac:chgData name="Umesh Zemse" userId="f5579818-f47c-4551-9630-9efa4dd51d64" providerId="ADAL" clId="{A7C6DBCC-03CE-4A30-8655-A0868ED85DEA}" dt="2019-09-16T11:09:33.831" v="970" actId="14100"/>
          <ac:cxnSpMkLst>
            <pc:docMk/>
            <pc:sldMk cId="2185114985" sldId="347"/>
            <ac:cxnSpMk id="5" creationId="{B2286D84-E371-41EA-ADF1-3075B7869847}"/>
          </ac:cxnSpMkLst>
        </pc:cxnChg>
        <pc:cxnChg chg="add mod topLvl">
          <ac:chgData name="Umesh Zemse" userId="f5579818-f47c-4551-9630-9efa4dd51d64" providerId="ADAL" clId="{A7C6DBCC-03CE-4A30-8655-A0868ED85DEA}" dt="2019-09-16T11:28:47.810" v="1251" actId="164"/>
          <ac:cxnSpMkLst>
            <pc:docMk/>
            <pc:sldMk cId="2185114985" sldId="347"/>
            <ac:cxnSpMk id="8" creationId="{81A7DE57-8B7C-4736-9413-42961A751D0B}"/>
          </ac:cxnSpMkLst>
        </pc:cxnChg>
        <pc:cxnChg chg="del">
          <ac:chgData name="Umesh Zemse" userId="f5579818-f47c-4551-9630-9efa4dd51d64" providerId="ADAL" clId="{A7C6DBCC-03CE-4A30-8655-A0868ED85DEA}" dt="2019-09-16T11:07:56.671" v="947" actId="478"/>
          <ac:cxnSpMkLst>
            <pc:docMk/>
            <pc:sldMk cId="2185114985" sldId="347"/>
            <ac:cxnSpMk id="15" creationId="{410D4A1B-B99D-4B4E-ADFF-EB306D4999FF}"/>
          </ac:cxnSpMkLst>
        </pc:cxnChg>
        <pc:cxnChg chg="del">
          <ac:chgData name="Umesh Zemse" userId="f5579818-f47c-4551-9630-9efa4dd51d64" providerId="ADAL" clId="{A7C6DBCC-03CE-4A30-8655-A0868ED85DEA}" dt="2019-09-16T11:07:57.754" v="948" actId="478"/>
          <ac:cxnSpMkLst>
            <pc:docMk/>
            <pc:sldMk cId="2185114985" sldId="347"/>
            <ac:cxnSpMk id="17" creationId="{F548FD16-BD95-4D14-B781-9F8506602B86}"/>
          </ac:cxnSpMkLst>
        </pc:cxnChg>
        <pc:cxnChg chg="del mod topLvl">
          <ac:chgData name="Umesh Zemse" userId="f5579818-f47c-4551-9630-9efa4dd51d64" providerId="ADAL" clId="{A7C6DBCC-03CE-4A30-8655-A0868ED85DEA}" dt="2019-09-16T11:13:39.231" v="1104" actId="478"/>
          <ac:cxnSpMkLst>
            <pc:docMk/>
            <pc:sldMk cId="2185114985" sldId="347"/>
            <ac:cxnSpMk id="23" creationId="{ADFEA9A6-E849-48E8-A31E-BCE8298E3AFF}"/>
          </ac:cxnSpMkLst>
        </pc:cxnChg>
        <pc:cxnChg chg="del mod topLvl">
          <ac:chgData name="Umesh Zemse" userId="f5579818-f47c-4551-9630-9efa4dd51d64" providerId="ADAL" clId="{A7C6DBCC-03CE-4A30-8655-A0868ED85DEA}" dt="2019-09-16T11:14:40.406" v="1121" actId="478"/>
          <ac:cxnSpMkLst>
            <pc:docMk/>
            <pc:sldMk cId="2185114985" sldId="347"/>
            <ac:cxnSpMk id="31" creationId="{6146B668-647B-4D55-9ABE-92527321B3BF}"/>
          </ac:cxnSpMkLst>
        </pc:cxnChg>
        <pc:cxnChg chg="del mod topLvl">
          <ac:chgData name="Umesh Zemse" userId="f5579818-f47c-4551-9630-9efa4dd51d64" providerId="ADAL" clId="{A7C6DBCC-03CE-4A30-8655-A0868ED85DEA}" dt="2019-09-16T11:14:40.406" v="1121" actId="478"/>
          <ac:cxnSpMkLst>
            <pc:docMk/>
            <pc:sldMk cId="2185114985" sldId="347"/>
            <ac:cxnSpMk id="34" creationId="{7B1B60FD-42A2-4580-B451-CA33728017EF}"/>
          </ac:cxnSpMkLst>
        </pc:cxnChg>
        <pc:cxnChg chg="add mod topLvl">
          <ac:chgData name="Umesh Zemse" userId="f5579818-f47c-4551-9630-9efa4dd51d64" providerId="ADAL" clId="{A7C6DBCC-03CE-4A30-8655-A0868ED85DEA}" dt="2019-09-16T11:28:47.810" v="1251" actId="164"/>
          <ac:cxnSpMkLst>
            <pc:docMk/>
            <pc:sldMk cId="2185114985" sldId="347"/>
            <ac:cxnSpMk id="47" creationId="{16D323A7-2D61-4CF0-9771-84DAB313B1DF}"/>
          </ac:cxnSpMkLst>
        </pc:cxnChg>
        <pc:cxnChg chg="mod topLvl">
          <ac:chgData name="Umesh Zemse" userId="f5579818-f47c-4551-9630-9efa4dd51d64" providerId="ADAL" clId="{A7C6DBCC-03CE-4A30-8655-A0868ED85DEA}" dt="2019-09-16T11:28:42.600" v="1250" actId="164"/>
          <ac:cxnSpMkLst>
            <pc:docMk/>
            <pc:sldMk cId="2185114985" sldId="347"/>
            <ac:cxnSpMk id="57" creationId="{BBD27855-A53B-471B-AF34-50145369CE0F}"/>
          </ac:cxnSpMkLst>
        </pc:cxnChg>
        <pc:cxnChg chg="mod topLvl">
          <ac:chgData name="Umesh Zemse" userId="f5579818-f47c-4551-9630-9efa4dd51d64" providerId="ADAL" clId="{A7C6DBCC-03CE-4A30-8655-A0868ED85DEA}" dt="2019-09-16T11:28:42.600" v="1250" actId="164"/>
          <ac:cxnSpMkLst>
            <pc:docMk/>
            <pc:sldMk cId="2185114985" sldId="347"/>
            <ac:cxnSpMk id="58" creationId="{DF5492CD-4F86-4C3E-A3ED-536A1A1A9384}"/>
          </ac:cxnSpMkLst>
        </pc:cxnChg>
        <pc:cxnChg chg="mod topLvl">
          <ac:chgData name="Umesh Zemse" userId="f5579818-f47c-4551-9630-9efa4dd51d64" providerId="ADAL" clId="{A7C6DBCC-03CE-4A30-8655-A0868ED85DEA}" dt="2019-09-16T11:28:33.586" v="1249" actId="164"/>
          <ac:cxnSpMkLst>
            <pc:docMk/>
            <pc:sldMk cId="2185114985" sldId="347"/>
            <ac:cxnSpMk id="63" creationId="{1AD3566F-947A-4C8E-88D0-83249EF4A854}"/>
          </ac:cxnSpMkLst>
        </pc:cxnChg>
        <pc:cxnChg chg="mod topLvl">
          <ac:chgData name="Umesh Zemse" userId="f5579818-f47c-4551-9630-9efa4dd51d64" providerId="ADAL" clId="{A7C6DBCC-03CE-4A30-8655-A0868ED85DEA}" dt="2019-09-16T11:28:33.586" v="1249" actId="164"/>
          <ac:cxnSpMkLst>
            <pc:docMk/>
            <pc:sldMk cId="2185114985" sldId="347"/>
            <ac:cxnSpMk id="64" creationId="{F8DE4669-3C7F-455F-9A8D-50BC38100775}"/>
          </ac:cxnSpMkLst>
        </pc:cxnChg>
      </pc:sldChg>
      <pc:sldChg chg="add del">
        <pc:chgData name="Umesh Zemse" userId="f5579818-f47c-4551-9630-9efa4dd51d64" providerId="ADAL" clId="{A7C6DBCC-03CE-4A30-8655-A0868ED85DEA}" dt="2019-09-16T11:07:16.099" v="922" actId="2696"/>
        <pc:sldMkLst>
          <pc:docMk/>
          <pc:sldMk cId="3353584363" sldId="347"/>
        </pc:sldMkLst>
      </pc:sldChg>
      <pc:sldChg chg="addSp delSp modSp add delAnim modAnim">
        <pc:chgData name="Umesh Zemse" userId="f5579818-f47c-4551-9630-9efa4dd51d64" providerId="ADAL" clId="{A7C6DBCC-03CE-4A30-8655-A0868ED85DEA}" dt="2019-09-16T11:43:01.474" v="1480" actId="14100"/>
        <pc:sldMkLst>
          <pc:docMk/>
          <pc:sldMk cId="3541748801" sldId="348"/>
        </pc:sldMkLst>
        <pc:spChg chg="add del mod">
          <ac:chgData name="Umesh Zemse" userId="f5579818-f47c-4551-9630-9efa4dd51d64" providerId="ADAL" clId="{A7C6DBCC-03CE-4A30-8655-A0868ED85DEA}" dt="2019-09-16T11:42:51.473" v="1464" actId="478"/>
          <ac:spMkLst>
            <pc:docMk/>
            <pc:sldMk cId="3541748801" sldId="348"/>
            <ac:spMk id="3" creationId="{E1ED0076-2A74-4775-B144-DC9FA6463AD8}"/>
          </ac:spMkLst>
        </pc:spChg>
        <pc:spChg chg="del">
          <ac:chgData name="Umesh Zemse" userId="f5579818-f47c-4551-9630-9efa4dd51d64" providerId="ADAL" clId="{A7C6DBCC-03CE-4A30-8655-A0868ED85DEA}" dt="2019-09-16T11:34:10.966" v="1331" actId="478"/>
          <ac:spMkLst>
            <pc:docMk/>
            <pc:sldMk cId="3541748801" sldId="348"/>
            <ac:spMk id="14" creationId="{131F7F1B-0D46-4A15-9470-BEB3E8D4B824}"/>
          </ac:spMkLst>
        </pc:spChg>
        <pc:spChg chg="mod">
          <ac:chgData name="Umesh Zemse" userId="f5579818-f47c-4551-9630-9efa4dd51d64" providerId="ADAL" clId="{A7C6DBCC-03CE-4A30-8655-A0868ED85DEA}" dt="2019-09-16T11:38:36.467" v="1370" actId="20577"/>
          <ac:spMkLst>
            <pc:docMk/>
            <pc:sldMk cId="3541748801" sldId="348"/>
            <ac:spMk id="18" creationId="{262768E2-5812-46EB-B477-E69D03836879}"/>
          </ac:spMkLst>
        </pc:spChg>
        <pc:spChg chg="del mod">
          <ac:chgData name="Umesh Zemse" userId="f5579818-f47c-4551-9630-9efa4dd51d64" providerId="ADAL" clId="{A7C6DBCC-03CE-4A30-8655-A0868ED85DEA}" dt="2019-09-16T11:40:56.263" v="1416" actId="478"/>
          <ac:spMkLst>
            <pc:docMk/>
            <pc:sldMk cId="3541748801" sldId="348"/>
            <ac:spMk id="19" creationId="{7ED65F20-1B4A-42D9-AE72-5FA51EC160B9}"/>
          </ac:spMkLst>
        </pc:spChg>
        <pc:spChg chg="del">
          <ac:chgData name="Umesh Zemse" userId="f5579818-f47c-4551-9630-9efa4dd51d64" providerId="ADAL" clId="{A7C6DBCC-03CE-4A30-8655-A0868ED85DEA}" dt="2019-09-16T11:34:12.051" v="1332" actId="478"/>
          <ac:spMkLst>
            <pc:docMk/>
            <pc:sldMk cId="3541748801" sldId="348"/>
            <ac:spMk id="21" creationId="{ABFB24ED-B611-4180-96C8-7FB126EEE397}"/>
          </ac:spMkLst>
        </pc:spChg>
        <pc:spChg chg="add del mod">
          <ac:chgData name="Umesh Zemse" userId="f5579818-f47c-4551-9630-9efa4dd51d64" providerId="ADAL" clId="{A7C6DBCC-03CE-4A30-8655-A0868ED85DEA}" dt="2019-09-16T11:36:47.672" v="1361" actId="478"/>
          <ac:spMkLst>
            <pc:docMk/>
            <pc:sldMk cId="3541748801" sldId="348"/>
            <ac:spMk id="22" creationId="{9D8F48C0-16B5-4C00-8DB3-0FE09032C163}"/>
          </ac:spMkLst>
        </pc:spChg>
        <pc:spChg chg="add mod">
          <ac:chgData name="Umesh Zemse" userId="f5579818-f47c-4551-9630-9efa4dd51d64" providerId="ADAL" clId="{A7C6DBCC-03CE-4A30-8655-A0868ED85DEA}" dt="2019-09-16T11:40:58.673" v="1417" actId="1076"/>
          <ac:spMkLst>
            <pc:docMk/>
            <pc:sldMk cId="3541748801" sldId="348"/>
            <ac:spMk id="23" creationId="{9B07337A-DCF3-4716-A808-1C568378A217}"/>
          </ac:spMkLst>
        </pc:spChg>
        <pc:spChg chg="del">
          <ac:chgData name="Umesh Zemse" userId="f5579818-f47c-4551-9630-9efa4dd51d64" providerId="ADAL" clId="{A7C6DBCC-03CE-4A30-8655-A0868ED85DEA}" dt="2019-09-16T11:34:09.438" v="1330" actId="478"/>
          <ac:spMkLst>
            <pc:docMk/>
            <pc:sldMk cId="3541748801" sldId="348"/>
            <ac:spMk id="71" creationId="{5F69D1DE-00F4-4386-B5DA-971289CF7B4F}"/>
          </ac:spMkLst>
        </pc:spChg>
        <pc:spChg chg="mod">
          <ac:chgData name="Umesh Zemse" userId="f5579818-f47c-4551-9630-9efa4dd51d64" providerId="ADAL" clId="{A7C6DBCC-03CE-4A30-8655-A0868ED85DEA}" dt="2019-09-16T11:43:01.474" v="1480" actId="14100"/>
          <ac:spMkLst>
            <pc:docMk/>
            <pc:sldMk cId="3541748801" sldId="348"/>
            <ac:spMk id="92" creationId="{938C9114-A752-4502-9805-25181BEE841A}"/>
          </ac:spMkLst>
        </pc:spChg>
        <pc:spChg chg="mod">
          <ac:chgData name="Umesh Zemse" userId="f5579818-f47c-4551-9630-9efa4dd51d64" providerId="ADAL" clId="{A7C6DBCC-03CE-4A30-8655-A0868ED85DEA}" dt="2019-09-16T11:39:54.104" v="1393" actId="14100"/>
          <ac:spMkLst>
            <pc:docMk/>
            <pc:sldMk cId="3541748801" sldId="348"/>
            <ac:spMk id="93" creationId="{779076D2-4353-4C3B-AB24-27AFE12CCA53}"/>
          </ac:spMkLst>
        </pc:spChg>
        <pc:grpChg chg="del">
          <ac:chgData name="Umesh Zemse" userId="f5579818-f47c-4551-9630-9efa4dd51d64" providerId="ADAL" clId="{A7C6DBCC-03CE-4A30-8655-A0868ED85DEA}" dt="2019-09-16T11:34:06.535" v="1327" actId="478"/>
          <ac:grpSpMkLst>
            <pc:docMk/>
            <pc:sldMk cId="3541748801" sldId="348"/>
            <ac:grpSpMk id="89" creationId="{6C0BF5F3-D260-481E-8996-816A43B9B7E8}"/>
          </ac:grpSpMkLst>
        </pc:grpChg>
        <pc:grpChg chg="del">
          <ac:chgData name="Umesh Zemse" userId="f5579818-f47c-4551-9630-9efa4dd51d64" providerId="ADAL" clId="{A7C6DBCC-03CE-4A30-8655-A0868ED85DEA}" dt="2019-09-16T11:34:08.472" v="1329" actId="478"/>
          <ac:grpSpMkLst>
            <pc:docMk/>
            <pc:sldMk cId="3541748801" sldId="348"/>
            <ac:grpSpMk id="90" creationId="{EFF7B9F8-0204-41DF-9DC4-54925BE3F7BB}"/>
          </ac:grpSpMkLst>
        </pc:grpChg>
        <pc:grpChg chg="del">
          <ac:chgData name="Umesh Zemse" userId="f5579818-f47c-4551-9630-9efa4dd51d64" providerId="ADAL" clId="{A7C6DBCC-03CE-4A30-8655-A0868ED85DEA}" dt="2019-09-16T11:34:07.752" v="1328" actId="478"/>
          <ac:grpSpMkLst>
            <pc:docMk/>
            <pc:sldMk cId="3541748801" sldId="348"/>
            <ac:grpSpMk id="91" creationId="{291ECFDC-372E-4439-820D-9E6CD9C6E808}"/>
          </ac:grpSpMkLst>
        </pc:grpChg>
        <pc:graphicFrameChg chg="modGraphic">
          <ac:chgData name="Umesh Zemse" userId="f5579818-f47c-4551-9630-9efa4dd51d64" providerId="ADAL" clId="{A7C6DBCC-03CE-4A30-8655-A0868ED85DEA}" dt="2019-09-16T11:39:34.702" v="1389" actId="20577"/>
          <ac:graphicFrameMkLst>
            <pc:docMk/>
            <pc:sldMk cId="3541748801" sldId="348"/>
            <ac:graphicFrameMk id="4" creationId="{2C90F907-3B83-4F24-B3E9-103787B534F5}"/>
          </ac:graphicFrameMkLst>
        </pc:graphicFrameChg>
        <pc:cxnChg chg="mod">
          <ac:chgData name="Umesh Zemse" userId="f5579818-f47c-4551-9630-9efa4dd51d64" providerId="ADAL" clId="{A7C6DBCC-03CE-4A30-8655-A0868ED85DEA}" dt="2019-09-16T11:36:29.620" v="1355" actId="1076"/>
          <ac:cxnSpMkLst>
            <pc:docMk/>
            <pc:sldMk cId="3541748801" sldId="348"/>
            <ac:cxnSpMk id="5" creationId="{B2286D84-E371-41EA-ADF1-3075B786984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9/16/2019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3770" y="1876864"/>
            <a:ext cx="8596668" cy="3104271"/>
          </a:xfrm>
        </p:spPr>
        <p:txBody>
          <a:bodyPr>
            <a:normAutofit/>
          </a:bodyPr>
          <a:lstStyle/>
          <a:p>
            <a:pPr algn="ctr"/>
            <a:r>
              <a:rPr lang="en-US" sz="8000" dirty="0"/>
              <a:t>OPERATIONAL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110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0A95-7181-42D1-A436-1D28A0278E63}"/>
              </a:ext>
            </a:extLst>
          </p:cNvPr>
          <p:cNvSpPr txBox="1">
            <a:spLocks/>
          </p:cNvSpPr>
          <p:nvPr/>
        </p:nvSpPr>
        <p:spPr>
          <a:xfrm>
            <a:off x="1338515" y="1912033"/>
            <a:ext cx="8596668" cy="303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000" dirty="0">
                <a:solidFill>
                  <a:schemeClr val="tx1"/>
                </a:solidFill>
              </a:rPr>
              <a:t>Additional Example for Simplex Method</a:t>
            </a:r>
          </a:p>
        </p:txBody>
      </p:sp>
    </p:spTree>
    <p:extLst>
      <p:ext uri="{BB962C8B-B14F-4D97-AF65-F5344CB8AC3E}">
        <p14:creationId xmlns:p14="http://schemas.microsoft.com/office/powerpoint/2010/main" val="2320576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2709E-0EC0-4971-A1CA-640DDB021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0898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0FB5A-35F6-4517-A721-7113BA75C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9004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sz="32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Maximize Z = 2 x1 -  x2 + 2 x3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</a:p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Subject to </a:t>
            </a:r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Constraints</a:t>
            </a:r>
            <a:endParaRPr lang="en-US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2 x1 + x2 &lt;= 10</a:t>
            </a:r>
          </a:p>
          <a:p>
            <a:pPr marL="0" indent="0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x1 + 2 x2 – 2 x3 &lt;= 20</a:t>
            </a:r>
          </a:p>
          <a:p>
            <a:pPr marL="0" indent="0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x1 + 2 x3 &lt;= 5</a:t>
            </a:r>
          </a:p>
          <a:p>
            <a:pPr marL="0" indent="0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x1, x2, x3  &gt;= 0</a:t>
            </a:r>
          </a:p>
        </p:txBody>
      </p:sp>
    </p:spTree>
    <p:extLst>
      <p:ext uri="{BB962C8B-B14F-4D97-AF65-F5344CB8AC3E}">
        <p14:creationId xmlns:p14="http://schemas.microsoft.com/office/powerpoint/2010/main" val="541232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803E9-47AC-42F4-808B-984CC278E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8"/>
            <a:ext cx="10028180" cy="1320800"/>
          </a:xfrm>
        </p:spPr>
        <p:txBody>
          <a:bodyPr>
            <a:normAutofit/>
          </a:bodyPr>
          <a:lstStyle/>
          <a:p>
            <a:r>
              <a:rPr lang="en-US" dirty="0"/>
              <a:t>Step – Convert all inequality constraints </a:t>
            </a:r>
            <a:br>
              <a:rPr lang="en-US" dirty="0"/>
            </a:br>
            <a:r>
              <a:rPr lang="en-US" dirty="0"/>
              <a:t>into equality (use slack variables)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7C52C-5D1C-4EB0-B04A-D3B00A99E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99339"/>
            <a:ext cx="8596668" cy="62488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Let’s add Slack Variables to Constraints &amp; Objective Function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18C775-1B8A-437F-8A71-49BCDA026D3A}"/>
              </a:ext>
            </a:extLst>
          </p:cNvPr>
          <p:cNvSpPr/>
          <p:nvPr/>
        </p:nvSpPr>
        <p:spPr>
          <a:xfrm>
            <a:off x="811237" y="2052937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2 x1 + x2  +S1 = 10</a:t>
            </a:r>
          </a:p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x1 + 2 x2 – 2 x3  + S2 = 20</a:t>
            </a:r>
          </a:p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x1 + 2 x3 + S3 = 5</a:t>
            </a:r>
          </a:p>
          <a:p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x1, x2, x3, S1, S2, S3  &gt;= 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F5B3E2C-FD7A-4CB2-ACCC-707B1E107BAF}"/>
              </a:ext>
            </a:extLst>
          </p:cNvPr>
          <p:cNvSpPr txBox="1">
            <a:spLocks/>
          </p:cNvSpPr>
          <p:nvPr/>
        </p:nvSpPr>
        <p:spPr>
          <a:xfrm>
            <a:off x="677334" y="4210557"/>
            <a:ext cx="8596668" cy="624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We need to Add these Slack variables to the </a:t>
            </a:r>
            <a:r>
              <a:rPr lang="en-US" b="1" dirty="0"/>
              <a:t>Objective Function</a:t>
            </a:r>
            <a:r>
              <a:rPr lang="en-US" dirty="0"/>
              <a:t> too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A540E9-76C6-47C6-BF87-91F3E29889D5}"/>
              </a:ext>
            </a:extLst>
          </p:cNvPr>
          <p:cNvSpPr/>
          <p:nvPr/>
        </p:nvSpPr>
        <p:spPr>
          <a:xfrm>
            <a:off x="677334" y="4835441"/>
            <a:ext cx="92307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Maximize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Z = 2 x1 -  x2 + 2 x3+ 0 s1 + 0 s2 + 0 s3</a:t>
            </a:r>
          </a:p>
        </p:txBody>
      </p:sp>
    </p:spTree>
    <p:extLst>
      <p:ext uri="{BB962C8B-B14F-4D97-AF65-F5344CB8AC3E}">
        <p14:creationId xmlns:p14="http://schemas.microsoft.com/office/powerpoint/2010/main" val="2043851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D34E398-EE2A-47F7-A21F-5CF2D12955D5}"/>
              </a:ext>
            </a:extLst>
          </p:cNvPr>
          <p:cNvSpPr/>
          <p:nvPr/>
        </p:nvSpPr>
        <p:spPr>
          <a:xfrm>
            <a:off x="2491525" y="1216817"/>
            <a:ext cx="682172" cy="33677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peech Bubble: Oval 26">
            <a:extLst>
              <a:ext uri="{FF2B5EF4-FFF2-40B4-BE49-F238E27FC236}">
                <a16:creationId xmlns:a16="http://schemas.microsoft.com/office/drawing/2014/main" id="{C8FF0A01-3923-4DBF-AB04-7E09895C8FA4}"/>
              </a:ext>
            </a:extLst>
          </p:cNvPr>
          <p:cNvSpPr/>
          <p:nvPr/>
        </p:nvSpPr>
        <p:spPr>
          <a:xfrm>
            <a:off x="3745529" y="4991756"/>
            <a:ext cx="1755923" cy="637932"/>
          </a:xfrm>
          <a:prstGeom prst="wedgeEllipseCallout">
            <a:avLst>
              <a:gd name="adj1" fmla="val -94992"/>
              <a:gd name="adj2" fmla="val -1468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Most Positive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90F907-3B83-4F24-B3E9-103787B53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393902"/>
              </p:ext>
            </p:extLst>
          </p:nvPr>
        </p:nvGraphicFramePr>
        <p:xfrm>
          <a:off x="612325" y="1426943"/>
          <a:ext cx="8535320" cy="29818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2804">
                  <a:extLst>
                    <a:ext uri="{9D8B030D-6E8A-4147-A177-3AD203B41FA5}">
                      <a16:colId xmlns:a16="http://schemas.microsoft.com/office/drawing/2014/main" val="2905360103"/>
                    </a:ext>
                  </a:extLst>
                </a:gridCol>
                <a:gridCol w="1171117">
                  <a:extLst>
                    <a:ext uri="{9D8B030D-6E8A-4147-A177-3AD203B41FA5}">
                      <a16:colId xmlns:a16="http://schemas.microsoft.com/office/drawing/2014/main" val="3101827574"/>
                    </a:ext>
                  </a:extLst>
                </a:gridCol>
                <a:gridCol w="736675">
                  <a:extLst>
                    <a:ext uri="{9D8B030D-6E8A-4147-A177-3AD203B41FA5}">
                      <a16:colId xmlns:a16="http://schemas.microsoft.com/office/drawing/2014/main" val="3349711521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2361876258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3236378667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2968160148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3537212961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1206524773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1976915298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3368023288"/>
                    </a:ext>
                  </a:extLst>
                </a:gridCol>
              </a:tblGrid>
              <a:tr h="436619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6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Cj</a:t>
                      </a:r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Soln</a:t>
                      </a:r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236699"/>
                  </a:ext>
                </a:extLst>
              </a:tr>
              <a:tr h="498118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Basic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453594"/>
                  </a:ext>
                </a:extLst>
              </a:tr>
              <a:tr h="360332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387229"/>
                  </a:ext>
                </a:extLst>
              </a:tr>
              <a:tr h="32567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384561"/>
                  </a:ext>
                </a:extLst>
              </a:tr>
              <a:tr h="428807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950504"/>
                  </a:ext>
                </a:extLst>
              </a:tr>
              <a:tr h="288099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Zj</a:t>
                      </a:r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745653"/>
                  </a:ext>
                </a:extLst>
              </a:tr>
              <a:tr h="506420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Cj-Zj</a:t>
                      </a:r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445892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0104F68-A9B6-4A9C-BD18-0301D1C8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25" y="94891"/>
            <a:ext cx="8596668" cy="783771"/>
          </a:xfrm>
        </p:spPr>
        <p:txBody>
          <a:bodyPr/>
          <a:lstStyle/>
          <a:p>
            <a:r>
              <a:rPr lang="en-US" dirty="0"/>
              <a:t>Step – Develop Initial Simplex Table 1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BCDD7-D76C-47F6-B1EB-32712B30B584}"/>
              </a:ext>
            </a:extLst>
          </p:cNvPr>
          <p:cNvSpPr/>
          <p:nvPr/>
        </p:nvSpPr>
        <p:spPr>
          <a:xfrm>
            <a:off x="612325" y="693597"/>
            <a:ext cx="96046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Maximize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Z = 2 x1 -  x2 + 2 x3+ 0 s1 + 0 s2 + 0 s3</a:t>
            </a:r>
            <a:endParaRPr lang="en-US" sz="2800" b="1" i="1" dirty="0">
              <a:solidFill>
                <a:prstClr val="black">
                  <a:lumMod val="75000"/>
                  <a:lumOff val="25000"/>
                </a:prstClr>
              </a:solidFill>
              <a:highlight>
                <a:srgbClr val="FFFF00"/>
              </a:highlight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0D4A1B-B99D-4B4E-ADFF-EB306D4999FF}"/>
              </a:ext>
            </a:extLst>
          </p:cNvPr>
          <p:cNvCxnSpPr/>
          <p:nvPr/>
        </p:nvCxnSpPr>
        <p:spPr>
          <a:xfrm>
            <a:off x="1547662" y="1505522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48FD16-BD95-4D14-B781-9F8506602B86}"/>
              </a:ext>
            </a:extLst>
          </p:cNvPr>
          <p:cNvCxnSpPr>
            <a:cxnSpLocks/>
          </p:cNvCxnSpPr>
          <p:nvPr/>
        </p:nvCxnSpPr>
        <p:spPr>
          <a:xfrm>
            <a:off x="706191" y="1426943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41DE3E05-B22F-4E93-9F51-F122628C37C0}"/>
              </a:ext>
            </a:extLst>
          </p:cNvPr>
          <p:cNvSpPr/>
          <p:nvPr/>
        </p:nvSpPr>
        <p:spPr>
          <a:xfrm>
            <a:off x="687296" y="5415785"/>
            <a:ext cx="40739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2 x1 + x2  +S1 = 10</a:t>
            </a:r>
          </a:p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x1 + 2 x2 – 2 x3  + S2 = 20</a:t>
            </a:r>
          </a:p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x1 + 2 x3 + S3 = 5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819988-E391-4473-85AD-4F82046F7DD5}"/>
              </a:ext>
            </a:extLst>
          </p:cNvPr>
          <p:cNvSpPr/>
          <p:nvPr/>
        </p:nvSpPr>
        <p:spPr>
          <a:xfrm>
            <a:off x="4623491" y="6212643"/>
            <a:ext cx="43576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For Maximization,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Cj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–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Zj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&lt;=0</a:t>
            </a:r>
          </a:p>
        </p:txBody>
      </p:sp>
    </p:spTree>
    <p:extLst>
      <p:ext uri="{BB962C8B-B14F-4D97-AF65-F5344CB8AC3E}">
        <p14:creationId xmlns:p14="http://schemas.microsoft.com/office/powerpoint/2010/main" val="1556746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7" grpId="1" animBg="1"/>
      <p:bldP spid="13" grpId="0"/>
      <p:bldP spid="13" grpId="1"/>
      <p:bldP spid="35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04F68-A9B6-4A9C-BD18-0301D1C8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3771"/>
          </a:xfrm>
        </p:spPr>
        <p:txBody>
          <a:bodyPr/>
          <a:lstStyle/>
          <a:p>
            <a:r>
              <a:rPr lang="en-US" dirty="0"/>
              <a:t>Step – Reach Optimality 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4463BA53-EB24-4022-8D05-CD09A732A5E0}"/>
              </a:ext>
            </a:extLst>
          </p:cNvPr>
          <p:cNvSpPr txBox="1">
            <a:spLocks/>
          </p:cNvSpPr>
          <p:nvPr/>
        </p:nvSpPr>
        <p:spPr>
          <a:xfrm>
            <a:off x="677334" y="1414402"/>
            <a:ext cx="8596668" cy="4029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Select the </a:t>
            </a:r>
            <a:r>
              <a:rPr lang="en-US" sz="2800" dirty="0">
                <a:highlight>
                  <a:srgbClr val="FFFF00"/>
                </a:highlight>
              </a:rPr>
              <a:t>Maximum</a:t>
            </a:r>
            <a:r>
              <a:rPr lang="en-US" sz="2800" dirty="0"/>
              <a:t> Value of </a:t>
            </a:r>
            <a:r>
              <a:rPr lang="en-US" sz="2800" dirty="0" err="1"/>
              <a:t>Cj</a:t>
            </a:r>
            <a:r>
              <a:rPr lang="en-US" sz="2800" dirty="0"/>
              <a:t> – </a:t>
            </a:r>
            <a:r>
              <a:rPr lang="en-US" sz="2800" dirty="0" err="1"/>
              <a:t>Zj</a:t>
            </a:r>
            <a:endParaRPr lang="en-US" sz="2800" dirty="0"/>
          </a:p>
          <a:p>
            <a:r>
              <a:rPr lang="en-US" sz="2800" dirty="0"/>
              <a:t>The column of Maximum </a:t>
            </a:r>
            <a:r>
              <a:rPr lang="en-US" sz="2800" dirty="0" err="1"/>
              <a:t>Cj</a:t>
            </a:r>
            <a:r>
              <a:rPr lang="en-US" sz="2800" dirty="0"/>
              <a:t> – </a:t>
            </a:r>
            <a:r>
              <a:rPr lang="en-US" sz="2800" dirty="0" err="1"/>
              <a:t>Zj</a:t>
            </a:r>
            <a:r>
              <a:rPr lang="en-US" sz="2800" dirty="0"/>
              <a:t> value becomes the </a:t>
            </a:r>
            <a:r>
              <a:rPr lang="en-US" sz="2800" b="1" dirty="0"/>
              <a:t>Key Column</a:t>
            </a:r>
            <a:r>
              <a:rPr lang="en-US" sz="2800" dirty="0"/>
              <a:t> </a:t>
            </a:r>
          </a:p>
          <a:p>
            <a:r>
              <a:rPr lang="en-US" sz="2800" dirty="0"/>
              <a:t>Find the </a:t>
            </a:r>
            <a:r>
              <a:rPr lang="en-US" sz="2800" i="1" dirty="0"/>
              <a:t>Ratio = Solution / Key Column</a:t>
            </a:r>
          </a:p>
          <a:p>
            <a:r>
              <a:rPr lang="en-US" sz="2800" dirty="0"/>
              <a:t>The Row with Minimum Value of Ratio is called </a:t>
            </a:r>
            <a:r>
              <a:rPr lang="en-US" sz="2800" b="1" dirty="0"/>
              <a:t>Key Row</a:t>
            </a:r>
          </a:p>
          <a:p>
            <a:r>
              <a:rPr lang="en-US" sz="2800" dirty="0"/>
              <a:t>The intersection Point is called </a:t>
            </a:r>
            <a:r>
              <a:rPr lang="en-US" sz="2800" b="1" dirty="0"/>
              <a:t>Key Element</a:t>
            </a:r>
          </a:p>
        </p:txBody>
      </p:sp>
    </p:spTree>
    <p:extLst>
      <p:ext uri="{BB962C8B-B14F-4D97-AF65-F5344CB8AC3E}">
        <p14:creationId xmlns:p14="http://schemas.microsoft.com/office/powerpoint/2010/main" val="3627256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B8E2D6D-C63B-4817-842C-7BA3A8652473}"/>
              </a:ext>
            </a:extLst>
          </p:cNvPr>
          <p:cNvSpPr/>
          <p:nvPr/>
        </p:nvSpPr>
        <p:spPr>
          <a:xfrm>
            <a:off x="1254009" y="2386885"/>
            <a:ext cx="8433940" cy="460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D34E398-EE2A-47F7-A21F-5CF2D12955D5}"/>
              </a:ext>
            </a:extLst>
          </p:cNvPr>
          <p:cNvSpPr/>
          <p:nvPr/>
        </p:nvSpPr>
        <p:spPr>
          <a:xfrm>
            <a:off x="2491525" y="1216817"/>
            <a:ext cx="682172" cy="33677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peech Bubble: Oval 26">
            <a:extLst>
              <a:ext uri="{FF2B5EF4-FFF2-40B4-BE49-F238E27FC236}">
                <a16:creationId xmlns:a16="http://schemas.microsoft.com/office/drawing/2014/main" id="{C8FF0A01-3923-4DBF-AB04-7E09895C8FA4}"/>
              </a:ext>
            </a:extLst>
          </p:cNvPr>
          <p:cNvSpPr/>
          <p:nvPr/>
        </p:nvSpPr>
        <p:spPr>
          <a:xfrm>
            <a:off x="3745529" y="4991756"/>
            <a:ext cx="1755923" cy="637932"/>
          </a:xfrm>
          <a:prstGeom prst="wedgeEllipseCallout">
            <a:avLst>
              <a:gd name="adj1" fmla="val -94992"/>
              <a:gd name="adj2" fmla="val -1468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Most Positive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90F907-3B83-4F24-B3E9-103787B53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473485"/>
              </p:ext>
            </p:extLst>
          </p:nvPr>
        </p:nvGraphicFramePr>
        <p:xfrm>
          <a:off x="612325" y="1426943"/>
          <a:ext cx="8535320" cy="29818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2804">
                  <a:extLst>
                    <a:ext uri="{9D8B030D-6E8A-4147-A177-3AD203B41FA5}">
                      <a16:colId xmlns:a16="http://schemas.microsoft.com/office/drawing/2014/main" val="2905360103"/>
                    </a:ext>
                  </a:extLst>
                </a:gridCol>
                <a:gridCol w="1171117">
                  <a:extLst>
                    <a:ext uri="{9D8B030D-6E8A-4147-A177-3AD203B41FA5}">
                      <a16:colId xmlns:a16="http://schemas.microsoft.com/office/drawing/2014/main" val="3101827574"/>
                    </a:ext>
                  </a:extLst>
                </a:gridCol>
                <a:gridCol w="736675">
                  <a:extLst>
                    <a:ext uri="{9D8B030D-6E8A-4147-A177-3AD203B41FA5}">
                      <a16:colId xmlns:a16="http://schemas.microsoft.com/office/drawing/2014/main" val="3349711521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2361876258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3236378667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2968160148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3537212961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1206524773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1976915298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3368023288"/>
                    </a:ext>
                  </a:extLst>
                </a:gridCol>
              </a:tblGrid>
              <a:tr h="436619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6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Cj</a:t>
                      </a:r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Soln</a:t>
                      </a:r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236699"/>
                  </a:ext>
                </a:extLst>
              </a:tr>
              <a:tr h="498118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Basic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453594"/>
                  </a:ext>
                </a:extLst>
              </a:tr>
              <a:tr h="360332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387229"/>
                  </a:ext>
                </a:extLst>
              </a:tr>
              <a:tr h="32567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384561"/>
                  </a:ext>
                </a:extLst>
              </a:tr>
              <a:tr h="428807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950504"/>
                  </a:ext>
                </a:extLst>
              </a:tr>
              <a:tr h="288099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Zj</a:t>
                      </a:r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745653"/>
                  </a:ext>
                </a:extLst>
              </a:tr>
              <a:tr h="506420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Cj-Zj</a:t>
                      </a:r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445892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0104F68-A9B6-4A9C-BD18-0301D1C8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25" y="94891"/>
            <a:ext cx="8596668" cy="783771"/>
          </a:xfrm>
        </p:spPr>
        <p:txBody>
          <a:bodyPr/>
          <a:lstStyle/>
          <a:p>
            <a:r>
              <a:rPr lang="en-US" dirty="0"/>
              <a:t>Step – Develop Initial Simplex Table 1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BCDD7-D76C-47F6-B1EB-32712B30B584}"/>
              </a:ext>
            </a:extLst>
          </p:cNvPr>
          <p:cNvSpPr/>
          <p:nvPr/>
        </p:nvSpPr>
        <p:spPr>
          <a:xfrm>
            <a:off x="612325" y="693597"/>
            <a:ext cx="96046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Maximize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Z = 2 x1 -  x2 + 2 x3+ 0 s1 + 0 s2 + 0 s3</a:t>
            </a:r>
            <a:endParaRPr lang="en-US" sz="2800" b="1" i="1" dirty="0">
              <a:solidFill>
                <a:prstClr val="black">
                  <a:lumMod val="75000"/>
                  <a:lumOff val="25000"/>
                </a:prstClr>
              </a:solidFill>
              <a:highlight>
                <a:srgbClr val="FFFF00"/>
              </a:highlight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0D4A1B-B99D-4B4E-ADFF-EB306D4999FF}"/>
              </a:ext>
            </a:extLst>
          </p:cNvPr>
          <p:cNvCxnSpPr/>
          <p:nvPr/>
        </p:nvCxnSpPr>
        <p:spPr>
          <a:xfrm>
            <a:off x="1547662" y="1505522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48FD16-BD95-4D14-B781-9F8506602B86}"/>
              </a:ext>
            </a:extLst>
          </p:cNvPr>
          <p:cNvCxnSpPr>
            <a:cxnSpLocks/>
          </p:cNvCxnSpPr>
          <p:nvPr/>
        </p:nvCxnSpPr>
        <p:spPr>
          <a:xfrm>
            <a:off x="706191" y="1426943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41DE3E05-B22F-4E93-9F51-F122628C37C0}"/>
              </a:ext>
            </a:extLst>
          </p:cNvPr>
          <p:cNvSpPr/>
          <p:nvPr/>
        </p:nvSpPr>
        <p:spPr>
          <a:xfrm>
            <a:off x="687296" y="5415785"/>
            <a:ext cx="40739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2 x1 + x2  +S1 = 10</a:t>
            </a:r>
          </a:p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x1 + 2 x2 – 2 x3  + S2 = 20</a:t>
            </a:r>
          </a:p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x1 + 2 x3 + S3 = 5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819988-E391-4473-85AD-4F82046F7DD5}"/>
              </a:ext>
            </a:extLst>
          </p:cNvPr>
          <p:cNvSpPr/>
          <p:nvPr/>
        </p:nvSpPr>
        <p:spPr>
          <a:xfrm>
            <a:off x="4879985" y="5892068"/>
            <a:ext cx="43576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For Maximization,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Cj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–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Zj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&lt;=0</a:t>
            </a:r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6E4703AB-0D0C-4805-BA54-6414367A1E8F}"/>
              </a:ext>
            </a:extLst>
          </p:cNvPr>
          <p:cNvSpPr/>
          <p:nvPr/>
        </p:nvSpPr>
        <p:spPr>
          <a:xfrm>
            <a:off x="9700475" y="3134967"/>
            <a:ext cx="1847465" cy="630385"/>
          </a:xfrm>
          <a:prstGeom prst="wedgeEllipseCallout">
            <a:avLst>
              <a:gd name="adj1" fmla="val -59309"/>
              <a:gd name="adj2" fmla="val -984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Least Positive</a:t>
            </a:r>
          </a:p>
        </p:txBody>
      </p:sp>
    </p:spTree>
    <p:extLst>
      <p:ext uri="{BB962C8B-B14F-4D97-AF65-F5344CB8AC3E}">
        <p14:creationId xmlns:p14="http://schemas.microsoft.com/office/powerpoint/2010/main" val="357895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6" grpId="0" animBg="1"/>
      <p:bldP spid="27" grpId="0" animBg="1"/>
      <p:bldP spid="27" grpId="1" animBg="1"/>
      <p:bldP spid="13" grpId="0"/>
      <p:bldP spid="13" grpId="1"/>
      <p:bldP spid="35" grpId="0"/>
      <p:bldP spid="39" grpId="0"/>
      <p:bldP spid="12" grpId="0" animBg="1"/>
      <p:bldP spid="1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779076D2-4353-4C3B-AB24-27AFE12CCA53}"/>
              </a:ext>
            </a:extLst>
          </p:cNvPr>
          <p:cNvSpPr/>
          <p:nvPr/>
        </p:nvSpPr>
        <p:spPr>
          <a:xfrm>
            <a:off x="1427967" y="4783452"/>
            <a:ext cx="8085128" cy="460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938C9114-A752-4502-9805-25181BEE841A}"/>
              </a:ext>
            </a:extLst>
          </p:cNvPr>
          <p:cNvSpPr/>
          <p:nvPr/>
        </p:nvSpPr>
        <p:spPr>
          <a:xfrm>
            <a:off x="4069804" y="3757808"/>
            <a:ext cx="682172" cy="268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90F907-3B83-4F24-B3E9-103787B53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606275"/>
              </p:ext>
            </p:extLst>
          </p:nvPr>
        </p:nvGraphicFramePr>
        <p:xfrm>
          <a:off x="612325" y="775590"/>
          <a:ext cx="8535320" cy="55139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2804">
                  <a:extLst>
                    <a:ext uri="{9D8B030D-6E8A-4147-A177-3AD203B41FA5}">
                      <a16:colId xmlns:a16="http://schemas.microsoft.com/office/drawing/2014/main" val="2905360103"/>
                    </a:ext>
                  </a:extLst>
                </a:gridCol>
                <a:gridCol w="1171117">
                  <a:extLst>
                    <a:ext uri="{9D8B030D-6E8A-4147-A177-3AD203B41FA5}">
                      <a16:colId xmlns:a16="http://schemas.microsoft.com/office/drawing/2014/main" val="3101827574"/>
                    </a:ext>
                  </a:extLst>
                </a:gridCol>
                <a:gridCol w="736675">
                  <a:extLst>
                    <a:ext uri="{9D8B030D-6E8A-4147-A177-3AD203B41FA5}">
                      <a16:colId xmlns:a16="http://schemas.microsoft.com/office/drawing/2014/main" val="3349711521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2361876258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3236378667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2968160148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3537212961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1206524773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1976915298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3368023288"/>
                    </a:ext>
                  </a:extLst>
                </a:gridCol>
              </a:tblGrid>
              <a:tr h="436619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6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Cj</a:t>
                      </a:r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Soln</a:t>
                      </a:r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236699"/>
                  </a:ext>
                </a:extLst>
              </a:tr>
              <a:tr h="498118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Basic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453594"/>
                  </a:ext>
                </a:extLst>
              </a:tr>
              <a:tr h="360332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387229"/>
                  </a:ext>
                </a:extLst>
              </a:tr>
              <a:tr h="32567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384561"/>
                  </a:ext>
                </a:extLst>
              </a:tr>
              <a:tr h="428807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950504"/>
                  </a:ext>
                </a:extLst>
              </a:tr>
              <a:tr h="288099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Zj</a:t>
                      </a:r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745653"/>
                  </a:ext>
                </a:extLst>
              </a:tr>
              <a:tr h="506420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Cj-Zj</a:t>
                      </a:r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4458929"/>
                  </a:ext>
                </a:extLst>
              </a:tr>
              <a:tr h="5064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Infy</a:t>
                      </a:r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881270"/>
                  </a:ext>
                </a:extLst>
              </a:tr>
              <a:tr h="5064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3/2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-1/2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15/2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5611387"/>
                  </a:ext>
                </a:extLst>
              </a:tr>
              <a:tr h="5064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-1/2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-1/2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7533010"/>
                  </a:ext>
                </a:extLst>
              </a:tr>
              <a:tr h="506420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Zj</a:t>
                      </a:r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1011203"/>
                  </a:ext>
                </a:extLst>
              </a:tr>
              <a:tr h="506420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Cj-Zj</a:t>
                      </a:r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580392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0104F68-A9B6-4A9C-BD18-0301D1C8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25" y="94891"/>
            <a:ext cx="8596668" cy="783771"/>
          </a:xfrm>
        </p:spPr>
        <p:txBody>
          <a:bodyPr/>
          <a:lstStyle/>
          <a:p>
            <a:r>
              <a:rPr lang="en-US" dirty="0"/>
              <a:t>Iteration 2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1F7F1B-0D46-4A15-9470-BEB3E8D4B824}"/>
              </a:ext>
            </a:extLst>
          </p:cNvPr>
          <p:cNvSpPr/>
          <p:nvPr/>
        </p:nvSpPr>
        <p:spPr>
          <a:xfrm>
            <a:off x="9208993" y="3757808"/>
            <a:ext cx="20041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/>
              <a:t>New x1 = old values / Key Element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286D84-E371-41EA-ADF1-3075B7869847}"/>
              </a:ext>
            </a:extLst>
          </p:cNvPr>
          <p:cNvCxnSpPr>
            <a:cxnSpLocks/>
          </p:cNvCxnSpPr>
          <p:nvPr/>
        </p:nvCxnSpPr>
        <p:spPr>
          <a:xfrm>
            <a:off x="225468" y="3757808"/>
            <a:ext cx="969514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62768E2-5812-46EB-B477-E69D03836879}"/>
              </a:ext>
            </a:extLst>
          </p:cNvPr>
          <p:cNvSpPr/>
          <p:nvPr/>
        </p:nvSpPr>
        <p:spPr>
          <a:xfrm rot="16200000">
            <a:off x="-373962" y="2097422"/>
            <a:ext cx="15113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Iteration 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D65F20-1B4A-42D9-AE72-5FA51EC160B9}"/>
              </a:ext>
            </a:extLst>
          </p:cNvPr>
          <p:cNvSpPr/>
          <p:nvPr/>
        </p:nvSpPr>
        <p:spPr>
          <a:xfrm rot="16200000">
            <a:off x="-373963" y="4679874"/>
            <a:ext cx="15113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Iteration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FB24ED-B611-4180-96C8-7FB126EEE397}"/>
              </a:ext>
            </a:extLst>
          </p:cNvPr>
          <p:cNvSpPr/>
          <p:nvPr/>
        </p:nvSpPr>
        <p:spPr>
          <a:xfrm>
            <a:off x="9208993" y="4433652"/>
            <a:ext cx="25331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/>
              <a:t>New s2 = Old Value – Corresponding Key Col Value * New x1 Value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91ECFDC-372E-4439-820D-9E6CD9C6E808}"/>
              </a:ext>
            </a:extLst>
          </p:cNvPr>
          <p:cNvGrpSpPr/>
          <p:nvPr/>
        </p:nvGrpSpPr>
        <p:grpSpPr>
          <a:xfrm>
            <a:off x="3782860" y="928120"/>
            <a:ext cx="6734074" cy="1396281"/>
            <a:chOff x="3782860" y="928120"/>
            <a:chExt cx="6734074" cy="1396281"/>
          </a:xfrm>
        </p:grpSpPr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81A7DE57-8B7C-4736-9413-42961A751D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2860" y="928122"/>
              <a:ext cx="6734074" cy="1396279"/>
            </a:xfrm>
            <a:prstGeom prst="bentConnector3">
              <a:avLst>
                <a:gd name="adj1" fmla="val 12612"/>
              </a:avLst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6D323A7-2D61-4CF0-9771-84DAB313B1DF}"/>
                </a:ext>
              </a:extLst>
            </p:cNvPr>
            <p:cNvCxnSpPr>
              <a:cxnSpLocks/>
            </p:cNvCxnSpPr>
            <p:nvPr/>
          </p:nvCxnSpPr>
          <p:spPr>
            <a:xfrm>
              <a:off x="10516934" y="928120"/>
              <a:ext cx="0" cy="715582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FF7B9F8-0204-41DF-9DC4-54925BE3F7BB}"/>
              </a:ext>
            </a:extLst>
          </p:cNvPr>
          <p:cNvGrpSpPr/>
          <p:nvPr/>
        </p:nvGrpSpPr>
        <p:grpSpPr>
          <a:xfrm>
            <a:off x="2983005" y="613689"/>
            <a:ext cx="7896416" cy="1750648"/>
            <a:chOff x="2983005" y="613689"/>
            <a:chExt cx="7896416" cy="1750648"/>
          </a:xfrm>
        </p:grpSpPr>
        <p:cxnSp>
          <p:nvCxnSpPr>
            <p:cNvPr id="57" name="Connector: Elbow 56">
              <a:extLst>
                <a:ext uri="{FF2B5EF4-FFF2-40B4-BE49-F238E27FC236}">
                  <a16:creationId xmlns:a16="http://schemas.microsoft.com/office/drawing/2014/main" id="{BBD27855-A53B-471B-AF34-50145369CE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3005" y="625279"/>
              <a:ext cx="7896416" cy="1739058"/>
            </a:xfrm>
            <a:prstGeom prst="bentConnector3">
              <a:avLst>
                <a:gd name="adj1" fmla="val 1301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DF5492CD-4F86-4C3E-A3ED-536A1A1A9384}"/>
                </a:ext>
              </a:extLst>
            </p:cNvPr>
            <p:cNvCxnSpPr>
              <a:cxnSpLocks/>
            </p:cNvCxnSpPr>
            <p:nvPr/>
          </p:nvCxnSpPr>
          <p:spPr>
            <a:xfrm>
              <a:off x="10856787" y="613689"/>
              <a:ext cx="15037" cy="99915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C0BF5F3-D260-481E-8996-816A43B9B7E8}"/>
              </a:ext>
            </a:extLst>
          </p:cNvPr>
          <p:cNvGrpSpPr/>
          <p:nvPr/>
        </p:nvGrpSpPr>
        <p:grpSpPr>
          <a:xfrm>
            <a:off x="3782860" y="232690"/>
            <a:ext cx="7461228" cy="3817505"/>
            <a:chOff x="3782860" y="232690"/>
            <a:chExt cx="7461228" cy="3817505"/>
          </a:xfrm>
        </p:grpSpPr>
        <p:cxnSp>
          <p:nvCxnSpPr>
            <p:cNvPr id="63" name="Connector: Elbow 62">
              <a:extLst>
                <a:ext uri="{FF2B5EF4-FFF2-40B4-BE49-F238E27FC236}">
                  <a16:creationId xmlns:a16="http://schemas.microsoft.com/office/drawing/2014/main" id="{1AD3566F-947A-4C8E-88D0-83249EF4A8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2860" y="232690"/>
              <a:ext cx="7461228" cy="3817505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F8DE4669-3C7F-455F-9A8D-50BC38100775}"/>
                </a:ext>
              </a:extLst>
            </p:cNvPr>
            <p:cNvCxnSpPr>
              <a:cxnSpLocks/>
            </p:cNvCxnSpPr>
            <p:nvPr/>
          </p:nvCxnSpPr>
          <p:spPr>
            <a:xfrm>
              <a:off x="11244088" y="232690"/>
              <a:ext cx="0" cy="1380154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Speech Bubble: Rectangle 70">
            <a:extLst>
              <a:ext uri="{FF2B5EF4-FFF2-40B4-BE49-F238E27FC236}">
                <a16:creationId xmlns:a16="http://schemas.microsoft.com/office/drawing/2014/main" id="{5F69D1DE-00F4-4386-B5DA-971289CF7B4F}"/>
              </a:ext>
            </a:extLst>
          </p:cNvPr>
          <p:cNvSpPr/>
          <p:nvPr/>
        </p:nvSpPr>
        <p:spPr>
          <a:xfrm>
            <a:off x="9343629" y="1674053"/>
            <a:ext cx="2598570" cy="419723"/>
          </a:xfrm>
          <a:prstGeom prst="wedgeRectCallout">
            <a:avLst>
              <a:gd name="adj1" fmla="val -257860"/>
              <a:gd name="adj2" fmla="val 61706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solidFill>
                  <a:schemeClr val="tx1"/>
                </a:solidFill>
              </a:rPr>
              <a:t>New s2 = </a:t>
            </a:r>
            <a:r>
              <a:rPr lang="en-US" b="1" i="1" dirty="0">
                <a:solidFill>
                  <a:srgbClr val="002060"/>
                </a:solidFill>
              </a:rPr>
              <a:t>2</a:t>
            </a:r>
            <a:r>
              <a:rPr lang="en-US" b="1" i="1" dirty="0">
                <a:solidFill>
                  <a:schemeClr val="tx1"/>
                </a:solidFill>
              </a:rPr>
              <a:t> – </a:t>
            </a:r>
            <a:r>
              <a:rPr lang="en-US" b="1" i="1" dirty="0">
                <a:solidFill>
                  <a:srgbClr val="FF0000"/>
                </a:solidFill>
              </a:rPr>
              <a:t>1</a:t>
            </a:r>
            <a:r>
              <a:rPr lang="en-US" b="1" i="1" dirty="0">
                <a:solidFill>
                  <a:schemeClr val="tx1"/>
                </a:solidFill>
              </a:rPr>
              <a:t> * </a:t>
            </a:r>
            <a:r>
              <a:rPr lang="en-US" b="1" i="1" dirty="0">
                <a:solidFill>
                  <a:srgbClr val="00B050"/>
                </a:solidFill>
              </a:rPr>
              <a:t>1/2</a:t>
            </a:r>
          </a:p>
        </p:txBody>
      </p:sp>
    </p:spTree>
    <p:extLst>
      <p:ext uri="{BB962C8B-B14F-4D97-AF65-F5344CB8AC3E}">
        <p14:creationId xmlns:p14="http://schemas.microsoft.com/office/powerpoint/2010/main" val="2185114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92" grpId="0" animBg="1"/>
      <p:bldP spid="14" grpId="0"/>
      <p:bldP spid="18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779076D2-4353-4C3B-AB24-27AFE12CCA53}"/>
              </a:ext>
            </a:extLst>
          </p:cNvPr>
          <p:cNvSpPr/>
          <p:nvPr/>
        </p:nvSpPr>
        <p:spPr>
          <a:xfrm>
            <a:off x="2247808" y="3863398"/>
            <a:ext cx="7422285" cy="460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938C9114-A752-4502-9805-25181BEE841A}"/>
              </a:ext>
            </a:extLst>
          </p:cNvPr>
          <p:cNvSpPr/>
          <p:nvPr/>
        </p:nvSpPr>
        <p:spPr>
          <a:xfrm>
            <a:off x="5219178" y="4604390"/>
            <a:ext cx="2002828" cy="12828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Final Solution</a:t>
            </a:r>
          </a:p>
          <a:p>
            <a:pPr algn="ctr"/>
            <a:r>
              <a:rPr lang="pl-PL" dirty="0">
                <a:solidFill>
                  <a:schemeClr val="tx1"/>
                </a:solidFill>
              </a:rPr>
              <a:t>x1 = 2</a:t>
            </a:r>
          </a:p>
          <a:p>
            <a:pPr algn="ctr"/>
            <a:r>
              <a:rPr lang="pl-PL" dirty="0">
                <a:solidFill>
                  <a:schemeClr val="tx1"/>
                </a:solidFill>
              </a:rPr>
              <a:t> x</a:t>
            </a:r>
            <a:r>
              <a:rPr lang="en-US" dirty="0">
                <a:solidFill>
                  <a:schemeClr val="tx1"/>
                </a:solidFill>
              </a:rPr>
              <a:t>3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en-US" dirty="0">
                <a:solidFill>
                  <a:schemeClr val="tx1"/>
                </a:solidFill>
              </a:rPr>
              <a:t>2</a:t>
            </a:r>
            <a:endParaRPr lang="pl-PL" dirty="0">
              <a:solidFill>
                <a:schemeClr val="tx1"/>
              </a:solidFill>
            </a:endParaRPr>
          </a:p>
          <a:p>
            <a:pPr algn="ctr"/>
            <a:r>
              <a:rPr lang="pl-PL" dirty="0">
                <a:solidFill>
                  <a:schemeClr val="tx1"/>
                </a:solidFill>
              </a:rPr>
              <a:t> Z = 1</a:t>
            </a:r>
            <a:r>
              <a:rPr lang="en-US" dirty="0">
                <a:solidFill>
                  <a:schemeClr val="tx1"/>
                </a:solidFill>
              </a:rPr>
              <a:t>0</a:t>
            </a:r>
            <a:endParaRPr lang="pl-PL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90F907-3B83-4F24-B3E9-103787B53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515468"/>
              </p:ext>
            </p:extLst>
          </p:nvPr>
        </p:nvGraphicFramePr>
        <p:xfrm>
          <a:off x="612325" y="775590"/>
          <a:ext cx="8535320" cy="35478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2804">
                  <a:extLst>
                    <a:ext uri="{9D8B030D-6E8A-4147-A177-3AD203B41FA5}">
                      <a16:colId xmlns:a16="http://schemas.microsoft.com/office/drawing/2014/main" val="2905360103"/>
                    </a:ext>
                  </a:extLst>
                </a:gridCol>
                <a:gridCol w="1171117">
                  <a:extLst>
                    <a:ext uri="{9D8B030D-6E8A-4147-A177-3AD203B41FA5}">
                      <a16:colId xmlns:a16="http://schemas.microsoft.com/office/drawing/2014/main" val="3101827574"/>
                    </a:ext>
                  </a:extLst>
                </a:gridCol>
                <a:gridCol w="736675">
                  <a:extLst>
                    <a:ext uri="{9D8B030D-6E8A-4147-A177-3AD203B41FA5}">
                      <a16:colId xmlns:a16="http://schemas.microsoft.com/office/drawing/2014/main" val="3349711521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2361876258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3236378667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2968160148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3537212961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1206524773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1976915298"/>
                    </a:ext>
                  </a:extLst>
                </a:gridCol>
                <a:gridCol w="853532">
                  <a:extLst>
                    <a:ext uri="{9D8B030D-6E8A-4147-A177-3AD203B41FA5}">
                      <a16:colId xmlns:a16="http://schemas.microsoft.com/office/drawing/2014/main" val="3368023288"/>
                    </a:ext>
                  </a:extLst>
                </a:gridCol>
              </a:tblGrid>
              <a:tr h="436619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6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Cj</a:t>
                      </a:r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Soln</a:t>
                      </a:r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236699"/>
                  </a:ext>
                </a:extLst>
              </a:tr>
              <a:tr h="498118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Basic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453594"/>
                  </a:ext>
                </a:extLst>
              </a:tr>
              <a:tr h="5064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881270"/>
                  </a:ext>
                </a:extLst>
              </a:tr>
              <a:tr h="5064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5611387"/>
                  </a:ext>
                </a:extLst>
              </a:tr>
              <a:tr h="5064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-1/4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-1/4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7533010"/>
                  </a:ext>
                </a:extLst>
              </a:tr>
              <a:tr h="506420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Zj</a:t>
                      </a:r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1011203"/>
                  </a:ext>
                </a:extLst>
              </a:tr>
              <a:tr h="506420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Cj-Zj</a:t>
                      </a:r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-3/2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-1/2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580392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0104F68-A9B6-4A9C-BD18-0301D1C8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25" y="94891"/>
            <a:ext cx="8596668" cy="783771"/>
          </a:xfrm>
        </p:spPr>
        <p:txBody>
          <a:bodyPr/>
          <a:lstStyle/>
          <a:p>
            <a:r>
              <a:rPr lang="en-US" dirty="0"/>
              <a:t>Iteration 2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286D84-E371-41EA-ADF1-3075B7869847}"/>
              </a:ext>
            </a:extLst>
          </p:cNvPr>
          <p:cNvCxnSpPr>
            <a:cxnSpLocks/>
          </p:cNvCxnSpPr>
          <p:nvPr/>
        </p:nvCxnSpPr>
        <p:spPr>
          <a:xfrm>
            <a:off x="350729" y="4323429"/>
            <a:ext cx="969514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62768E2-5812-46EB-B477-E69D03836879}"/>
              </a:ext>
            </a:extLst>
          </p:cNvPr>
          <p:cNvSpPr/>
          <p:nvPr/>
        </p:nvSpPr>
        <p:spPr>
          <a:xfrm rot="16200000">
            <a:off x="-373962" y="2097422"/>
            <a:ext cx="15113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Iteration 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07337A-DCF3-4716-A808-1C568378A217}"/>
              </a:ext>
            </a:extLst>
          </p:cNvPr>
          <p:cNvSpPr/>
          <p:nvPr/>
        </p:nvSpPr>
        <p:spPr>
          <a:xfrm>
            <a:off x="612325" y="4542463"/>
            <a:ext cx="43576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For Maximization,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Cj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–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Zj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&lt;=0</a:t>
            </a:r>
          </a:p>
        </p:txBody>
      </p:sp>
    </p:spTree>
    <p:extLst>
      <p:ext uri="{BB962C8B-B14F-4D97-AF65-F5344CB8AC3E}">
        <p14:creationId xmlns:p14="http://schemas.microsoft.com/office/powerpoint/2010/main" val="3541748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92" grpId="0" animBg="1"/>
      <p:bldP spid="18" grpId="0"/>
      <p:bldP spid="23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E71CFA69A98247845C383A00253C40" ma:contentTypeVersion="2" ma:contentTypeDescription="Create a new document." ma:contentTypeScope="" ma:versionID="f72964e7bbe5712c818c7fedd9512191">
  <xsd:schema xmlns:xsd="http://www.w3.org/2001/XMLSchema" xmlns:xs="http://www.w3.org/2001/XMLSchema" xmlns:p="http://schemas.microsoft.com/office/2006/metadata/properties" xmlns:ns2="df63d6c3-3097-4dac-9e01-3e35a00a78b2" targetNamespace="http://schemas.microsoft.com/office/2006/metadata/properties" ma:root="true" ma:fieldsID="ddd1b32bd9dd0fd619750b9a6d7097df" ns2:_="">
    <xsd:import namespace="df63d6c3-3097-4dac-9e01-3e35a00a78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63d6c3-3097-4dac-9e01-3e35a00a78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1332079-0623-4C52-90D9-ECCFFCC00FC7}"/>
</file>

<file path=customXml/itemProps2.xml><?xml version="1.0" encoding="utf-8"?>
<ds:datastoreItem xmlns:ds="http://schemas.openxmlformats.org/officeDocument/2006/customXml" ds:itemID="{80F07ACE-F547-4E8E-AA45-6093CB1B2961}"/>
</file>

<file path=customXml/itemProps3.xml><?xml version="1.0" encoding="utf-8"?>
<ds:datastoreItem xmlns:ds="http://schemas.openxmlformats.org/officeDocument/2006/customXml" ds:itemID="{88EC6001-C266-4AFC-AB5A-BACE0D592425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8706</TotalTime>
  <Words>704</Words>
  <Application>Microsoft Office PowerPoint</Application>
  <PresentationFormat>Widescreen</PresentationFormat>
  <Paragraphs>336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Cambria Math</vt:lpstr>
      <vt:lpstr>Trebuchet MS</vt:lpstr>
      <vt:lpstr>Wingdings 3</vt:lpstr>
      <vt:lpstr>Facet</vt:lpstr>
      <vt:lpstr>OPERATIONAL RESEARCH</vt:lpstr>
      <vt:lpstr>PowerPoint Presentation</vt:lpstr>
      <vt:lpstr>Example</vt:lpstr>
      <vt:lpstr>Step – Convert all inequality constraints  into equality (use slack variables)</vt:lpstr>
      <vt:lpstr>Step – Develop Initial Simplex Table 1 </vt:lpstr>
      <vt:lpstr>Step – Reach Optimality </vt:lpstr>
      <vt:lpstr>Step – Develop Initial Simplex Table 1 </vt:lpstr>
      <vt:lpstr>Iteration 2 </vt:lpstr>
      <vt:lpstr>Iteration 2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Umesh Zemse</cp:lastModifiedBy>
  <cp:revision>719</cp:revision>
  <dcterms:created xsi:type="dcterms:W3CDTF">2019-07-10T03:56:52Z</dcterms:created>
  <dcterms:modified xsi:type="dcterms:W3CDTF">2019-09-16T11:44:54Z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0x0101008BE71CFA69A98247845C383A00253C40</vt:lpwstr>
  </property>
  <property fmtid="{D5CDD505-2E9C-101B-9397-08002B2CF9AE}" pid="3" name="Order">
    <vt:r8>1593400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</Properties>
</file>