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0" r:id="rId1"/>
  </p:sldMasterIdLst>
  <p:sldIdLst>
    <p:sldId id="292" r:id="rId2"/>
    <p:sldId id="293" r:id="rId3"/>
    <p:sldId id="294" r:id="rId4"/>
    <p:sldId id="295" r:id="rId5"/>
    <p:sldId id="296" r:id="rId6"/>
    <p:sldId id="307" r:id="rId7"/>
    <p:sldId id="308" r:id="rId8"/>
    <p:sldId id="309" r:id="rId9"/>
    <p:sldId id="297" r:id="rId10"/>
    <p:sldId id="310" r:id="rId11"/>
    <p:sldId id="311" r:id="rId12"/>
    <p:sldId id="29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3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29" autoAdjust="0"/>
    <p:restoredTop sz="94353" autoAdjust="0"/>
  </p:normalViewPr>
  <p:slideViewPr>
    <p:cSldViewPr snapToGrid="0">
      <p:cViewPr varScale="1">
        <p:scale>
          <a:sx n="65" d="100"/>
          <a:sy n="65" d="100"/>
        </p:scale>
        <p:origin x="9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mesh Zemse" userId="f5579818-f47c-4551-9630-9efa4dd51d64" providerId="ADAL" clId="{48E12C4D-CED8-4179-95C3-807107A66251}"/>
    <pc:docChg chg="delSld">
      <pc:chgData name="Umesh Zemse" userId="f5579818-f47c-4551-9630-9efa4dd51d64" providerId="ADAL" clId="{48E12C4D-CED8-4179-95C3-807107A66251}" dt="2020-09-13T03:33:20.008" v="6" actId="47"/>
      <pc:docMkLst>
        <pc:docMk/>
      </pc:docMkLst>
      <pc:sldChg chg="del">
        <pc:chgData name="Umesh Zemse" userId="f5579818-f47c-4551-9630-9efa4dd51d64" providerId="ADAL" clId="{48E12C4D-CED8-4179-95C3-807107A66251}" dt="2020-09-13T03:33:02.665" v="3" actId="47"/>
        <pc:sldMkLst>
          <pc:docMk/>
          <pc:sldMk cId="1706110069" sldId="257"/>
        </pc:sldMkLst>
      </pc:sldChg>
      <pc:sldChg chg="del">
        <pc:chgData name="Umesh Zemse" userId="f5579818-f47c-4551-9630-9efa4dd51d64" providerId="ADAL" clId="{48E12C4D-CED8-4179-95C3-807107A66251}" dt="2020-09-13T03:32:58.760" v="2" actId="47"/>
        <pc:sldMkLst>
          <pc:docMk/>
          <pc:sldMk cId="4041131727" sldId="261"/>
        </pc:sldMkLst>
      </pc:sldChg>
      <pc:sldChg chg="del">
        <pc:chgData name="Umesh Zemse" userId="f5579818-f47c-4551-9630-9efa4dd51d64" providerId="ADAL" clId="{48E12C4D-CED8-4179-95C3-807107A66251}" dt="2020-09-13T03:33:02.665" v="3" actId="47"/>
        <pc:sldMkLst>
          <pc:docMk/>
          <pc:sldMk cId="1048034555" sldId="263"/>
        </pc:sldMkLst>
      </pc:sldChg>
      <pc:sldChg chg="del">
        <pc:chgData name="Umesh Zemse" userId="f5579818-f47c-4551-9630-9efa4dd51d64" providerId="ADAL" clId="{48E12C4D-CED8-4179-95C3-807107A66251}" dt="2020-09-13T03:32:58.760" v="2" actId="47"/>
        <pc:sldMkLst>
          <pc:docMk/>
          <pc:sldMk cId="2204829780" sldId="264"/>
        </pc:sldMkLst>
      </pc:sldChg>
      <pc:sldChg chg="del">
        <pc:chgData name="Umesh Zemse" userId="f5579818-f47c-4551-9630-9efa4dd51d64" providerId="ADAL" clId="{48E12C4D-CED8-4179-95C3-807107A66251}" dt="2020-09-13T03:32:58.760" v="2" actId="47"/>
        <pc:sldMkLst>
          <pc:docMk/>
          <pc:sldMk cId="1085061148" sldId="265"/>
        </pc:sldMkLst>
      </pc:sldChg>
      <pc:sldChg chg="del">
        <pc:chgData name="Umesh Zemse" userId="f5579818-f47c-4551-9630-9efa4dd51d64" providerId="ADAL" clId="{48E12C4D-CED8-4179-95C3-807107A66251}" dt="2020-09-13T03:32:58.760" v="2" actId="47"/>
        <pc:sldMkLst>
          <pc:docMk/>
          <pc:sldMk cId="2185979547" sldId="266"/>
        </pc:sldMkLst>
      </pc:sldChg>
      <pc:sldChg chg="del">
        <pc:chgData name="Umesh Zemse" userId="f5579818-f47c-4551-9630-9efa4dd51d64" providerId="ADAL" clId="{48E12C4D-CED8-4179-95C3-807107A66251}" dt="2020-09-13T03:32:58.760" v="2" actId="47"/>
        <pc:sldMkLst>
          <pc:docMk/>
          <pc:sldMk cId="144280225" sldId="268"/>
        </pc:sldMkLst>
      </pc:sldChg>
      <pc:sldChg chg="del">
        <pc:chgData name="Umesh Zemse" userId="f5579818-f47c-4551-9630-9efa4dd51d64" providerId="ADAL" clId="{48E12C4D-CED8-4179-95C3-807107A66251}" dt="2020-09-13T03:32:58.760" v="2" actId="47"/>
        <pc:sldMkLst>
          <pc:docMk/>
          <pc:sldMk cId="3685114833" sldId="269"/>
        </pc:sldMkLst>
      </pc:sldChg>
      <pc:sldChg chg="del">
        <pc:chgData name="Umesh Zemse" userId="f5579818-f47c-4551-9630-9efa4dd51d64" providerId="ADAL" clId="{48E12C4D-CED8-4179-95C3-807107A66251}" dt="2020-09-13T03:32:58.760" v="2" actId="47"/>
        <pc:sldMkLst>
          <pc:docMk/>
          <pc:sldMk cId="2457371534" sldId="270"/>
        </pc:sldMkLst>
      </pc:sldChg>
      <pc:sldChg chg="del">
        <pc:chgData name="Umesh Zemse" userId="f5579818-f47c-4551-9630-9efa4dd51d64" providerId="ADAL" clId="{48E12C4D-CED8-4179-95C3-807107A66251}" dt="2020-09-13T03:33:08.727" v="4" actId="47"/>
        <pc:sldMkLst>
          <pc:docMk/>
          <pc:sldMk cId="718837617" sldId="271"/>
        </pc:sldMkLst>
      </pc:sldChg>
      <pc:sldChg chg="del">
        <pc:chgData name="Umesh Zemse" userId="f5579818-f47c-4551-9630-9efa4dd51d64" providerId="ADAL" clId="{48E12C4D-CED8-4179-95C3-807107A66251}" dt="2020-09-13T03:33:08.727" v="4" actId="47"/>
        <pc:sldMkLst>
          <pc:docMk/>
          <pc:sldMk cId="1264052739" sldId="272"/>
        </pc:sldMkLst>
      </pc:sldChg>
      <pc:sldChg chg="del">
        <pc:chgData name="Umesh Zemse" userId="f5579818-f47c-4551-9630-9efa4dd51d64" providerId="ADAL" clId="{48E12C4D-CED8-4179-95C3-807107A66251}" dt="2020-09-13T03:33:08.727" v="4" actId="47"/>
        <pc:sldMkLst>
          <pc:docMk/>
          <pc:sldMk cId="965004602" sldId="273"/>
        </pc:sldMkLst>
      </pc:sldChg>
      <pc:sldChg chg="del">
        <pc:chgData name="Umesh Zemse" userId="f5579818-f47c-4551-9630-9efa4dd51d64" providerId="ADAL" clId="{48E12C4D-CED8-4179-95C3-807107A66251}" dt="2020-09-13T03:33:08.727" v="4" actId="47"/>
        <pc:sldMkLst>
          <pc:docMk/>
          <pc:sldMk cId="294780215" sldId="274"/>
        </pc:sldMkLst>
      </pc:sldChg>
      <pc:sldChg chg="del">
        <pc:chgData name="Umesh Zemse" userId="f5579818-f47c-4551-9630-9efa4dd51d64" providerId="ADAL" clId="{48E12C4D-CED8-4179-95C3-807107A66251}" dt="2020-09-13T03:33:08.727" v="4" actId="47"/>
        <pc:sldMkLst>
          <pc:docMk/>
          <pc:sldMk cId="2719222110" sldId="275"/>
        </pc:sldMkLst>
      </pc:sldChg>
      <pc:sldChg chg="del">
        <pc:chgData name="Umesh Zemse" userId="f5579818-f47c-4551-9630-9efa4dd51d64" providerId="ADAL" clId="{48E12C4D-CED8-4179-95C3-807107A66251}" dt="2020-09-13T03:32:58.760" v="2" actId="47"/>
        <pc:sldMkLst>
          <pc:docMk/>
          <pc:sldMk cId="4199814125" sldId="276"/>
        </pc:sldMkLst>
      </pc:sldChg>
      <pc:sldChg chg="del">
        <pc:chgData name="Umesh Zemse" userId="f5579818-f47c-4551-9630-9efa4dd51d64" providerId="ADAL" clId="{48E12C4D-CED8-4179-95C3-807107A66251}" dt="2020-09-13T03:32:52.451" v="0" actId="47"/>
        <pc:sldMkLst>
          <pc:docMk/>
          <pc:sldMk cId="4117938134" sldId="281"/>
        </pc:sldMkLst>
      </pc:sldChg>
      <pc:sldChg chg="del">
        <pc:chgData name="Umesh Zemse" userId="f5579818-f47c-4551-9630-9efa4dd51d64" providerId="ADAL" clId="{48E12C4D-CED8-4179-95C3-807107A66251}" dt="2020-09-13T03:32:52.451" v="0" actId="47"/>
        <pc:sldMkLst>
          <pc:docMk/>
          <pc:sldMk cId="2923607006" sldId="283"/>
        </pc:sldMkLst>
      </pc:sldChg>
      <pc:sldChg chg="del">
        <pc:chgData name="Umesh Zemse" userId="f5579818-f47c-4551-9630-9efa4dd51d64" providerId="ADAL" clId="{48E12C4D-CED8-4179-95C3-807107A66251}" dt="2020-09-13T03:32:52.451" v="0" actId="47"/>
        <pc:sldMkLst>
          <pc:docMk/>
          <pc:sldMk cId="443194622" sldId="284"/>
        </pc:sldMkLst>
      </pc:sldChg>
      <pc:sldChg chg="del">
        <pc:chgData name="Umesh Zemse" userId="f5579818-f47c-4551-9630-9efa4dd51d64" providerId="ADAL" clId="{48E12C4D-CED8-4179-95C3-807107A66251}" dt="2020-09-13T03:33:02.665" v="3" actId="47"/>
        <pc:sldMkLst>
          <pc:docMk/>
          <pc:sldMk cId="572051236" sldId="286"/>
        </pc:sldMkLst>
      </pc:sldChg>
      <pc:sldChg chg="del">
        <pc:chgData name="Umesh Zemse" userId="f5579818-f47c-4551-9630-9efa4dd51d64" providerId="ADAL" clId="{48E12C4D-CED8-4179-95C3-807107A66251}" dt="2020-09-13T03:33:02.665" v="3" actId="47"/>
        <pc:sldMkLst>
          <pc:docMk/>
          <pc:sldMk cId="2222414721" sldId="287"/>
        </pc:sldMkLst>
      </pc:sldChg>
      <pc:sldChg chg="del">
        <pc:chgData name="Umesh Zemse" userId="f5579818-f47c-4551-9630-9efa4dd51d64" providerId="ADAL" clId="{48E12C4D-CED8-4179-95C3-807107A66251}" dt="2020-09-13T03:33:02.665" v="3" actId="47"/>
        <pc:sldMkLst>
          <pc:docMk/>
          <pc:sldMk cId="3543549445" sldId="288"/>
        </pc:sldMkLst>
      </pc:sldChg>
      <pc:sldChg chg="del">
        <pc:chgData name="Umesh Zemse" userId="f5579818-f47c-4551-9630-9efa4dd51d64" providerId="ADAL" clId="{48E12C4D-CED8-4179-95C3-807107A66251}" dt="2020-09-13T03:33:02.665" v="3" actId="47"/>
        <pc:sldMkLst>
          <pc:docMk/>
          <pc:sldMk cId="1107844993" sldId="289"/>
        </pc:sldMkLst>
      </pc:sldChg>
      <pc:sldChg chg="del">
        <pc:chgData name="Umesh Zemse" userId="f5579818-f47c-4551-9630-9efa4dd51d64" providerId="ADAL" clId="{48E12C4D-CED8-4179-95C3-807107A66251}" dt="2020-09-13T03:32:55.293" v="1" actId="47"/>
        <pc:sldMkLst>
          <pc:docMk/>
          <pc:sldMk cId="3173170845" sldId="290"/>
        </pc:sldMkLst>
      </pc:sldChg>
      <pc:sldChg chg="del">
        <pc:chgData name="Umesh Zemse" userId="f5579818-f47c-4551-9630-9efa4dd51d64" providerId="ADAL" clId="{48E12C4D-CED8-4179-95C3-807107A66251}" dt="2020-09-13T03:33:20.008" v="6" actId="47"/>
        <pc:sldMkLst>
          <pc:docMk/>
          <pc:sldMk cId="523706966" sldId="299"/>
        </pc:sldMkLst>
      </pc:sldChg>
      <pc:sldChg chg="del">
        <pc:chgData name="Umesh Zemse" userId="f5579818-f47c-4551-9630-9efa4dd51d64" providerId="ADAL" clId="{48E12C4D-CED8-4179-95C3-807107A66251}" dt="2020-09-13T03:33:20.008" v="6" actId="47"/>
        <pc:sldMkLst>
          <pc:docMk/>
          <pc:sldMk cId="382840632" sldId="300"/>
        </pc:sldMkLst>
      </pc:sldChg>
      <pc:sldChg chg="del">
        <pc:chgData name="Umesh Zemse" userId="f5579818-f47c-4551-9630-9efa4dd51d64" providerId="ADAL" clId="{48E12C4D-CED8-4179-95C3-807107A66251}" dt="2020-09-13T03:33:20.008" v="6" actId="47"/>
        <pc:sldMkLst>
          <pc:docMk/>
          <pc:sldMk cId="2646424376" sldId="312"/>
        </pc:sldMkLst>
      </pc:sldChg>
      <pc:sldChg chg="del">
        <pc:chgData name="Umesh Zemse" userId="f5579818-f47c-4551-9630-9efa4dd51d64" providerId="ADAL" clId="{48E12C4D-CED8-4179-95C3-807107A66251}" dt="2020-09-13T03:33:20.008" v="6" actId="47"/>
        <pc:sldMkLst>
          <pc:docMk/>
          <pc:sldMk cId="210964008" sldId="313"/>
        </pc:sldMkLst>
      </pc:sldChg>
      <pc:sldChg chg="del">
        <pc:chgData name="Umesh Zemse" userId="f5579818-f47c-4551-9630-9efa4dd51d64" providerId="ADAL" clId="{48E12C4D-CED8-4179-95C3-807107A66251}" dt="2020-09-13T03:33:20.008" v="6" actId="47"/>
        <pc:sldMkLst>
          <pc:docMk/>
          <pc:sldMk cId="417666523" sldId="314"/>
        </pc:sldMkLst>
      </pc:sldChg>
      <pc:sldChg chg="del">
        <pc:chgData name="Umesh Zemse" userId="f5579818-f47c-4551-9630-9efa4dd51d64" providerId="ADAL" clId="{48E12C4D-CED8-4179-95C3-807107A66251}" dt="2020-09-13T03:33:20.008" v="6" actId="47"/>
        <pc:sldMkLst>
          <pc:docMk/>
          <pc:sldMk cId="1771976029" sldId="315"/>
        </pc:sldMkLst>
      </pc:sldChg>
      <pc:sldChg chg="del">
        <pc:chgData name="Umesh Zemse" userId="f5579818-f47c-4551-9630-9efa4dd51d64" providerId="ADAL" clId="{48E12C4D-CED8-4179-95C3-807107A66251}" dt="2020-09-13T03:33:20.008" v="6" actId="47"/>
        <pc:sldMkLst>
          <pc:docMk/>
          <pc:sldMk cId="714502171" sldId="316"/>
        </pc:sldMkLst>
      </pc:sldChg>
      <pc:sldChg chg="del">
        <pc:chgData name="Umesh Zemse" userId="f5579818-f47c-4551-9630-9efa4dd51d64" providerId="ADAL" clId="{48E12C4D-CED8-4179-95C3-807107A66251}" dt="2020-09-13T03:33:20.008" v="6" actId="47"/>
        <pc:sldMkLst>
          <pc:docMk/>
          <pc:sldMk cId="2201415147" sldId="317"/>
        </pc:sldMkLst>
      </pc:sldChg>
      <pc:sldChg chg="del">
        <pc:chgData name="Umesh Zemse" userId="f5579818-f47c-4551-9630-9efa4dd51d64" providerId="ADAL" clId="{48E12C4D-CED8-4179-95C3-807107A66251}" dt="2020-09-13T03:33:20.008" v="6" actId="47"/>
        <pc:sldMkLst>
          <pc:docMk/>
          <pc:sldMk cId="2429341014" sldId="318"/>
        </pc:sldMkLst>
      </pc:sldChg>
      <pc:sldChg chg="del">
        <pc:chgData name="Umesh Zemse" userId="f5579818-f47c-4551-9630-9efa4dd51d64" providerId="ADAL" clId="{48E12C4D-CED8-4179-95C3-807107A66251}" dt="2020-09-13T03:33:11.364" v="5" actId="47"/>
        <pc:sldMkLst>
          <pc:docMk/>
          <pc:sldMk cId="225455232" sldId="319"/>
        </pc:sldMkLst>
      </pc:sldChg>
      <pc:sldChg chg="del">
        <pc:chgData name="Umesh Zemse" userId="f5579818-f47c-4551-9630-9efa4dd51d64" providerId="ADAL" clId="{48E12C4D-CED8-4179-95C3-807107A66251}" dt="2020-09-13T03:33:11.364" v="5" actId="47"/>
        <pc:sldMkLst>
          <pc:docMk/>
          <pc:sldMk cId="2991008582" sldId="320"/>
        </pc:sldMkLst>
      </pc:sldChg>
      <pc:sldChg chg="del">
        <pc:chgData name="Umesh Zemse" userId="f5579818-f47c-4551-9630-9efa4dd51d64" providerId="ADAL" clId="{48E12C4D-CED8-4179-95C3-807107A66251}" dt="2020-09-13T03:33:20.008" v="6" actId="47"/>
        <pc:sldMkLst>
          <pc:docMk/>
          <pc:sldMk cId="3580862675" sldId="322"/>
        </pc:sldMkLst>
      </pc:sldChg>
      <pc:sldChg chg="del">
        <pc:chgData name="Umesh Zemse" userId="f5579818-f47c-4551-9630-9efa4dd51d64" providerId="ADAL" clId="{48E12C4D-CED8-4179-95C3-807107A66251}" dt="2020-09-13T03:33:20.008" v="6" actId="47"/>
        <pc:sldMkLst>
          <pc:docMk/>
          <pc:sldMk cId="3569073902" sldId="323"/>
        </pc:sldMkLst>
      </pc:sldChg>
      <pc:sldChg chg="del">
        <pc:chgData name="Umesh Zemse" userId="f5579818-f47c-4551-9630-9efa4dd51d64" providerId="ADAL" clId="{48E12C4D-CED8-4179-95C3-807107A66251}" dt="2020-09-13T03:33:20.008" v="6" actId="47"/>
        <pc:sldMkLst>
          <pc:docMk/>
          <pc:sldMk cId="1829970630" sldId="324"/>
        </pc:sldMkLst>
      </pc:sldChg>
      <pc:sldChg chg="del">
        <pc:chgData name="Umesh Zemse" userId="f5579818-f47c-4551-9630-9efa4dd51d64" providerId="ADAL" clId="{48E12C4D-CED8-4179-95C3-807107A66251}" dt="2020-09-13T03:33:20.008" v="6" actId="47"/>
        <pc:sldMkLst>
          <pc:docMk/>
          <pc:sldMk cId="3836045631" sldId="325"/>
        </pc:sldMkLst>
      </pc:sldChg>
      <pc:sldChg chg="del">
        <pc:chgData name="Umesh Zemse" userId="f5579818-f47c-4551-9630-9efa4dd51d64" providerId="ADAL" clId="{48E12C4D-CED8-4179-95C3-807107A66251}" dt="2020-09-13T03:33:20.008" v="6" actId="47"/>
        <pc:sldMkLst>
          <pc:docMk/>
          <pc:sldMk cId="1795277692" sldId="326"/>
        </pc:sldMkLst>
      </pc:sldChg>
      <pc:sldChg chg="del">
        <pc:chgData name="Umesh Zemse" userId="f5579818-f47c-4551-9630-9efa4dd51d64" providerId="ADAL" clId="{48E12C4D-CED8-4179-95C3-807107A66251}" dt="2020-09-13T03:33:20.008" v="6" actId="47"/>
        <pc:sldMkLst>
          <pc:docMk/>
          <pc:sldMk cId="2576362112" sldId="327"/>
        </pc:sldMkLst>
      </pc:sldChg>
      <pc:sldChg chg="del">
        <pc:chgData name="Umesh Zemse" userId="f5579818-f47c-4551-9630-9efa4dd51d64" providerId="ADAL" clId="{48E12C4D-CED8-4179-95C3-807107A66251}" dt="2020-09-13T03:33:20.008" v="6" actId="47"/>
        <pc:sldMkLst>
          <pc:docMk/>
          <pc:sldMk cId="3122977655" sldId="328"/>
        </pc:sldMkLst>
      </pc:sldChg>
      <pc:sldChg chg="del">
        <pc:chgData name="Umesh Zemse" userId="f5579818-f47c-4551-9630-9efa4dd51d64" providerId="ADAL" clId="{48E12C4D-CED8-4179-95C3-807107A66251}" dt="2020-09-13T03:33:20.008" v="6" actId="47"/>
        <pc:sldMkLst>
          <pc:docMk/>
          <pc:sldMk cId="3482240548" sldId="329"/>
        </pc:sldMkLst>
      </pc:sldChg>
      <pc:sldChg chg="del">
        <pc:chgData name="Umesh Zemse" userId="f5579818-f47c-4551-9630-9efa4dd51d64" providerId="ADAL" clId="{48E12C4D-CED8-4179-95C3-807107A66251}" dt="2020-09-13T03:33:20.008" v="6" actId="47"/>
        <pc:sldMkLst>
          <pc:docMk/>
          <pc:sldMk cId="2902655306" sldId="330"/>
        </pc:sldMkLst>
      </pc:sldChg>
      <pc:sldChg chg="del">
        <pc:chgData name="Umesh Zemse" userId="f5579818-f47c-4551-9630-9efa4dd51d64" providerId="ADAL" clId="{48E12C4D-CED8-4179-95C3-807107A66251}" dt="2020-09-13T03:32:55.293" v="1" actId="47"/>
        <pc:sldMkLst>
          <pc:docMk/>
          <pc:sldMk cId="1236383338" sldId="331"/>
        </pc:sldMkLst>
      </pc:sldChg>
      <pc:sldChg chg="del">
        <pc:chgData name="Umesh Zemse" userId="f5579818-f47c-4551-9630-9efa4dd51d64" providerId="ADAL" clId="{48E12C4D-CED8-4179-95C3-807107A66251}" dt="2020-09-13T03:33:02.665" v="3" actId="47"/>
        <pc:sldMkLst>
          <pc:docMk/>
          <pc:sldMk cId="2133849679" sldId="332"/>
        </pc:sldMkLst>
      </pc:sldChg>
      <pc:sldChg chg="del">
        <pc:chgData name="Umesh Zemse" userId="f5579818-f47c-4551-9630-9efa4dd51d64" providerId="ADAL" clId="{48E12C4D-CED8-4179-95C3-807107A66251}" dt="2020-09-13T03:32:58.760" v="2" actId="47"/>
        <pc:sldMkLst>
          <pc:docMk/>
          <pc:sldMk cId="1020523753" sldId="333"/>
        </pc:sldMkLst>
      </pc:sldChg>
      <pc:sldChg chg="del">
        <pc:chgData name="Umesh Zemse" userId="f5579818-f47c-4551-9630-9efa4dd51d64" providerId="ADAL" clId="{48E12C4D-CED8-4179-95C3-807107A66251}" dt="2020-09-13T03:32:55.293" v="1" actId="47"/>
        <pc:sldMkLst>
          <pc:docMk/>
          <pc:sldMk cId="2661868846" sldId="334"/>
        </pc:sldMkLst>
      </pc:sldChg>
      <pc:sldChg chg="del">
        <pc:chgData name="Umesh Zemse" userId="f5579818-f47c-4551-9630-9efa4dd51d64" providerId="ADAL" clId="{48E12C4D-CED8-4179-95C3-807107A66251}" dt="2020-09-13T03:32:55.293" v="1" actId="47"/>
        <pc:sldMkLst>
          <pc:docMk/>
          <pc:sldMk cId="1375543160" sldId="335"/>
        </pc:sldMkLst>
      </pc:sldChg>
      <pc:sldChg chg="del">
        <pc:chgData name="Umesh Zemse" userId="f5579818-f47c-4551-9630-9efa4dd51d64" providerId="ADAL" clId="{48E12C4D-CED8-4179-95C3-807107A66251}" dt="2020-09-13T03:32:55.293" v="1" actId="47"/>
        <pc:sldMkLst>
          <pc:docMk/>
          <pc:sldMk cId="166423776" sldId="336"/>
        </pc:sldMkLst>
      </pc:sldChg>
    </pc:docChg>
  </pc:docChgLst>
  <pc:docChgLst>
    <pc:chgData name="Umesh Zemse" userId="f5579818-f47c-4551-9630-9efa4dd51d64" providerId="ADAL" clId="{540DD99E-8EFB-43B0-8356-11D39B9DB913}"/>
    <pc:docChg chg="undo custSel addSld delSld modSld sldOrd">
      <pc:chgData name="Umesh Zemse" userId="f5579818-f47c-4551-9630-9efa4dd51d64" providerId="ADAL" clId="{540DD99E-8EFB-43B0-8356-11D39B9DB913}" dt="2020-08-01T03:49:05.390" v="1962" actId="6549"/>
      <pc:docMkLst>
        <pc:docMk/>
      </pc:docMkLst>
      <pc:sldChg chg="modSp">
        <pc:chgData name="Umesh Zemse" userId="f5579818-f47c-4551-9630-9efa4dd51d64" providerId="ADAL" clId="{540DD99E-8EFB-43B0-8356-11D39B9DB913}" dt="2020-07-17T08:52:52.176" v="403" actId="207"/>
        <pc:sldMkLst>
          <pc:docMk/>
          <pc:sldMk cId="1706110069" sldId="257"/>
        </pc:sldMkLst>
        <pc:spChg chg="mod">
          <ac:chgData name="Umesh Zemse" userId="f5579818-f47c-4551-9630-9efa4dd51d64" providerId="ADAL" clId="{540DD99E-8EFB-43B0-8356-11D39B9DB913}" dt="2020-07-17T08:52:52.176" v="403" actId="207"/>
          <ac:spMkLst>
            <pc:docMk/>
            <pc:sldMk cId="1706110069" sldId="257"/>
            <ac:spMk id="2" creationId="{00000000-0000-0000-0000-000000000000}"/>
          </ac:spMkLst>
        </pc:spChg>
      </pc:sldChg>
      <pc:sldChg chg="modSp">
        <pc:chgData name="Umesh Zemse" userId="f5579818-f47c-4551-9630-9efa4dd51d64" providerId="ADAL" clId="{540DD99E-8EFB-43B0-8356-11D39B9DB913}" dt="2020-07-17T08:49:32.752" v="361" actId="207"/>
        <pc:sldMkLst>
          <pc:docMk/>
          <pc:sldMk cId="1048034555" sldId="263"/>
        </pc:sldMkLst>
        <pc:spChg chg="mod">
          <ac:chgData name="Umesh Zemse" userId="f5579818-f47c-4551-9630-9efa4dd51d64" providerId="ADAL" clId="{540DD99E-8EFB-43B0-8356-11D39B9DB913}" dt="2020-07-17T08:49:32.752" v="361" actId="207"/>
          <ac:spMkLst>
            <pc:docMk/>
            <pc:sldMk cId="1048034555" sldId="263"/>
            <ac:spMk id="2" creationId="{00000000-0000-0000-0000-000000000000}"/>
          </ac:spMkLst>
        </pc:spChg>
      </pc:sldChg>
      <pc:sldChg chg="modSp">
        <pc:chgData name="Umesh Zemse" userId="f5579818-f47c-4551-9630-9efa4dd51d64" providerId="ADAL" clId="{540DD99E-8EFB-43B0-8356-11D39B9DB913}" dt="2020-07-17T08:51:14.337" v="385" actId="207"/>
        <pc:sldMkLst>
          <pc:docMk/>
          <pc:sldMk cId="1264052739" sldId="272"/>
        </pc:sldMkLst>
        <pc:spChg chg="mod">
          <ac:chgData name="Umesh Zemse" userId="f5579818-f47c-4551-9630-9efa4dd51d64" providerId="ADAL" clId="{540DD99E-8EFB-43B0-8356-11D39B9DB913}" dt="2020-07-17T08:51:14.337" v="385" actId="207"/>
          <ac:spMkLst>
            <pc:docMk/>
            <pc:sldMk cId="1264052739" sldId="272"/>
            <ac:spMk id="2" creationId="{00000000-0000-0000-0000-000000000000}"/>
          </ac:spMkLst>
        </pc:spChg>
      </pc:sldChg>
      <pc:sldChg chg="modSp">
        <pc:chgData name="Umesh Zemse" userId="f5579818-f47c-4551-9630-9efa4dd51d64" providerId="ADAL" clId="{540DD99E-8EFB-43B0-8356-11D39B9DB913}" dt="2020-07-17T08:51:18.614" v="386" actId="207"/>
        <pc:sldMkLst>
          <pc:docMk/>
          <pc:sldMk cId="965004602" sldId="273"/>
        </pc:sldMkLst>
        <pc:spChg chg="mod">
          <ac:chgData name="Umesh Zemse" userId="f5579818-f47c-4551-9630-9efa4dd51d64" providerId="ADAL" clId="{540DD99E-8EFB-43B0-8356-11D39B9DB913}" dt="2020-07-17T08:51:18.614" v="386" actId="207"/>
          <ac:spMkLst>
            <pc:docMk/>
            <pc:sldMk cId="965004602" sldId="273"/>
            <ac:spMk id="2" creationId="{00000000-0000-0000-0000-000000000000}"/>
          </ac:spMkLst>
        </pc:spChg>
      </pc:sldChg>
      <pc:sldChg chg="modSp">
        <pc:chgData name="Umesh Zemse" userId="f5579818-f47c-4551-9630-9efa4dd51d64" providerId="ADAL" clId="{540DD99E-8EFB-43B0-8356-11D39B9DB913}" dt="2020-07-17T08:51:23.088" v="387" actId="207"/>
        <pc:sldMkLst>
          <pc:docMk/>
          <pc:sldMk cId="294780215" sldId="274"/>
        </pc:sldMkLst>
        <pc:spChg chg="mod">
          <ac:chgData name="Umesh Zemse" userId="f5579818-f47c-4551-9630-9efa4dd51d64" providerId="ADAL" clId="{540DD99E-8EFB-43B0-8356-11D39B9DB913}" dt="2020-07-17T08:51:23.088" v="387" actId="207"/>
          <ac:spMkLst>
            <pc:docMk/>
            <pc:sldMk cId="294780215" sldId="274"/>
            <ac:spMk id="2" creationId="{00000000-0000-0000-0000-000000000000}"/>
          </ac:spMkLst>
        </pc:spChg>
        <pc:spChg chg="mod">
          <ac:chgData name="Umesh Zemse" userId="f5579818-f47c-4551-9630-9efa4dd51d64" providerId="ADAL" clId="{540DD99E-8EFB-43B0-8356-11D39B9DB913}" dt="2020-07-15T08:08:56.737" v="0" actId="313"/>
          <ac:spMkLst>
            <pc:docMk/>
            <pc:sldMk cId="294780215" sldId="274"/>
            <ac:spMk id="3" creationId="{00000000-0000-0000-0000-000000000000}"/>
          </ac:spMkLst>
        </pc:spChg>
      </pc:sldChg>
      <pc:sldChg chg="modSp">
        <pc:chgData name="Umesh Zemse" userId="f5579818-f47c-4551-9630-9efa4dd51d64" providerId="ADAL" clId="{540DD99E-8EFB-43B0-8356-11D39B9DB913}" dt="2020-07-17T08:51:26.352" v="388" actId="207"/>
        <pc:sldMkLst>
          <pc:docMk/>
          <pc:sldMk cId="2719222110" sldId="275"/>
        </pc:sldMkLst>
        <pc:spChg chg="mod">
          <ac:chgData name="Umesh Zemse" userId="f5579818-f47c-4551-9630-9efa4dd51d64" providerId="ADAL" clId="{540DD99E-8EFB-43B0-8356-11D39B9DB913}" dt="2020-07-17T08:51:26.352" v="388" actId="207"/>
          <ac:spMkLst>
            <pc:docMk/>
            <pc:sldMk cId="2719222110" sldId="275"/>
            <ac:spMk id="2" creationId="{00000000-0000-0000-0000-000000000000}"/>
          </ac:spMkLst>
        </pc:spChg>
      </pc:sldChg>
      <pc:sldChg chg="modSp">
        <pc:chgData name="Umesh Zemse" userId="f5579818-f47c-4551-9630-9efa4dd51d64" providerId="ADAL" clId="{540DD99E-8EFB-43B0-8356-11D39B9DB913}" dt="2020-07-17T08:49:25.446" v="360" actId="1035"/>
        <pc:sldMkLst>
          <pc:docMk/>
          <pc:sldMk cId="572051236" sldId="286"/>
        </pc:sldMkLst>
        <pc:spChg chg="mod">
          <ac:chgData name="Umesh Zemse" userId="f5579818-f47c-4551-9630-9efa4dd51d64" providerId="ADAL" clId="{540DD99E-8EFB-43B0-8356-11D39B9DB913}" dt="2020-07-17T08:49:25.446" v="360" actId="1035"/>
          <ac:spMkLst>
            <pc:docMk/>
            <pc:sldMk cId="572051236" sldId="286"/>
            <ac:spMk id="2" creationId="{00000000-0000-0000-0000-000000000000}"/>
          </ac:spMkLst>
        </pc:spChg>
      </pc:sldChg>
      <pc:sldChg chg="modSp">
        <pc:chgData name="Umesh Zemse" userId="f5579818-f47c-4551-9630-9efa4dd51d64" providerId="ADAL" clId="{540DD99E-8EFB-43B0-8356-11D39B9DB913}" dt="2020-07-17T08:49:40.895" v="362" actId="207"/>
        <pc:sldMkLst>
          <pc:docMk/>
          <pc:sldMk cId="2222414721" sldId="287"/>
        </pc:sldMkLst>
        <pc:spChg chg="mod">
          <ac:chgData name="Umesh Zemse" userId="f5579818-f47c-4551-9630-9efa4dd51d64" providerId="ADAL" clId="{540DD99E-8EFB-43B0-8356-11D39B9DB913}" dt="2020-07-17T08:49:40.895" v="362" actId="207"/>
          <ac:spMkLst>
            <pc:docMk/>
            <pc:sldMk cId="2222414721" sldId="287"/>
            <ac:spMk id="2" creationId="{00000000-0000-0000-0000-000000000000}"/>
          </ac:spMkLst>
        </pc:spChg>
      </pc:sldChg>
      <pc:sldChg chg="addSp modSp">
        <pc:chgData name="Umesh Zemse" userId="f5579818-f47c-4551-9630-9efa4dd51d64" providerId="ADAL" clId="{540DD99E-8EFB-43B0-8356-11D39B9DB913}" dt="2020-07-17T09:03:22.006" v="826" actId="208"/>
        <pc:sldMkLst>
          <pc:docMk/>
          <pc:sldMk cId="3543549445" sldId="288"/>
        </pc:sldMkLst>
        <pc:spChg chg="mod">
          <ac:chgData name="Umesh Zemse" userId="f5579818-f47c-4551-9630-9efa4dd51d64" providerId="ADAL" clId="{540DD99E-8EFB-43B0-8356-11D39B9DB913}" dt="2020-07-17T08:56:55.677" v="762" actId="207"/>
          <ac:spMkLst>
            <pc:docMk/>
            <pc:sldMk cId="3543549445" sldId="288"/>
            <ac:spMk id="2" creationId="{988ACDD5-2E15-4E7B-8CCB-608646852EF2}"/>
          </ac:spMkLst>
        </pc:spChg>
        <pc:spChg chg="mod">
          <ac:chgData name="Umesh Zemse" userId="f5579818-f47c-4551-9630-9efa4dd51d64" providerId="ADAL" clId="{540DD99E-8EFB-43B0-8356-11D39B9DB913}" dt="2020-07-17T09:03:08.550" v="824" actId="1076"/>
          <ac:spMkLst>
            <pc:docMk/>
            <pc:sldMk cId="3543549445" sldId="288"/>
            <ac:spMk id="5" creationId="{29FAE21E-85A2-4F90-BBB0-98601B641B04}"/>
          </ac:spMkLst>
        </pc:spChg>
        <pc:spChg chg="mod">
          <ac:chgData name="Umesh Zemse" userId="f5579818-f47c-4551-9630-9efa4dd51d64" providerId="ADAL" clId="{540DD99E-8EFB-43B0-8356-11D39B9DB913}" dt="2020-07-17T08:57:28.959" v="787" actId="20577"/>
          <ac:spMkLst>
            <pc:docMk/>
            <pc:sldMk cId="3543549445" sldId="288"/>
            <ac:spMk id="7" creationId="{FB2F2FC8-18F9-417A-B3D1-BB84C448E2D8}"/>
          </ac:spMkLst>
        </pc:spChg>
        <pc:spChg chg="add mod">
          <ac:chgData name="Umesh Zemse" userId="f5579818-f47c-4551-9630-9efa4dd51d64" providerId="ADAL" clId="{540DD99E-8EFB-43B0-8356-11D39B9DB913}" dt="2020-07-17T09:02:51.366" v="823" actId="1076"/>
          <ac:spMkLst>
            <pc:docMk/>
            <pc:sldMk cId="3543549445" sldId="288"/>
            <ac:spMk id="9" creationId="{4961E82A-D9FF-410F-BA1A-05C67FA250F9}"/>
          </ac:spMkLst>
        </pc:spChg>
        <pc:cxnChg chg="mod">
          <ac:chgData name="Umesh Zemse" userId="f5579818-f47c-4551-9630-9efa4dd51d64" providerId="ADAL" clId="{540DD99E-8EFB-43B0-8356-11D39B9DB913}" dt="2020-07-17T09:03:22.006" v="826" actId="208"/>
          <ac:cxnSpMkLst>
            <pc:docMk/>
            <pc:sldMk cId="3543549445" sldId="288"/>
            <ac:cxnSpMk id="6" creationId="{5152CF5F-7EDC-4EA3-9A6A-EB5100C4EC50}"/>
          </ac:cxnSpMkLst>
        </pc:cxnChg>
        <pc:cxnChg chg="mod">
          <ac:chgData name="Umesh Zemse" userId="f5579818-f47c-4551-9630-9efa4dd51d64" providerId="ADAL" clId="{540DD99E-8EFB-43B0-8356-11D39B9DB913}" dt="2020-07-17T09:03:17.899" v="825" actId="208"/>
          <ac:cxnSpMkLst>
            <pc:docMk/>
            <pc:sldMk cId="3543549445" sldId="288"/>
            <ac:cxnSpMk id="8" creationId="{1188850B-FF9A-4F29-99E0-E1E8CA1133F7}"/>
          </ac:cxnSpMkLst>
        </pc:cxnChg>
      </pc:sldChg>
      <pc:sldChg chg="modSp">
        <pc:chgData name="Umesh Zemse" userId="f5579818-f47c-4551-9630-9efa4dd51d64" providerId="ADAL" clId="{540DD99E-8EFB-43B0-8356-11D39B9DB913}" dt="2020-07-17T08:49:20.111" v="353" actId="207"/>
        <pc:sldMkLst>
          <pc:docMk/>
          <pc:sldMk cId="1107844993" sldId="289"/>
        </pc:sldMkLst>
        <pc:spChg chg="mod">
          <ac:chgData name="Umesh Zemse" userId="f5579818-f47c-4551-9630-9efa4dd51d64" providerId="ADAL" clId="{540DD99E-8EFB-43B0-8356-11D39B9DB913}" dt="2020-07-17T08:49:20.111" v="353" actId="207"/>
          <ac:spMkLst>
            <pc:docMk/>
            <pc:sldMk cId="1107844993" sldId="289"/>
            <ac:spMk id="2" creationId="{99630E45-396B-4D60-A693-B5C59F30CCE3}"/>
          </ac:spMkLst>
        </pc:spChg>
      </pc:sldChg>
      <pc:sldChg chg="modSp">
        <pc:chgData name="Umesh Zemse" userId="f5579818-f47c-4551-9630-9efa4dd51d64" providerId="ADAL" clId="{540DD99E-8EFB-43B0-8356-11D39B9DB913}" dt="2020-07-17T08:51:56.887" v="392" actId="207"/>
        <pc:sldMkLst>
          <pc:docMk/>
          <pc:sldMk cId="2771644036" sldId="293"/>
        </pc:sldMkLst>
        <pc:spChg chg="mod">
          <ac:chgData name="Umesh Zemse" userId="f5579818-f47c-4551-9630-9efa4dd51d64" providerId="ADAL" clId="{540DD99E-8EFB-43B0-8356-11D39B9DB913}" dt="2020-07-17T08:51:56.887" v="392" actId="207"/>
          <ac:spMkLst>
            <pc:docMk/>
            <pc:sldMk cId="2771644036" sldId="293"/>
            <ac:spMk id="2" creationId="{00000000-0000-0000-0000-000000000000}"/>
          </ac:spMkLst>
        </pc:spChg>
      </pc:sldChg>
      <pc:sldChg chg="modSp">
        <pc:chgData name="Umesh Zemse" userId="f5579818-f47c-4551-9630-9efa4dd51d64" providerId="ADAL" clId="{540DD99E-8EFB-43B0-8356-11D39B9DB913}" dt="2020-07-17T08:52:00.016" v="393" actId="207"/>
        <pc:sldMkLst>
          <pc:docMk/>
          <pc:sldMk cId="2323935477" sldId="294"/>
        </pc:sldMkLst>
        <pc:spChg chg="mod">
          <ac:chgData name="Umesh Zemse" userId="f5579818-f47c-4551-9630-9efa4dd51d64" providerId="ADAL" clId="{540DD99E-8EFB-43B0-8356-11D39B9DB913}" dt="2020-07-17T08:52:00.016" v="393" actId="207"/>
          <ac:spMkLst>
            <pc:docMk/>
            <pc:sldMk cId="2323935477" sldId="294"/>
            <ac:spMk id="2" creationId="{DB82709E-0EC0-4971-A1CA-640DDB0215EB}"/>
          </ac:spMkLst>
        </pc:spChg>
      </pc:sldChg>
      <pc:sldChg chg="modSp">
        <pc:chgData name="Umesh Zemse" userId="f5579818-f47c-4551-9630-9efa4dd51d64" providerId="ADAL" clId="{540DD99E-8EFB-43B0-8356-11D39B9DB913}" dt="2020-07-17T08:52:03.393" v="394" actId="207"/>
        <pc:sldMkLst>
          <pc:docMk/>
          <pc:sldMk cId="2969517211" sldId="295"/>
        </pc:sldMkLst>
        <pc:spChg chg="mod">
          <ac:chgData name="Umesh Zemse" userId="f5579818-f47c-4551-9630-9efa4dd51d64" providerId="ADAL" clId="{540DD99E-8EFB-43B0-8356-11D39B9DB913}" dt="2020-07-17T08:52:03.393" v="394" actId="207"/>
          <ac:spMkLst>
            <pc:docMk/>
            <pc:sldMk cId="2969517211" sldId="295"/>
            <ac:spMk id="2" creationId="{BAF803E9-47AC-42F4-808B-984CC278ED0B}"/>
          </ac:spMkLst>
        </pc:spChg>
      </pc:sldChg>
      <pc:sldChg chg="modSp">
        <pc:chgData name="Umesh Zemse" userId="f5579818-f47c-4551-9630-9efa4dd51d64" providerId="ADAL" clId="{540DD99E-8EFB-43B0-8356-11D39B9DB913}" dt="2020-07-17T08:52:12.263" v="395" actId="207"/>
        <pc:sldMkLst>
          <pc:docMk/>
          <pc:sldMk cId="3305528177" sldId="296"/>
        </pc:sldMkLst>
        <pc:spChg chg="mod">
          <ac:chgData name="Umesh Zemse" userId="f5579818-f47c-4551-9630-9efa4dd51d64" providerId="ADAL" clId="{540DD99E-8EFB-43B0-8356-11D39B9DB913}" dt="2020-07-17T08:52:12.263" v="395" actId="207"/>
          <ac:spMkLst>
            <pc:docMk/>
            <pc:sldMk cId="3305528177" sldId="296"/>
            <ac:spMk id="2" creationId="{E0104F68-A9B6-4A9C-BD18-0301D1C829DB}"/>
          </ac:spMkLst>
        </pc:spChg>
      </pc:sldChg>
      <pc:sldChg chg="addSp delSp modSp delAnim modAnim">
        <pc:chgData name="Umesh Zemse" userId="f5579818-f47c-4551-9630-9efa4dd51d64" providerId="ADAL" clId="{540DD99E-8EFB-43B0-8356-11D39B9DB913}" dt="2020-07-17T08:52:29.111" v="399" actId="207"/>
        <pc:sldMkLst>
          <pc:docMk/>
          <pc:sldMk cId="1948447143" sldId="297"/>
        </pc:sldMkLst>
        <pc:spChg chg="mod">
          <ac:chgData name="Umesh Zemse" userId="f5579818-f47c-4551-9630-9efa4dd51d64" providerId="ADAL" clId="{540DD99E-8EFB-43B0-8356-11D39B9DB913}" dt="2020-07-17T08:52:29.111" v="399" actId="207"/>
          <ac:spMkLst>
            <pc:docMk/>
            <pc:sldMk cId="1948447143" sldId="297"/>
            <ac:spMk id="2" creationId="{11E3A721-98EA-4FA0-9C28-A1CD39FEBC42}"/>
          </ac:spMkLst>
        </pc:spChg>
        <pc:spChg chg="del mod topLvl">
          <ac:chgData name="Umesh Zemse" userId="f5579818-f47c-4551-9630-9efa4dd51d64" providerId="ADAL" clId="{540DD99E-8EFB-43B0-8356-11D39B9DB913}" dt="2020-07-15T08:22:07.986" v="92" actId="478"/>
          <ac:spMkLst>
            <pc:docMk/>
            <pc:sldMk cId="1948447143" sldId="297"/>
            <ac:spMk id="102" creationId="{4CC0EF38-1D39-49E3-BDFF-6EC66958973B}"/>
          </ac:spMkLst>
        </pc:spChg>
        <pc:spChg chg="del mod topLvl">
          <ac:chgData name="Umesh Zemse" userId="f5579818-f47c-4551-9630-9efa4dd51d64" providerId="ADAL" clId="{540DD99E-8EFB-43B0-8356-11D39B9DB913}" dt="2020-07-15T08:19:05.126" v="6" actId="478"/>
          <ac:spMkLst>
            <pc:docMk/>
            <pc:sldMk cId="1948447143" sldId="297"/>
            <ac:spMk id="103" creationId="{4068BA94-DACD-41C3-A762-06BC86E0D48D}"/>
          </ac:spMkLst>
        </pc:spChg>
        <pc:spChg chg="del mod topLvl">
          <ac:chgData name="Umesh Zemse" userId="f5579818-f47c-4551-9630-9efa4dd51d64" providerId="ADAL" clId="{540DD99E-8EFB-43B0-8356-11D39B9DB913}" dt="2020-07-15T08:19:07.558" v="7" actId="478"/>
          <ac:spMkLst>
            <pc:docMk/>
            <pc:sldMk cId="1948447143" sldId="297"/>
            <ac:spMk id="105" creationId="{33F9F9E6-337E-44BF-99CC-600F8CD6D443}"/>
          </ac:spMkLst>
        </pc:spChg>
        <pc:spChg chg="add del mod">
          <ac:chgData name="Umesh Zemse" userId="f5579818-f47c-4551-9630-9efa4dd51d64" providerId="ADAL" clId="{540DD99E-8EFB-43B0-8356-11D39B9DB913}" dt="2020-07-15T08:24:45.630" v="94" actId="478"/>
          <ac:spMkLst>
            <pc:docMk/>
            <pc:sldMk cId="1948447143" sldId="297"/>
            <ac:spMk id="106" creationId="{47216382-9EA1-4B88-BAD1-E9B2A60724F4}"/>
          </ac:spMkLst>
        </pc:spChg>
        <pc:spChg chg="mod">
          <ac:chgData name="Umesh Zemse" userId="f5579818-f47c-4551-9630-9efa4dd51d64" providerId="ADAL" clId="{540DD99E-8EFB-43B0-8356-11D39B9DB913}" dt="2020-07-15T08:24:58.263" v="99" actId="20577"/>
          <ac:spMkLst>
            <pc:docMk/>
            <pc:sldMk cId="1948447143" sldId="297"/>
            <ac:spMk id="108" creationId="{687B0F88-5936-4645-A5A0-ABD824416035}"/>
          </ac:spMkLst>
        </pc:spChg>
        <pc:spChg chg="mod">
          <ac:chgData name="Umesh Zemse" userId="f5579818-f47c-4551-9630-9efa4dd51d64" providerId="ADAL" clId="{540DD99E-8EFB-43B0-8356-11D39B9DB913}" dt="2020-07-15T08:25:39.380" v="101" actId="20577"/>
          <ac:spMkLst>
            <pc:docMk/>
            <pc:sldMk cId="1948447143" sldId="297"/>
            <ac:spMk id="109" creationId="{9233CC60-2E26-4227-9972-1D6E3DEBA52F}"/>
          </ac:spMkLst>
        </pc:spChg>
        <pc:grpChg chg="del mod">
          <ac:chgData name="Umesh Zemse" userId="f5579818-f47c-4551-9630-9efa4dd51d64" providerId="ADAL" clId="{540DD99E-8EFB-43B0-8356-11D39B9DB913}" dt="2020-07-15T08:20:15.393" v="56" actId="478"/>
          <ac:grpSpMkLst>
            <pc:docMk/>
            <pc:sldMk cId="1948447143" sldId="297"/>
            <ac:grpSpMk id="35" creationId="{4F3340CC-C3DD-410D-9685-CF87808382EB}"/>
          </ac:grpSpMkLst>
        </pc:grpChg>
        <pc:grpChg chg="add del mod">
          <ac:chgData name="Umesh Zemse" userId="f5579818-f47c-4551-9630-9efa4dd51d64" providerId="ADAL" clId="{540DD99E-8EFB-43B0-8356-11D39B9DB913}" dt="2020-07-15T08:18:59.561" v="4" actId="165"/>
          <ac:grpSpMkLst>
            <pc:docMk/>
            <pc:sldMk cId="1948447143" sldId="297"/>
            <ac:grpSpMk id="101" creationId="{08608284-62E3-41DF-BBDA-2897AD7546ED}"/>
          </ac:grpSpMkLst>
        </pc:grpChg>
        <pc:grpChg chg="add mod">
          <ac:chgData name="Umesh Zemse" userId="f5579818-f47c-4551-9630-9efa4dd51d64" providerId="ADAL" clId="{540DD99E-8EFB-43B0-8356-11D39B9DB913}" dt="2020-07-15T08:24:55.604" v="97" actId="1076"/>
          <ac:grpSpMkLst>
            <pc:docMk/>
            <pc:sldMk cId="1948447143" sldId="297"/>
            <ac:grpSpMk id="107" creationId="{18A6A3B5-B155-4FAD-8460-553478FA2AA9}"/>
          </ac:grpSpMkLst>
        </pc:grpChg>
        <pc:cxnChg chg="del mod topLvl">
          <ac:chgData name="Umesh Zemse" userId="f5579818-f47c-4551-9630-9efa4dd51d64" providerId="ADAL" clId="{540DD99E-8EFB-43B0-8356-11D39B9DB913}" dt="2020-07-15T08:19:02.409" v="5" actId="478"/>
          <ac:cxnSpMkLst>
            <pc:docMk/>
            <pc:sldMk cId="1948447143" sldId="297"/>
            <ac:cxnSpMk id="104" creationId="{8198B581-7CE7-405C-AA37-DD65A3C63C97}"/>
          </ac:cxnSpMkLst>
        </pc:cxnChg>
      </pc:sldChg>
      <pc:sldChg chg="modSp">
        <pc:chgData name="Umesh Zemse" userId="f5579818-f47c-4551-9630-9efa4dd51d64" providerId="ADAL" clId="{540DD99E-8EFB-43B0-8356-11D39B9DB913}" dt="2020-08-01T03:49:05.390" v="1962" actId="6549"/>
        <pc:sldMkLst>
          <pc:docMk/>
          <pc:sldMk cId="2075490455" sldId="298"/>
        </pc:sldMkLst>
        <pc:spChg chg="mod">
          <ac:chgData name="Umesh Zemse" userId="f5579818-f47c-4551-9630-9efa4dd51d64" providerId="ADAL" clId="{540DD99E-8EFB-43B0-8356-11D39B9DB913}" dt="2020-07-17T08:52:41.583" v="402" actId="207"/>
          <ac:spMkLst>
            <pc:docMk/>
            <pc:sldMk cId="2075490455" sldId="298"/>
            <ac:spMk id="2" creationId="{08B7163A-92FA-4BF2-BC13-7AA24BB08966}"/>
          </ac:spMkLst>
        </pc:spChg>
        <pc:spChg chg="mod">
          <ac:chgData name="Umesh Zemse" userId="f5579818-f47c-4551-9630-9efa4dd51d64" providerId="ADAL" clId="{540DD99E-8EFB-43B0-8356-11D39B9DB913}" dt="2020-08-01T03:49:05.390" v="1962" actId="6549"/>
          <ac:spMkLst>
            <pc:docMk/>
            <pc:sldMk cId="2075490455" sldId="298"/>
            <ac:spMk id="72" creationId="{92C81DC3-B0B3-4EEA-A8F9-16F859BAEAA4}"/>
          </ac:spMkLst>
        </pc:spChg>
      </pc:sldChg>
      <pc:sldChg chg="modSp">
        <pc:chgData name="Umesh Zemse" userId="f5579818-f47c-4551-9630-9efa4dd51d64" providerId="ADAL" clId="{540DD99E-8EFB-43B0-8356-11D39B9DB913}" dt="2020-07-17T08:52:16.096" v="396" actId="207"/>
        <pc:sldMkLst>
          <pc:docMk/>
          <pc:sldMk cId="1791304860" sldId="307"/>
        </pc:sldMkLst>
        <pc:spChg chg="mod">
          <ac:chgData name="Umesh Zemse" userId="f5579818-f47c-4551-9630-9efa4dd51d64" providerId="ADAL" clId="{540DD99E-8EFB-43B0-8356-11D39B9DB913}" dt="2020-07-17T08:52:16.096" v="396" actId="207"/>
          <ac:spMkLst>
            <pc:docMk/>
            <pc:sldMk cId="1791304860" sldId="307"/>
            <ac:spMk id="2" creationId="{E0104F68-A9B6-4A9C-BD18-0301D1C829DB}"/>
          </ac:spMkLst>
        </pc:spChg>
      </pc:sldChg>
      <pc:sldChg chg="modSp">
        <pc:chgData name="Umesh Zemse" userId="f5579818-f47c-4551-9630-9efa4dd51d64" providerId="ADAL" clId="{540DD99E-8EFB-43B0-8356-11D39B9DB913}" dt="2020-07-17T08:52:19.832" v="397" actId="207"/>
        <pc:sldMkLst>
          <pc:docMk/>
          <pc:sldMk cId="3545767512" sldId="308"/>
        </pc:sldMkLst>
        <pc:spChg chg="mod">
          <ac:chgData name="Umesh Zemse" userId="f5579818-f47c-4551-9630-9efa4dd51d64" providerId="ADAL" clId="{540DD99E-8EFB-43B0-8356-11D39B9DB913}" dt="2020-07-17T08:52:19.832" v="397" actId="207"/>
          <ac:spMkLst>
            <pc:docMk/>
            <pc:sldMk cId="3545767512" sldId="308"/>
            <ac:spMk id="2" creationId="{E0104F68-A9B6-4A9C-BD18-0301D1C829DB}"/>
          </ac:spMkLst>
        </pc:spChg>
      </pc:sldChg>
      <pc:sldChg chg="modSp">
        <pc:chgData name="Umesh Zemse" userId="f5579818-f47c-4551-9630-9efa4dd51d64" providerId="ADAL" clId="{540DD99E-8EFB-43B0-8356-11D39B9DB913}" dt="2020-07-17T08:52:25.071" v="398" actId="207"/>
        <pc:sldMkLst>
          <pc:docMk/>
          <pc:sldMk cId="543032260" sldId="309"/>
        </pc:sldMkLst>
        <pc:spChg chg="mod">
          <ac:chgData name="Umesh Zemse" userId="f5579818-f47c-4551-9630-9efa4dd51d64" providerId="ADAL" clId="{540DD99E-8EFB-43B0-8356-11D39B9DB913}" dt="2020-07-17T08:52:25.071" v="398" actId="207"/>
          <ac:spMkLst>
            <pc:docMk/>
            <pc:sldMk cId="543032260" sldId="309"/>
            <ac:spMk id="2" creationId="{E0104F68-A9B6-4A9C-BD18-0301D1C829DB}"/>
          </ac:spMkLst>
        </pc:spChg>
      </pc:sldChg>
      <pc:sldChg chg="modSp">
        <pc:chgData name="Umesh Zemse" userId="f5579818-f47c-4551-9630-9efa4dd51d64" providerId="ADAL" clId="{540DD99E-8EFB-43B0-8356-11D39B9DB913}" dt="2020-07-17T08:52:34.151" v="400" actId="207"/>
        <pc:sldMkLst>
          <pc:docMk/>
          <pc:sldMk cId="2360601023" sldId="310"/>
        </pc:sldMkLst>
        <pc:spChg chg="mod">
          <ac:chgData name="Umesh Zemse" userId="f5579818-f47c-4551-9630-9efa4dd51d64" providerId="ADAL" clId="{540DD99E-8EFB-43B0-8356-11D39B9DB913}" dt="2020-07-17T08:52:34.151" v="400" actId="207"/>
          <ac:spMkLst>
            <pc:docMk/>
            <pc:sldMk cId="2360601023" sldId="310"/>
            <ac:spMk id="2" creationId="{E0104F68-A9B6-4A9C-BD18-0301D1C829DB}"/>
          </ac:spMkLst>
        </pc:spChg>
      </pc:sldChg>
      <pc:sldChg chg="addSp delSp modSp modAnim">
        <pc:chgData name="Umesh Zemse" userId="f5579818-f47c-4551-9630-9efa4dd51d64" providerId="ADAL" clId="{540DD99E-8EFB-43B0-8356-11D39B9DB913}" dt="2020-08-01T03:48:24.955" v="1951" actId="1035"/>
        <pc:sldMkLst>
          <pc:docMk/>
          <pc:sldMk cId="241382766" sldId="311"/>
        </pc:sldMkLst>
        <pc:spChg chg="mod">
          <ac:chgData name="Umesh Zemse" userId="f5579818-f47c-4551-9630-9efa4dd51d64" providerId="ADAL" clId="{540DD99E-8EFB-43B0-8356-11D39B9DB913}" dt="2020-07-17T08:52:38.015" v="401" actId="207"/>
          <ac:spMkLst>
            <pc:docMk/>
            <pc:sldMk cId="241382766" sldId="311"/>
            <ac:spMk id="2" creationId="{E0104F68-A9B6-4A9C-BD18-0301D1C829DB}"/>
          </ac:spMkLst>
        </pc:spChg>
        <pc:spChg chg="add mo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8" creationId="{D25F1F62-3359-4D14-B70D-55E6F02B1181}"/>
          </ac:spMkLst>
        </pc:spChg>
        <pc:spChg chg="mod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9" creationId="{410D83FC-7940-402F-B5B0-F709D30A86A8}"/>
          </ac:spMkLst>
        </pc:spChg>
        <pc:spChg chg="add del mod">
          <ac:chgData name="Umesh Zemse" userId="f5579818-f47c-4551-9630-9efa4dd51d64" providerId="ADAL" clId="{540DD99E-8EFB-43B0-8356-11D39B9DB913}" dt="2020-07-31T05:52:08.998" v="1383" actId="478"/>
          <ac:spMkLst>
            <pc:docMk/>
            <pc:sldMk cId="241382766" sldId="311"/>
            <ac:spMk id="10" creationId="{0D13BB81-69DD-423B-AA63-F136A8E358CD}"/>
          </ac:spMkLst>
        </pc:spChg>
        <pc:spChg chg="mod topLvl">
          <ac:chgData name="Umesh Zemse" userId="f5579818-f47c-4551-9630-9efa4dd51d64" providerId="ADAL" clId="{540DD99E-8EFB-43B0-8356-11D39B9DB913}" dt="2020-07-31T05:17:36.622" v="932" actId="1076"/>
          <ac:spMkLst>
            <pc:docMk/>
            <pc:sldMk cId="241382766" sldId="311"/>
            <ac:spMk id="30" creationId="{8F4BD260-506B-419F-B7A8-E8D129990992}"/>
          </ac:spMkLst>
        </pc:spChg>
        <pc:spChg chg="mod">
          <ac:chgData name="Umesh Zemse" userId="f5579818-f47c-4551-9630-9efa4dd51d64" providerId="ADAL" clId="{540DD99E-8EFB-43B0-8356-11D39B9DB913}" dt="2020-07-31T05:12:52.798" v="860" actId="5793"/>
          <ac:spMkLst>
            <pc:docMk/>
            <pc:sldMk cId="241382766" sldId="311"/>
            <ac:spMk id="33" creationId="{28DC01ED-A506-41B9-B2BB-BFE06D40F5D9}"/>
          </ac:spMkLst>
        </pc:spChg>
        <pc:spChg chg="mod">
          <ac:chgData name="Umesh Zemse" userId="f5579818-f47c-4551-9630-9efa4dd51d64" providerId="ADAL" clId="{540DD99E-8EFB-43B0-8356-11D39B9DB913}" dt="2020-07-31T05:13:05.360" v="863" actId="6549"/>
          <ac:spMkLst>
            <pc:docMk/>
            <pc:sldMk cId="241382766" sldId="311"/>
            <ac:spMk id="35" creationId="{2BEA4997-2972-46ED-BE78-965E3DCB9E82}"/>
          </ac:spMkLst>
        </pc:spChg>
        <pc:spChg chg="mod">
          <ac:chgData name="Umesh Zemse" userId="f5579818-f47c-4551-9630-9efa4dd51d64" providerId="ADAL" clId="{540DD99E-8EFB-43B0-8356-11D39B9DB913}" dt="2020-07-31T05:14:47.409" v="894" actId="1037"/>
          <ac:spMkLst>
            <pc:docMk/>
            <pc:sldMk cId="241382766" sldId="311"/>
            <ac:spMk id="36" creationId="{98B580EF-0A99-495C-A036-C4A65AC967F8}"/>
          </ac:spMkLst>
        </pc:spChg>
        <pc:spChg chg="mod">
          <ac:chgData name="Umesh Zemse" userId="f5579818-f47c-4551-9630-9efa4dd51d64" providerId="ADAL" clId="{540DD99E-8EFB-43B0-8356-11D39B9DB913}" dt="2020-07-31T05:14:34.727" v="885" actId="6549"/>
          <ac:spMkLst>
            <pc:docMk/>
            <pc:sldMk cId="241382766" sldId="311"/>
            <ac:spMk id="38" creationId="{E9DBB561-80B6-4A17-BC8B-ADC625798C14}"/>
          </ac:spMkLst>
        </pc:spChg>
        <pc:spChg chg="mod">
          <ac:chgData name="Umesh Zemse" userId="f5579818-f47c-4551-9630-9efa4dd51d64" providerId="ADAL" clId="{540DD99E-8EFB-43B0-8356-11D39B9DB913}" dt="2020-07-31T05:51:38.132" v="1377" actId="1076"/>
          <ac:spMkLst>
            <pc:docMk/>
            <pc:sldMk cId="241382766" sldId="311"/>
            <ac:spMk id="39" creationId="{E50F7005-A0A5-4774-8127-5856594B3A10}"/>
          </ac:spMkLst>
        </pc:spChg>
        <pc:spChg chg="mod">
          <ac:chgData name="Umesh Zemse" userId="f5579818-f47c-4551-9630-9efa4dd51d64" providerId="ADAL" clId="{540DD99E-8EFB-43B0-8356-11D39B9DB913}" dt="2020-07-31T05:14:19.034" v="881" actId="5793"/>
          <ac:spMkLst>
            <pc:docMk/>
            <pc:sldMk cId="241382766" sldId="311"/>
            <ac:spMk id="47" creationId="{28E0004E-289F-4BAA-AFAA-9B4FD9022918}"/>
          </ac:spMkLst>
        </pc:spChg>
        <pc:spChg chg="mod">
          <ac:chgData name="Umesh Zemse" userId="f5579818-f47c-4551-9630-9efa4dd51d64" providerId="ADAL" clId="{540DD99E-8EFB-43B0-8356-11D39B9DB913}" dt="2020-07-31T05:15:07.303" v="913" actId="6549"/>
          <ac:spMkLst>
            <pc:docMk/>
            <pc:sldMk cId="241382766" sldId="311"/>
            <ac:spMk id="48" creationId="{57FD3129-0C27-4957-A070-043930192993}"/>
          </ac:spMkLst>
        </pc:spChg>
        <pc:spChg chg="mod">
          <ac:chgData name="Umesh Zemse" userId="f5579818-f47c-4551-9630-9efa4dd51d64" providerId="ADAL" clId="{540DD99E-8EFB-43B0-8356-11D39B9DB913}" dt="2020-07-31T05:21:10.809" v="941" actId="6549"/>
          <ac:spMkLst>
            <pc:docMk/>
            <pc:sldMk cId="241382766" sldId="311"/>
            <ac:spMk id="52" creationId="{B91FFC6D-E87D-4DA5-B8BD-19C37958C935}"/>
          </ac:spMkLst>
        </pc:spChg>
        <pc:spChg chg="mod">
          <ac:chgData name="Umesh Zemse" userId="f5579818-f47c-4551-9630-9efa4dd51d64" providerId="ADAL" clId="{540DD99E-8EFB-43B0-8356-11D39B9DB913}" dt="2020-07-31T05:21:55.328" v="945" actId="14100"/>
          <ac:spMkLst>
            <pc:docMk/>
            <pc:sldMk cId="241382766" sldId="311"/>
            <ac:spMk id="54" creationId="{DEE98AE8-E69C-4BD6-B0DE-5B6C58D483E5}"/>
          </ac:spMkLst>
        </pc:spChg>
        <pc:spChg chg="mod">
          <ac:chgData name="Umesh Zemse" userId="f5579818-f47c-4551-9630-9efa4dd51d64" providerId="ADAL" clId="{540DD99E-8EFB-43B0-8356-11D39B9DB913}" dt="2020-07-31T05:22:01.983" v="949" actId="20577"/>
          <ac:spMkLst>
            <pc:docMk/>
            <pc:sldMk cId="241382766" sldId="311"/>
            <ac:spMk id="59" creationId="{C6CC0029-BC35-4462-882A-DD3668EA43D0}"/>
          </ac:spMkLst>
        </pc:spChg>
        <pc:spChg chg="mod">
          <ac:chgData name="Umesh Zemse" userId="f5579818-f47c-4551-9630-9efa4dd51d64" providerId="ADAL" clId="{540DD99E-8EFB-43B0-8356-11D39B9DB913}" dt="2020-07-31T05:21:58.048" v="947" actId="6549"/>
          <ac:spMkLst>
            <pc:docMk/>
            <pc:sldMk cId="241382766" sldId="311"/>
            <ac:spMk id="62" creationId="{99AE540F-3593-4720-BE41-65524B6350D2}"/>
          </ac:spMkLst>
        </pc:spChg>
        <pc:spChg chg="mod">
          <ac:chgData name="Umesh Zemse" userId="f5579818-f47c-4551-9630-9efa4dd51d64" providerId="ADAL" clId="{540DD99E-8EFB-43B0-8356-11D39B9DB913}" dt="2020-07-31T05:22:13.504" v="959" actId="20577"/>
          <ac:spMkLst>
            <pc:docMk/>
            <pc:sldMk cId="241382766" sldId="311"/>
            <ac:spMk id="63" creationId="{C286DA9A-6156-4F99-9017-CFAB46889CBF}"/>
          </ac:spMkLst>
        </pc:spChg>
        <pc:spChg chg="mod ord topLvl">
          <ac:chgData name="Umesh Zemse" userId="f5579818-f47c-4551-9630-9efa4dd51d64" providerId="ADAL" clId="{540DD99E-8EFB-43B0-8356-11D39B9DB913}" dt="2020-07-31T05:58:01.797" v="1722" actId="14100"/>
          <ac:spMkLst>
            <pc:docMk/>
            <pc:sldMk cId="241382766" sldId="311"/>
            <ac:spMk id="65" creationId="{F96F6A7E-BACB-43AC-8DDC-5655614354B3}"/>
          </ac:spMkLst>
        </pc:spChg>
        <pc:spChg chg="mo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67" creationId="{08FC167E-2A96-43B4-B993-E015EBAE28B9}"/>
          </ac:spMkLst>
        </pc:spChg>
        <pc:spChg chg="mo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69" creationId="{829AAD16-758A-4662-B36D-C8FECB5E5399}"/>
          </ac:spMkLst>
        </pc:spChg>
        <pc:spChg chg="mod or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70" creationId="{9891CBD0-CA3D-4FF8-8461-287AD2B787FA}"/>
          </ac:spMkLst>
        </pc:spChg>
        <pc:spChg chg="mod or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72" creationId="{FF1BC38E-783B-460D-8B27-513402B001E5}"/>
          </ac:spMkLst>
        </pc:spChg>
        <pc:spChg chg="mo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73" creationId="{2BED3378-E174-46D0-8289-EE4DACD940E9}"/>
          </ac:spMkLst>
        </pc:spChg>
        <pc:spChg chg="del mod ord topLvl">
          <ac:chgData name="Umesh Zemse" userId="f5579818-f47c-4551-9630-9efa4dd51d64" providerId="ADAL" clId="{540DD99E-8EFB-43B0-8356-11D39B9DB913}" dt="2020-07-31T05:54:11.178" v="1651" actId="478"/>
          <ac:spMkLst>
            <pc:docMk/>
            <pc:sldMk cId="241382766" sldId="311"/>
            <ac:spMk id="74" creationId="{588C03A9-B7A9-45F0-9D85-07623D4AC52A}"/>
          </ac:spMkLst>
        </pc:spChg>
        <pc:spChg chg="add mod ord">
          <ac:chgData name="Umesh Zemse" userId="f5579818-f47c-4551-9630-9efa4dd51d64" providerId="ADAL" clId="{540DD99E-8EFB-43B0-8356-11D39B9DB913}" dt="2020-08-01T03:48:24.955" v="1951" actId="1035"/>
          <ac:spMkLst>
            <pc:docMk/>
            <pc:sldMk cId="241382766" sldId="311"/>
            <ac:spMk id="74" creationId="{94FB88BC-6804-46D0-B8AB-E35552A81162}"/>
          </ac:spMkLst>
        </pc:spChg>
        <pc:spChg chg="add del mod">
          <ac:chgData name="Umesh Zemse" userId="f5579818-f47c-4551-9630-9efa4dd51d64" providerId="ADAL" clId="{540DD99E-8EFB-43B0-8356-11D39B9DB913}" dt="2020-07-31T05:47:19.805" v="1245" actId="478"/>
          <ac:spMkLst>
            <pc:docMk/>
            <pc:sldMk cId="241382766" sldId="311"/>
            <ac:spMk id="75" creationId="{532D93F5-7A4A-4D0A-BD9C-46969E851833}"/>
          </ac:spMkLst>
        </pc:spChg>
        <pc:spChg chg="add mo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76" creationId="{ADF721CA-3AC2-4968-BB5B-8C10B808703D}"/>
          </ac:spMkLst>
        </pc:spChg>
        <pc:spChg chg="add del">
          <ac:chgData name="Umesh Zemse" userId="f5579818-f47c-4551-9630-9efa4dd51d64" providerId="ADAL" clId="{540DD99E-8EFB-43B0-8356-11D39B9DB913}" dt="2020-07-31T05:47:49.582" v="1255"/>
          <ac:spMkLst>
            <pc:docMk/>
            <pc:sldMk cId="241382766" sldId="311"/>
            <ac:spMk id="77" creationId="{28393913-1ED7-4B8D-AC0C-3F0BA18D194F}"/>
          </ac:spMkLst>
        </pc:spChg>
        <pc:spChg chg="add del">
          <ac:chgData name="Umesh Zemse" userId="f5579818-f47c-4551-9630-9efa4dd51d64" providerId="ADAL" clId="{540DD99E-8EFB-43B0-8356-11D39B9DB913}" dt="2020-07-31T05:47:49.390" v="1254"/>
          <ac:spMkLst>
            <pc:docMk/>
            <pc:sldMk cId="241382766" sldId="311"/>
            <ac:spMk id="78" creationId="{5B74F8AA-1D21-44D8-B61E-4444A9C692F3}"/>
          </ac:spMkLst>
        </pc:spChg>
        <pc:spChg chg="add mo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79" creationId="{801F0DC8-E080-49F1-9D3C-D187918256DF}"/>
          </ac:spMkLst>
        </pc:spChg>
        <pc:spChg chg="add del mo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81" creationId="{E01D5B59-CB0D-4BC3-8792-905BC3BF6772}"/>
          </ac:spMkLst>
        </pc:spChg>
        <pc:spChg chg="add mo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82" creationId="{F3DB4039-B072-4EF2-80A8-82B2083812F2}"/>
          </ac:spMkLst>
        </pc:spChg>
        <pc:spChg chg="add mo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84" creationId="{FD04B50A-EFA0-47E1-A14B-E66CEA53A456}"/>
          </ac:spMkLst>
        </pc:spChg>
        <pc:spChg chg="add mo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85" creationId="{B4589B3F-B03F-4A8D-80A6-7C1BA2406434}"/>
          </ac:spMkLst>
        </pc:spChg>
        <pc:spChg chg="add mo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86" creationId="{F264B67D-E9D5-427A-B8BC-0410F4F782D0}"/>
          </ac:spMkLst>
        </pc:spChg>
        <pc:spChg chg="add mo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87" creationId="{E017DD96-B12F-4C4A-B851-AA5CD52BE7E9}"/>
          </ac:spMkLst>
        </pc:spChg>
        <pc:spChg chg="add mo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88" creationId="{AA27C497-C1B2-4F3D-BE6D-43BBC9894E57}"/>
          </ac:spMkLst>
        </pc:spChg>
        <pc:spChg chg="add mo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89" creationId="{BBB2420D-DE7B-4DEB-9D2A-70608E88B485}"/>
          </ac:spMkLst>
        </pc:spChg>
        <pc:spChg chg="add del">
          <ac:chgData name="Umesh Zemse" userId="f5579818-f47c-4551-9630-9efa4dd51d64" providerId="ADAL" clId="{540DD99E-8EFB-43B0-8356-11D39B9DB913}" dt="2020-07-31T05:53:25.244" v="1586"/>
          <ac:spMkLst>
            <pc:docMk/>
            <pc:sldMk cId="241382766" sldId="311"/>
            <ac:spMk id="90" creationId="{F35FFBCF-7A92-4032-9E3E-096B043D8008}"/>
          </ac:spMkLst>
        </pc:spChg>
        <pc:spChg chg="add mod topLvl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91" creationId="{F7A2C0B0-6035-492C-AA89-B2779377AC38}"/>
          </ac:spMkLst>
        </pc:spChg>
        <pc:spChg chg="add mod">
          <ac:chgData name="Umesh Zemse" userId="f5579818-f47c-4551-9630-9efa4dd51d64" providerId="ADAL" clId="{540DD99E-8EFB-43B0-8356-11D39B9DB913}" dt="2020-07-31T05:57:41.457" v="1721" actId="164"/>
          <ac:spMkLst>
            <pc:docMk/>
            <pc:sldMk cId="241382766" sldId="311"/>
            <ac:spMk id="92" creationId="{B0B0C787-368F-41F8-9C43-4EA940954973}"/>
          </ac:spMkLst>
        </pc:spChg>
        <pc:grpChg chg="add mod">
          <ac:chgData name="Umesh Zemse" userId="f5579818-f47c-4551-9630-9efa4dd51d64" providerId="ADAL" clId="{540DD99E-8EFB-43B0-8356-11D39B9DB913}" dt="2020-07-31T05:17:26.175" v="929" actId="1076"/>
          <ac:grpSpMkLst>
            <pc:docMk/>
            <pc:sldMk cId="241382766" sldId="311"/>
            <ac:grpSpMk id="3" creationId="{CE8DF3D2-8D6B-4CAE-88EC-3D716711A365}"/>
          </ac:grpSpMkLst>
        </pc:grpChg>
        <pc:grpChg chg="add del mod">
          <ac:chgData name="Umesh Zemse" userId="f5579818-f47c-4551-9630-9efa4dd51d64" providerId="ADAL" clId="{540DD99E-8EFB-43B0-8356-11D39B9DB913}" dt="2020-07-31T05:37:22.268" v="1012" actId="165"/>
          <ac:grpSpMkLst>
            <pc:docMk/>
            <pc:sldMk cId="241382766" sldId="311"/>
            <ac:grpSpMk id="5" creationId="{7B574BC7-5081-4C27-998C-D2756EC7739F}"/>
          </ac:grpSpMkLst>
        </pc:grpChg>
        <pc:grpChg chg="add del mod">
          <ac:chgData name="Umesh Zemse" userId="f5579818-f47c-4551-9630-9efa4dd51d64" providerId="ADAL" clId="{540DD99E-8EFB-43B0-8356-11D39B9DB913}" dt="2020-07-31T05:56:47.173" v="1655" actId="165"/>
          <ac:grpSpMkLst>
            <pc:docMk/>
            <pc:sldMk cId="241382766" sldId="311"/>
            <ac:grpSpMk id="13" creationId="{4EB57751-2257-4266-93E2-BD954A41F756}"/>
          </ac:grpSpMkLst>
        </pc:grpChg>
        <pc:grpChg chg="add mod">
          <ac:chgData name="Umesh Zemse" userId="f5579818-f47c-4551-9630-9efa4dd51d64" providerId="ADAL" clId="{540DD99E-8EFB-43B0-8356-11D39B9DB913}" dt="2020-07-31T06:01:07.709" v="1731" actId="1076"/>
          <ac:grpSpMkLst>
            <pc:docMk/>
            <pc:sldMk cId="241382766" sldId="311"/>
            <ac:grpSpMk id="16" creationId="{218173C9-C500-413C-995B-E6E687AC1B39}"/>
          </ac:grpSpMkLst>
        </pc:grpChg>
        <pc:grpChg chg="add del">
          <ac:chgData name="Umesh Zemse" userId="f5579818-f47c-4551-9630-9efa4dd51d64" providerId="ADAL" clId="{540DD99E-8EFB-43B0-8356-11D39B9DB913}" dt="2020-07-31T05:11:48.845" v="838" actId="165"/>
          <ac:grpSpMkLst>
            <pc:docMk/>
            <pc:sldMk cId="241382766" sldId="311"/>
            <ac:grpSpMk id="29" creationId="{D32C738D-6B0E-4F19-B4D8-18BF2B7ED097}"/>
          </ac:grpSpMkLst>
        </pc:grpChg>
        <pc:grpChg chg="mod topLvl">
          <ac:chgData name="Umesh Zemse" userId="f5579818-f47c-4551-9630-9efa4dd51d64" providerId="ADAL" clId="{540DD99E-8EFB-43B0-8356-11D39B9DB913}" dt="2020-07-31T05:15:23.669" v="916" actId="164"/>
          <ac:grpSpMkLst>
            <pc:docMk/>
            <pc:sldMk cId="241382766" sldId="311"/>
            <ac:grpSpMk id="31" creationId="{EB910099-C806-485C-8D9C-1A2AEAFDD077}"/>
          </ac:grpSpMkLst>
        </pc:grpChg>
        <pc:grpChg chg="add mod">
          <ac:chgData name="Umesh Zemse" userId="f5579818-f47c-4551-9630-9efa4dd51d64" providerId="ADAL" clId="{540DD99E-8EFB-43B0-8356-11D39B9DB913}" dt="2020-07-31T05:21:04.134" v="938" actId="1076"/>
          <ac:grpSpMkLst>
            <pc:docMk/>
            <pc:sldMk cId="241382766" sldId="311"/>
            <ac:grpSpMk id="51" creationId="{45BF1484-94B5-47FE-B231-13EEAE2D5D70}"/>
          </ac:grpSpMkLst>
        </pc:grpChg>
        <pc:grpChg chg="mod">
          <ac:chgData name="Umesh Zemse" userId="f5579818-f47c-4551-9630-9efa4dd51d64" providerId="ADAL" clId="{540DD99E-8EFB-43B0-8356-11D39B9DB913}" dt="2020-07-31T05:20:58.365" v="937"/>
          <ac:grpSpMkLst>
            <pc:docMk/>
            <pc:sldMk cId="241382766" sldId="311"/>
            <ac:grpSpMk id="53" creationId="{8699763C-7996-4938-AE2E-2D84CE5EFBBC}"/>
          </ac:grpSpMkLst>
        </pc:grpChg>
        <pc:grpChg chg="add del mod">
          <ac:chgData name="Umesh Zemse" userId="f5579818-f47c-4551-9630-9efa4dd51d64" providerId="ADAL" clId="{540DD99E-8EFB-43B0-8356-11D39B9DB913}" dt="2020-07-31T05:23:13.192" v="966" actId="165"/>
          <ac:grpSpMkLst>
            <pc:docMk/>
            <pc:sldMk cId="241382766" sldId="311"/>
            <ac:grpSpMk id="64" creationId="{AC32F973-2E69-4E28-B827-8BA74FCAB1D0}"/>
          </ac:grpSpMkLst>
        </pc:grpChg>
        <pc:grpChg chg="del mod topLvl">
          <ac:chgData name="Umesh Zemse" userId="f5579818-f47c-4551-9630-9efa4dd51d64" providerId="ADAL" clId="{540DD99E-8EFB-43B0-8356-11D39B9DB913}" dt="2020-07-31T05:38:11.620" v="1057" actId="165"/>
          <ac:grpSpMkLst>
            <pc:docMk/>
            <pc:sldMk cId="241382766" sldId="311"/>
            <ac:grpSpMk id="66" creationId="{781E0FB3-0808-4547-92A7-67D0B4AF4EBF}"/>
          </ac:grpSpMkLst>
        </pc:grpChg>
        <pc:picChg chg="mod ord">
          <ac:chgData name="Umesh Zemse" userId="f5579818-f47c-4551-9630-9efa4dd51d64" providerId="ADAL" clId="{540DD99E-8EFB-43B0-8356-11D39B9DB913}" dt="2020-08-01T03:45:20.793" v="1945" actId="167"/>
          <ac:picMkLst>
            <pc:docMk/>
            <pc:sldMk cId="241382766" sldId="311"/>
            <ac:picMk id="12" creationId="{A1F62020-A0EC-4C85-93C9-8B28E57159D2}"/>
          </ac:picMkLst>
        </pc:picChg>
        <pc:cxnChg chg="mod topLvl">
          <ac:chgData name="Umesh Zemse" userId="f5579818-f47c-4551-9630-9efa4dd51d64" providerId="ADAL" clId="{540DD99E-8EFB-43B0-8356-11D39B9DB913}" dt="2020-07-31T05:57:41.457" v="1721" actId="164"/>
          <ac:cxnSpMkLst>
            <pc:docMk/>
            <pc:sldMk cId="241382766" sldId="311"/>
            <ac:cxnSpMk id="68" creationId="{3E6CBE71-0E9B-4F53-86FF-8702EE0DB193}"/>
          </ac:cxnSpMkLst>
        </pc:cxnChg>
        <pc:cxnChg chg="mod ord topLvl">
          <ac:chgData name="Umesh Zemse" userId="f5579818-f47c-4551-9630-9efa4dd51d64" providerId="ADAL" clId="{540DD99E-8EFB-43B0-8356-11D39B9DB913}" dt="2020-07-31T05:57:41.457" v="1721" actId="164"/>
          <ac:cxnSpMkLst>
            <pc:docMk/>
            <pc:sldMk cId="241382766" sldId="311"/>
            <ac:cxnSpMk id="71" creationId="{6DE1FDFC-778A-495B-BCB7-C558B9DA5545}"/>
          </ac:cxnSpMkLst>
        </pc:cxnChg>
        <pc:cxnChg chg="add del mod topLvl">
          <ac:chgData name="Umesh Zemse" userId="f5579818-f47c-4551-9630-9efa4dd51d64" providerId="ADAL" clId="{540DD99E-8EFB-43B0-8356-11D39B9DB913}" dt="2020-07-31T05:57:41.457" v="1721" actId="164"/>
          <ac:cxnSpMkLst>
            <pc:docMk/>
            <pc:sldMk cId="241382766" sldId="311"/>
            <ac:cxnSpMk id="80" creationId="{261FEF8D-2A98-4E66-927C-749B3DB4B041}"/>
          </ac:cxnSpMkLst>
        </pc:cxnChg>
        <pc:cxnChg chg="add mod topLvl">
          <ac:chgData name="Umesh Zemse" userId="f5579818-f47c-4551-9630-9efa4dd51d64" providerId="ADAL" clId="{540DD99E-8EFB-43B0-8356-11D39B9DB913}" dt="2020-07-31T05:57:41.457" v="1721" actId="164"/>
          <ac:cxnSpMkLst>
            <pc:docMk/>
            <pc:sldMk cId="241382766" sldId="311"/>
            <ac:cxnSpMk id="83" creationId="{9126ED9A-9694-4CF8-91B1-61FC34427BC9}"/>
          </ac:cxnSpMkLst>
        </pc:cxnChg>
      </pc:sldChg>
      <pc:sldChg chg="addSp delSp modSp modAnim">
        <pc:chgData name="Umesh Zemse" userId="f5579818-f47c-4551-9630-9efa4dd51d64" providerId="ADAL" clId="{540DD99E-8EFB-43B0-8356-11D39B9DB913}" dt="2020-07-31T06:42:31.250" v="1936"/>
        <pc:sldMkLst>
          <pc:docMk/>
          <pc:sldMk cId="714502171" sldId="316"/>
        </pc:sldMkLst>
        <pc:spChg chg="mod topLvl">
          <ac:chgData name="Umesh Zemse" userId="f5579818-f47c-4551-9630-9efa4dd51d64" providerId="ADAL" clId="{540DD99E-8EFB-43B0-8356-11D39B9DB913}" dt="2020-07-31T06:36:20.954" v="1740" actId="165"/>
          <ac:spMkLst>
            <pc:docMk/>
            <pc:sldMk cId="714502171" sldId="316"/>
            <ac:spMk id="37" creationId="{35C3668A-B5CE-4095-948A-162410A2E14C}"/>
          </ac:spMkLst>
        </pc:spChg>
        <pc:spChg chg="mod topLvl">
          <ac:chgData name="Umesh Zemse" userId="f5579818-f47c-4551-9630-9efa4dd51d64" providerId="ADAL" clId="{540DD99E-8EFB-43B0-8356-11D39B9DB913}" dt="2020-07-31T06:40:53.110" v="1931" actId="20577"/>
          <ac:spMkLst>
            <pc:docMk/>
            <pc:sldMk cId="714502171" sldId="316"/>
            <ac:spMk id="39" creationId="{0F83EA6B-46ED-44E0-8FFD-49765EE7D718}"/>
          </ac:spMkLst>
        </pc:spChg>
        <pc:spChg chg="mod topLvl">
          <ac:chgData name="Umesh Zemse" userId="f5579818-f47c-4551-9630-9efa4dd51d64" providerId="ADAL" clId="{540DD99E-8EFB-43B0-8356-11D39B9DB913}" dt="2020-07-31T06:39:44.981" v="1922" actId="164"/>
          <ac:spMkLst>
            <pc:docMk/>
            <pc:sldMk cId="714502171" sldId="316"/>
            <ac:spMk id="40" creationId="{34EA552D-DC02-4159-A949-F34587C89522}"/>
          </ac:spMkLst>
        </pc:spChg>
        <pc:spChg chg="del mod topLvl">
          <ac:chgData name="Umesh Zemse" userId="f5579818-f47c-4551-9630-9efa4dd51d64" providerId="ADAL" clId="{540DD99E-8EFB-43B0-8356-11D39B9DB913}" dt="2020-07-31T06:37:00.144" v="1780" actId="478"/>
          <ac:spMkLst>
            <pc:docMk/>
            <pc:sldMk cId="714502171" sldId="316"/>
            <ac:spMk id="42" creationId="{9D4E4D29-9DA3-4A51-B418-E1E5CE31C547}"/>
          </ac:spMkLst>
        </pc:spChg>
        <pc:spChg chg="mod topLvl">
          <ac:chgData name="Umesh Zemse" userId="f5579818-f47c-4551-9630-9efa4dd51d64" providerId="ADAL" clId="{540DD99E-8EFB-43B0-8356-11D39B9DB913}" dt="2020-07-31T06:39:44.981" v="1922" actId="164"/>
          <ac:spMkLst>
            <pc:docMk/>
            <pc:sldMk cId="714502171" sldId="316"/>
            <ac:spMk id="43" creationId="{0D3DF9AF-D93B-489A-8AB2-2E484684FB4A}"/>
          </ac:spMkLst>
        </pc:spChg>
        <pc:spChg chg="del mod topLvl">
          <ac:chgData name="Umesh Zemse" userId="f5579818-f47c-4551-9630-9efa4dd51d64" providerId="ADAL" clId="{540DD99E-8EFB-43B0-8356-11D39B9DB913}" dt="2020-07-31T06:38:00.571" v="1859" actId="478"/>
          <ac:spMkLst>
            <pc:docMk/>
            <pc:sldMk cId="714502171" sldId="316"/>
            <ac:spMk id="44" creationId="{94923A66-8AF1-468D-9A81-F01548D104EC}"/>
          </ac:spMkLst>
        </pc:spChg>
        <pc:spChg chg="mod">
          <ac:chgData name="Umesh Zemse" userId="f5579818-f47c-4551-9630-9efa4dd51d64" providerId="ADAL" clId="{540DD99E-8EFB-43B0-8356-11D39B9DB913}" dt="2020-07-31T06:36:29.123" v="1763" actId="1037"/>
          <ac:spMkLst>
            <pc:docMk/>
            <pc:sldMk cId="714502171" sldId="316"/>
            <ac:spMk id="46" creationId="{E583237C-2886-4603-91E6-BC45C989AB71}"/>
          </ac:spMkLst>
        </pc:spChg>
        <pc:spChg chg="del mod topLvl">
          <ac:chgData name="Umesh Zemse" userId="f5579818-f47c-4551-9630-9efa4dd51d64" providerId="ADAL" clId="{540DD99E-8EFB-43B0-8356-11D39B9DB913}" dt="2020-07-31T06:38:03.245" v="1860" actId="478"/>
          <ac:spMkLst>
            <pc:docMk/>
            <pc:sldMk cId="714502171" sldId="316"/>
            <ac:spMk id="49" creationId="{9478E78A-F131-4ABF-8F7A-3335078E2B55}"/>
          </ac:spMkLst>
        </pc:spChg>
        <pc:spChg chg="mod topLvl">
          <ac:chgData name="Umesh Zemse" userId="f5579818-f47c-4551-9630-9efa4dd51d64" providerId="ADAL" clId="{540DD99E-8EFB-43B0-8356-11D39B9DB913}" dt="2020-07-31T06:39:44.981" v="1922" actId="164"/>
          <ac:spMkLst>
            <pc:docMk/>
            <pc:sldMk cId="714502171" sldId="316"/>
            <ac:spMk id="50" creationId="{D63F9A85-1B94-4162-AF4D-C25033D80DF0}"/>
          </ac:spMkLst>
        </pc:spChg>
        <pc:spChg chg="del mod topLvl">
          <ac:chgData name="Umesh Zemse" userId="f5579818-f47c-4551-9630-9efa4dd51d64" providerId="ADAL" clId="{540DD99E-8EFB-43B0-8356-11D39B9DB913}" dt="2020-07-31T06:38:52.139" v="1901" actId="478"/>
          <ac:spMkLst>
            <pc:docMk/>
            <pc:sldMk cId="714502171" sldId="316"/>
            <ac:spMk id="51" creationId="{05635E9B-C497-4EAE-81CB-FA06999D4FC6}"/>
          </ac:spMkLst>
        </pc:spChg>
        <pc:spChg chg="del mod topLvl">
          <ac:chgData name="Umesh Zemse" userId="f5579818-f47c-4551-9630-9efa4dd51d64" providerId="ADAL" clId="{540DD99E-8EFB-43B0-8356-11D39B9DB913}" dt="2020-07-31T06:38:53.819" v="1902" actId="478"/>
          <ac:spMkLst>
            <pc:docMk/>
            <pc:sldMk cId="714502171" sldId="316"/>
            <ac:spMk id="54" creationId="{DE77E8D9-7A18-4CEA-9CFE-B0CA876722E1}"/>
          </ac:spMkLst>
        </pc:spChg>
        <pc:spChg chg="del mod topLvl">
          <ac:chgData name="Umesh Zemse" userId="f5579818-f47c-4551-9630-9efa4dd51d64" providerId="ADAL" clId="{540DD99E-8EFB-43B0-8356-11D39B9DB913}" dt="2020-07-31T06:39:00.363" v="1905" actId="478"/>
          <ac:spMkLst>
            <pc:docMk/>
            <pc:sldMk cId="714502171" sldId="316"/>
            <ac:spMk id="55" creationId="{46FB7549-F536-439A-AB45-5B006D8E25D0}"/>
          </ac:spMkLst>
        </pc:spChg>
        <pc:spChg chg="del mod topLvl">
          <ac:chgData name="Umesh Zemse" userId="f5579818-f47c-4551-9630-9efa4dd51d64" providerId="ADAL" clId="{540DD99E-8EFB-43B0-8356-11D39B9DB913}" dt="2020-07-31T06:39:01.898" v="1906" actId="478"/>
          <ac:spMkLst>
            <pc:docMk/>
            <pc:sldMk cId="714502171" sldId="316"/>
            <ac:spMk id="57" creationId="{2D3D0D3A-587C-4CD4-AEF0-5C6876BA8506}"/>
          </ac:spMkLst>
        </pc:spChg>
        <pc:spChg chg="del mod topLvl">
          <ac:chgData name="Umesh Zemse" userId="f5579818-f47c-4551-9630-9efa4dd51d64" providerId="ADAL" clId="{540DD99E-8EFB-43B0-8356-11D39B9DB913}" dt="2020-07-31T06:38:55.830" v="1903" actId="478"/>
          <ac:spMkLst>
            <pc:docMk/>
            <pc:sldMk cId="714502171" sldId="316"/>
            <ac:spMk id="58" creationId="{1DB4F0AA-B6C9-4489-9911-236391A74500}"/>
          </ac:spMkLst>
        </pc:spChg>
        <pc:spChg chg="mod topLvl">
          <ac:chgData name="Umesh Zemse" userId="f5579818-f47c-4551-9630-9efa4dd51d64" providerId="ADAL" clId="{540DD99E-8EFB-43B0-8356-11D39B9DB913}" dt="2020-07-31T06:39:44.981" v="1922" actId="164"/>
          <ac:spMkLst>
            <pc:docMk/>
            <pc:sldMk cId="714502171" sldId="316"/>
            <ac:spMk id="59" creationId="{CC285CF8-6DC8-45EA-B439-F2D39ECBAF30}"/>
          </ac:spMkLst>
        </pc:spChg>
        <pc:spChg chg="mod topLvl">
          <ac:chgData name="Umesh Zemse" userId="f5579818-f47c-4551-9630-9efa4dd51d64" providerId="ADAL" clId="{540DD99E-8EFB-43B0-8356-11D39B9DB913}" dt="2020-07-31T06:39:44.981" v="1922" actId="164"/>
          <ac:spMkLst>
            <pc:docMk/>
            <pc:sldMk cId="714502171" sldId="316"/>
            <ac:spMk id="60" creationId="{54FBDDB1-7769-454C-A968-A9322E66CAB3}"/>
          </ac:spMkLst>
        </pc:spChg>
        <pc:spChg chg="del mod topLvl">
          <ac:chgData name="Umesh Zemse" userId="f5579818-f47c-4551-9630-9efa4dd51d64" providerId="ADAL" clId="{540DD99E-8EFB-43B0-8356-11D39B9DB913}" dt="2020-07-31T06:37:53.316" v="1857" actId="478"/>
          <ac:spMkLst>
            <pc:docMk/>
            <pc:sldMk cId="714502171" sldId="316"/>
            <ac:spMk id="61" creationId="{A19DA3E7-4153-4EC8-B95F-3A8950722A8E}"/>
          </ac:spMkLst>
        </pc:spChg>
        <pc:spChg chg="del mod topLvl">
          <ac:chgData name="Umesh Zemse" userId="f5579818-f47c-4551-9630-9efa4dd51d64" providerId="ADAL" clId="{540DD99E-8EFB-43B0-8356-11D39B9DB913}" dt="2020-07-31T06:38:05.327" v="1861" actId="478"/>
          <ac:spMkLst>
            <pc:docMk/>
            <pc:sldMk cId="714502171" sldId="316"/>
            <ac:spMk id="62" creationId="{169EB5D7-73F6-4604-963C-31857FDCCD0A}"/>
          </ac:spMkLst>
        </pc:spChg>
        <pc:spChg chg="del mod topLvl">
          <ac:chgData name="Umesh Zemse" userId="f5579818-f47c-4551-9630-9efa4dd51d64" providerId="ADAL" clId="{540DD99E-8EFB-43B0-8356-11D39B9DB913}" dt="2020-07-31T06:38:48.378" v="1899" actId="478"/>
          <ac:spMkLst>
            <pc:docMk/>
            <pc:sldMk cId="714502171" sldId="316"/>
            <ac:spMk id="63" creationId="{9A69BE30-A718-43BE-88B9-3F205AB17651}"/>
          </ac:spMkLst>
        </pc:spChg>
        <pc:spChg chg="del mod topLvl">
          <ac:chgData name="Umesh Zemse" userId="f5579818-f47c-4551-9630-9efa4dd51d64" providerId="ADAL" clId="{540DD99E-8EFB-43B0-8356-11D39B9DB913}" dt="2020-07-31T06:39:03.614" v="1907" actId="478"/>
          <ac:spMkLst>
            <pc:docMk/>
            <pc:sldMk cId="714502171" sldId="316"/>
            <ac:spMk id="64" creationId="{9262FCCF-A027-448F-ADF0-A66FE3AE4851}"/>
          </ac:spMkLst>
        </pc:spChg>
        <pc:spChg chg="mod topLvl">
          <ac:chgData name="Umesh Zemse" userId="f5579818-f47c-4551-9630-9efa4dd51d64" providerId="ADAL" clId="{540DD99E-8EFB-43B0-8356-11D39B9DB913}" dt="2020-07-31T06:39:44.981" v="1922" actId="164"/>
          <ac:spMkLst>
            <pc:docMk/>
            <pc:sldMk cId="714502171" sldId="316"/>
            <ac:spMk id="65" creationId="{FC68B35B-D13A-4FCE-8440-552CE3FE03D4}"/>
          </ac:spMkLst>
        </pc:spChg>
        <pc:grpChg chg="add mod">
          <ac:chgData name="Umesh Zemse" userId="f5579818-f47c-4551-9630-9efa4dd51d64" providerId="ADAL" clId="{540DD99E-8EFB-43B0-8356-11D39B9DB913}" dt="2020-07-31T06:39:44.981" v="1922" actId="164"/>
          <ac:grpSpMkLst>
            <pc:docMk/>
            <pc:sldMk cId="714502171" sldId="316"/>
            <ac:grpSpMk id="3" creationId="{53B0EDA3-5E35-4F25-9CAB-20086E964FB8}"/>
          </ac:grpSpMkLst>
        </pc:grpChg>
        <pc:grpChg chg="add del mod">
          <ac:chgData name="Umesh Zemse" userId="f5579818-f47c-4551-9630-9efa4dd51d64" providerId="ADAL" clId="{540DD99E-8EFB-43B0-8356-11D39B9DB913}" dt="2020-07-31T06:36:20.954" v="1740" actId="165"/>
          <ac:grpSpMkLst>
            <pc:docMk/>
            <pc:sldMk cId="714502171" sldId="316"/>
            <ac:grpSpMk id="36" creationId="{7F3F1347-87A8-48CD-8D44-1DF8C61D971A}"/>
          </ac:grpSpMkLst>
        </pc:grpChg>
        <pc:cxnChg chg="del mod topLvl">
          <ac:chgData name="Umesh Zemse" userId="f5579818-f47c-4551-9630-9efa4dd51d64" providerId="ADAL" clId="{540DD99E-8EFB-43B0-8356-11D39B9DB913}" dt="2020-07-31T06:37:02.244" v="1781" actId="478"/>
          <ac:cxnSpMkLst>
            <pc:docMk/>
            <pc:sldMk cId="714502171" sldId="316"/>
            <ac:cxnSpMk id="41" creationId="{5D530ED5-C603-48E3-93DF-8F73DE8C9B5C}"/>
          </ac:cxnSpMkLst>
        </pc:cxnChg>
        <pc:cxnChg chg="del mod topLvl">
          <ac:chgData name="Umesh Zemse" userId="f5579818-f47c-4551-9630-9efa4dd51d64" providerId="ADAL" clId="{540DD99E-8EFB-43B0-8356-11D39B9DB913}" dt="2020-07-31T06:37:58.780" v="1858" actId="478"/>
          <ac:cxnSpMkLst>
            <pc:docMk/>
            <pc:sldMk cId="714502171" sldId="316"/>
            <ac:cxnSpMk id="48" creationId="{E807C64D-9319-417C-9D9F-8521EEA3D695}"/>
          </ac:cxnSpMkLst>
        </pc:cxnChg>
        <pc:cxnChg chg="del mod topLvl">
          <ac:chgData name="Umesh Zemse" userId="f5579818-f47c-4551-9630-9efa4dd51d64" providerId="ADAL" clId="{540DD99E-8EFB-43B0-8356-11D39B9DB913}" dt="2020-07-31T06:38:49.731" v="1900" actId="478"/>
          <ac:cxnSpMkLst>
            <pc:docMk/>
            <pc:sldMk cId="714502171" sldId="316"/>
            <ac:cxnSpMk id="53" creationId="{72DFB000-A1A4-4BE9-8C06-4CB38F4ABA0D}"/>
          </ac:cxnSpMkLst>
        </pc:cxnChg>
        <pc:cxnChg chg="del mod topLvl">
          <ac:chgData name="Umesh Zemse" userId="f5579818-f47c-4551-9630-9efa4dd51d64" providerId="ADAL" clId="{540DD99E-8EFB-43B0-8356-11D39B9DB913}" dt="2020-07-31T06:38:57.909" v="1904" actId="478"/>
          <ac:cxnSpMkLst>
            <pc:docMk/>
            <pc:sldMk cId="714502171" sldId="316"/>
            <ac:cxnSpMk id="56" creationId="{2915737D-9849-40AD-8685-6D47F7BA4798}"/>
          </ac:cxnSpMkLst>
        </pc:cxnChg>
      </pc:sldChg>
      <pc:sldChg chg="modSp">
        <pc:chgData name="Umesh Zemse" userId="f5579818-f47c-4551-9630-9efa4dd51d64" providerId="ADAL" clId="{540DD99E-8EFB-43B0-8356-11D39B9DB913}" dt="2020-07-17T08:51:29.991" v="389" actId="207"/>
        <pc:sldMkLst>
          <pc:docMk/>
          <pc:sldMk cId="2991008582" sldId="320"/>
        </pc:sldMkLst>
        <pc:spChg chg="mod">
          <ac:chgData name="Umesh Zemse" userId="f5579818-f47c-4551-9630-9efa4dd51d64" providerId="ADAL" clId="{540DD99E-8EFB-43B0-8356-11D39B9DB913}" dt="2020-07-17T08:51:29.991" v="389" actId="207"/>
          <ac:spMkLst>
            <pc:docMk/>
            <pc:sldMk cId="2991008582" sldId="320"/>
            <ac:spMk id="2" creationId="{00000000-0000-0000-0000-000000000000}"/>
          </ac:spMkLst>
        </pc:spChg>
      </pc:sldChg>
      <pc:sldChg chg="modSp new add">
        <pc:chgData name="Umesh Zemse" userId="f5579818-f47c-4551-9630-9efa4dd51d64" providerId="ADAL" clId="{540DD99E-8EFB-43B0-8356-11D39B9DB913}" dt="2020-07-17T08:55:33.854" v="703" actId="114"/>
        <pc:sldMkLst>
          <pc:docMk/>
          <pc:sldMk cId="2133849679" sldId="332"/>
        </pc:sldMkLst>
        <pc:spChg chg="mod">
          <ac:chgData name="Umesh Zemse" userId="f5579818-f47c-4551-9630-9efa4dd51d64" providerId="ADAL" clId="{540DD99E-8EFB-43B0-8356-11D39B9DB913}" dt="2020-07-17T08:49:12.784" v="352" actId="207"/>
          <ac:spMkLst>
            <pc:docMk/>
            <pc:sldMk cId="2133849679" sldId="332"/>
            <ac:spMk id="2" creationId="{B6B74EDD-F065-459D-95C8-CDD616DACAD7}"/>
          </ac:spMkLst>
        </pc:spChg>
        <pc:spChg chg="mod">
          <ac:chgData name="Umesh Zemse" userId="f5579818-f47c-4551-9630-9efa4dd51d64" providerId="ADAL" clId="{540DD99E-8EFB-43B0-8356-11D39B9DB913}" dt="2020-07-17T08:55:33.854" v="703" actId="114"/>
          <ac:spMkLst>
            <pc:docMk/>
            <pc:sldMk cId="2133849679" sldId="332"/>
            <ac:spMk id="3" creationId="{E74F9EF0-C379-4211-803F-9511FAF93781}"/>
          </ac:spMkLst>
        </pc:spChg>
      </pc:sldChg>
    </pc:docChg>
  </pc:docChgLst>
  <pc:docChgLst>
    <pc:chgData name="Umesh Zemse" userId="f5579818-f47c-4551-9630-9efa4dd51d64" providerId="ADAL" clId="{7BD1F271-D7CE-4DE1-902B-F340CAF19A23}"/>
    <pc:docChg chg="undo custSel addSld delSld modSld">
      <pc:chgData name="Umesh Zemse" userId="f5579818-f47c-4551-9630-9efa4dd51d64" providerId="ADAL" clId="{7BD1F271-D7CE-4DE1-902B-F340CAF19A23}" dt="2020-09-09T11:18:18.252" v="1487" actId="20577"/>
      <pc:docMkLst>
        <pc:docMk/>
      </pc:docMkLst>
      <pc:sldChg chg="addSp modSp">
        <pc:chgData name="Umesh Zemse" userId="f5579818-f47c-4551-9630-9efa4dd51d64" providerId="ADAL" clId="{7BD1F271-D7CE-4DE1-902B-F340CAF19A23}" dt="2020-09-09T10:33:59.576" v="263" actId="1076"/>
        <pc:sldMkLst>
          <pc:docMk/>
          <pc:sldMk cId="1706110069" sldId="257"/>
        </pc:sldMkLst>
        <pc:spChg chg="mod">
          <ac:chgData name="Umesh Zemse" userId="f5579818-f47c-4551-9630-9efa4dd51d64" providerId="ADAL" clId="{7BD1F271-D7CE-4DE1-902B-F340CAF19A23}" dt="2020-09-09T10:33:59.576" v="263" actId="1076"/>
          <ac:spMkLst>
            <pc:docMk/>
            <pc:sldMk cId="1706110069" sldId="257"/>
            <ac:spMk id="2" creationId="{00000000-0000-0000-0000-000000000000}"/>
          </ac:spMkLst>
        </pc:spChg>
        <pc:grpChg chg="add">
          <ac:chgData name="Umesh Zemse" userId="f5579818-f47c-4551-9630-9efa4dd51d64" providerId="ADAL" clId="{7BD1F271-D7CE-4DE1-902B-F340CAF19A23}" dt="2020-09-09T10:33:42.940" v="260"/>
          <ac:grpSpMkLst>
            <pc:docMk/>
            <pc:sldMk cId="1706110069" sldId="257"/>
            <ac:grpSpMk id="3" creationId="{5FCF9E3D-09D8-4076-94F4-283531D4D86F}"/>
          </ac:grpSpMkLst>
        </pc:grpChg>
      </pc:sldChg>
      <pc:sldChg chg="modSp">
        <pc:chgData name="Umesh Zemse" userId="f5579818-f47c-4551-9630-9efa4dd51d64" providerId="ADAL" clId="{7BD1F271-D7CE-4DE1-902B-F340CAF19A23}" dt="2020-09-09T10:28:03.054" v="147" actId="20577"/>
        <pc:sldMkLst>
          <pc:docMk/>
          <pc:sldMk cId="1048034555" sldId="263"/>
        </pc:sldMkLst>
        <pc:spChg chg="mod">
          <ac:chgData name="Umesh Zemse" userId="f5579818-f47c-4551-9630-9efa4dd51d64" providerId="ADAL" clId="{7BD1F271-D7CE-4DE1-902B-F340CAF19A23}" dt="2020-09-09T10:28:03.054" v="147" actId="20577"/>
          <ac:spMkLst>
            <pc:docMk/>
            <pc:sldMk cId="1048034555" sldId="263"/>
            <ac:spMk id="2" creationId="{00000000-0000-0000-0000-000000000000}"/>
          </ac:spMkLst>
        </pc:spChg>
      </pc:sldChg>
      <pc:sldChg chg="addSp modSp">
        <pc:chgData name="Umesh Zemse" userId="f5579818-f47c-4551-9630-9efa4dd51d64" providerId="ADAL" clId="{7BD1F271-D7CE-4DE1-902B-F340CAF19A23}" dt="2020-09-09T10:38:51.260" v="330" actId="207"/>
        <pc:sldMkLst>
          <pc:docMk/>
          <pc:sldMk cId="718837617" sldId="271"/>
        </pc:sldMkLst>
        <pc:spChg chg="mod">
          <ac:chgData name="Umesh Zemse" userId="f5579818-f47c-4551-9630-9efa4dd51d64" providerId="ADAL" clId="{7BD1F271-D7CE-4DE1-902B-F340CAF19A23}" dt="2020-09-09T10:38:51.260" v="330" actId="207"/>
          <ac:spMkLst>
            <pc:docMk/>
            <pc:sldMk cId="718837617" sldId="271"/>
            <ac:spMk id="2" creationId="{00000000-0000-0000-0000-000000000000}"/>
          </ac:spMkLst>
        </pc:spChg>
        <pc:grpChg chg="add">
          <ac:chgData name="Umesh Zemse" userId="f5579818-f47c-4551-9630-9efa4dd51d64" providerId="ADAL" clId="{7BD1F271-D7CE-4DE1-902B-F340CAF19A23}" dt="2020-09-09T10:38:39.419" v="327"/>
          <ac:grpSpMkLst>
            <pc:docMk/>
            <pc:sldMk cId="718837617" sldId="271"/>
            <ac:grpSpMk id="3" creationId="{B14A1F7D-5A6C-46AD-990B-A7E1117E4525}"/>
          </ac:grpSpMkLst>
        </pc:grpChg>
      </pc:sldChg>
      <pc:sldChg chg="modSp">
        <pc:chgData name="Umesh Zemse" userId="f5579818-f47c-4551-9630-9efa4dd51d64" providerId="ADAL" clId="{7BD1F271-D7CE-4DE1-902B-F340CAF19A23}" dt="2020-09-09T10:39:54.519" v="344" actId="1076"/>
        <pc:sldMkLst>
          <pc:docMk/>
          <pc:sldMk cId="1264052739" sldId="272"/>
        </pc:sldMkLst>
        <pc:spChg chg="mod">
          <ac:chgData name="Umesh Zemse" userId="f5579818-f47c-4551-9630-9efa4dd51d64" providerId="ADAL" clId="{7BD1F271-D7CE-4DE1-902B-F340CAF19A23}" dt="2020-09-09T10:39:51.431" v="343" actId="1076"/>
          <ac:spMkLst>
            <pc:docMk/>
            <pc:sldMk cId="1264052739" sldId="272"/>
            <ac:spMk id="2" creationId="{00000000-0000-0000-0000-000000000000}"/>
          </ac:spMkLst>
        </pc:spChg>
        <pc:spChg chg="mod">
          <ac:chgData name="Umesh Zemse" userId="f5579818-f47c-4551-9630-9efa4dd51d64" providerId="ADAL" clId="{7BD1F271-D7CE-4DE1-902B-F340CAF19A23}" dt="2020-09-09T10:39:54.519" v="344" actId="1076"/>
          <ac:spMkLst>
            <pc:docMk/>
            <pc:sldMk cId="1264052739" sldId="272"/>
            <ac:spMk id="3" creationId="{00000000-0000-0000-0000-000000000000}"/>
          </ac:spMkLst>
        </pc:spChg>
      </pc:sldChg>
      <pc:sldChg chg="modSp">
        <pc:chgData name="Umesh Zemse" userId="f5579818-f47c-4551-9630-9efa4dd51d64" providerId="ADAL" clId="{7BD1F271-D7CE-4DE1-902B-F340CAF19A23}" dt="2020-09-09T10:40:17.607" v="353" actId="1076"/>
        <pc:sldMkLst>
          <pc:docMk/>
          <pc:sldMk cId="965004602" sldId="273"/>
        </pc:sldMkLst>
        <pc:spChg chg="mod">
          <ac:chgData name="Umesh Zemse" userId="f5579818-f47c-4551-9630-9efa4dd51d64" providerId="ADAL" clId="{7BD1F271-D7CE-4DE1-902B-F340CAF19A23}" dt="2020-09-09T10:40:17.607" v="353" actId="1076"/>
          <ac:spMkLst>
            <pc:docMk/>
            <pc:sldMk cId="965004602" sldId="273"/>
            <ac:spMk id="2" creationId="{00000000-0000-0000-0000-000000000000}"/>
          </ac:spMkLst>
        </pc:spChg>
      </pc:sldChg>
      <pc:sldChg chg="modSp">
        <pc:chgData name="Umesh Zemse" userId="f5579818-f47c-4551-9630-9efa4dd51d64" providerId="ADAL" clId="{7BD1F271-D7CE-4DE1-902B-F340CAF19A23}" dt="2020-09-09T10:40:13.447" v="352" actId="1076"/>
        <pc:sldMkLst>
          <pc:docMk/>
          <pc:sldMk cId="294780215" sldId="274"/>
        </pc:sldMkLst>
        <pc:spChg chg="mod">
          <ac:chgData name="Umesh Zemse" userId="f5579818-f47c-4551-9630-9efa4dd51d64" providerId="ADAL" clId="{7BD1F271-D7CE-4DE1-902B-F340CAF19A23}" dt="2020-09-09T10:40:13.447" v="352" actId="1076"/>
          <ac:spMkLst>
            <pc:docMk/>
            <pc:sldMk cId="294780215" sldId="274"/>
            <ac:spMk id="2" creationId="{00000000-0000-0000-0000-000000000000}"/>
          </ac:spMkLst>
        </pc:spChg>
      </pc:sldChg>
      <pc:sldChg chg="modSp">
        <pc:chgData name="Umesh Zemse" userId="f5579818-f47c-4551-9630-9efa4dd51d64" providerId="ADAL" clId="{7BD1F271-D7CE-4DE1-902B-F340CAF19A23}" dt="2020-09-09T10:40:25.607" v="355" actId="1076"/>
        <pc:sldMkLst>
          <pc:docMk/>
          <pc:sldMk cId="2719222110" sldId="275"/>
        </pc:sldMkLst>
        <pc:spChg chg="mod">
          <ac:chgData name="Umesh Zemse" userId="f5579818-f47c-4551-9630-9efa4dd51d64" providerId="ADAL" clId="{7BD1F271-D7CE-4DE1-902B-F340CAF19A23}" dt="2020-09-09T10:40:25.607" v="355" actId="1076"/>
          <ac:spMkLst>
            <pc:docMk/>
            <pc:sldMk cId="2719222110" sldId="275"/>
            <ac:spMk id="2" creationId="{00000000-0000-0000-0000-000000000000}"/>
          </ac:spMkLst>
        </pc:spChg>
      </pc:sldChg>
      <pc:sldChg chg="modSp">
        <pc:chgData name="Umesh Zemse" userId="f5579818-f47c-4551-9630-9efa4dd51d64" providerId="ADAL" clId="{7BD1F271-D7CE-4DE1-902B-F340CAF19A23}" dt="2020-09-09T10:27:56.279" v="145" actId="255"/>
        <pc:sldMkLst>
          <pc:docMk/>
          <pc:sldMk cId="572051236" sldId="286"/>
        </pc:sldMkLst>
        <pc:spChg chg="mod">
          <ac:chgData name="Umesh Zemse" userId="f5579818-f47c-4551-9630-9efa4dd51d64" providerId="ADAL" clId="{7BD1F271-D7CE-4DE1-902B-F340CAF19A23}" dt="2020-09-09T10:27:56.279" v="145" actId="255"/>
          <ac:spMkLst>
            <pc:docMk/>
            <pc:sldMk cId="572051236" sldId="286"/>
            <ac:spMk id="2" creationId="{00000000-0000-0000-0000-000000000000}"/>
          </ac:spMkLst>
        </pc:spChg>
      </pc:sldChg>
      <pc:sldChg chg="modSp">
        <pc:chgData name="Umesh Zemse" userId="f5579818-f47c-4551-9630-9efa4dd51d64" providerId="ADAL" clId="{7BD1F271-D7CE-4DE1-902B-F340CAF19A23}" dt="2020-09-09T10:28:21.937" v="151" actId="1076"/>
        <pc:sldMkLst>
          <pc:docMk/>
          <pc:sldMk cId="2222414721" sldId="287"/>
        </pc:sldMkLst>
        <pc:spChg chg="mod">
          <ac:chgData name="Umesh Zemse" userId="f5579818-f47c-4551-9630-9efa4dd51d64" providerId="ADAL" clId="{7BD1F271-D7CE-4DE1-902B-F340CAF19A23}" dt="2020-09-09T10:28:21.937" v="151" actId="1076"/>
          <ac:spMkLst>
            <pc:docMk/>
            <pc:sldMk cId="2222414721" sldId="287"/>
            <ac:spMk id="2" creationId="{00000000-0000-0000-0000-000000000000}"/>
          </ac:spMkLst>
        </pc:spChg>
        <pc:spChg chg="mod">
          <ac:chgData name="Umesh Zemse" userId="f5579818-f47c-4551-9630-9efa4dd51d64" providerId="ADAL" clId="{7BD1F271-D7CE-4DE1-902B-F340CAF19A23}" dt="2020-09-09T10:18:38.602" v="5" actId="27636"/>
          <ac:spMkLst>
            <pc:docMk/>
            <pc:sldMk cId="2222414721" sldId="287"/>
            <ac:spMk id="3" creationId="{00000000-0000-0000-0000-000000000000}"/>
          </ac:spMkLst>
        </pc:spChg>
      </pc:sldChg>
      <pc:sldChg chg="addSp delSp modSp">
        <pc:chgData name="Umesh Zemse" userId="f5579818-f47c-4551-9630-9efa4dd51d64" providerId="ADAL" clId="{7BD1F271-D7CE-4DE1-902B-F340CAF19A23}" dt="2020-09-09T10:23:10.689" v="92" actId="478"/>
        <pc:sldMkLst>
          <pc:docMk/>
          <pc:sldMk cId="3543549445" sldId="288"/>
        </pc:sldMkLst>
        <pc:spChg chg="add del mod ord">
          <ac:chgData name="Umesh Zemse" userId="f5579818-f47c-4551-9630-9efa4dd51d64" providerId="ADAL" clId="{7BD1F271-D7CE-4DE1-902B-F340CAF19A23}" dt="2020-09-09T10:23:10.689" v="92" actId="478"/>
          <ac:spMkLst>
            <pc:docMk/>
            <pc:sldMk cId="3543549445" sldId="288"/>
            <ac:spMk id="3" creationId="{56FA124C-101A-4581-8C2A-AF828AF57A34}"/>
          </ac:spMkLst>
        </pc:spChg>
      </pc:sldChg>
      <pc:sldChg chg="addSp delSp modSp">
        <pc:chgData name="Umesh Zemse" userId="f5579818-f47c-4551-9630-9efa4dd51d64" providerId="ADAL" clId="{7BD1F271-D7CE-4DE1-902B-F340CAF19A23}" dt="2020-09-09T10:27:32.691" v="139" actId="27636"/>
        <pc:sldMkLst>
          <pc:docMk/>
          <pc:sldMk cId="1107844993" sldId="289"/>
        </pc:sldMkLst>
        <pc:spChg chg="mod">
          <ac:chgData name="Umesh Zemse" userId="f5579818-f47c-4551-9630-9efa4dd51d64" providerId="ADAL" clId="{7BD1F271-D7CE-4DE1-902B-F340CAF19A23}" dt="2020-09-09T10:27:32.691" v="139" actId="27636"/>
          <ac:spMkLst>
            <pc:docMk/>
            <pc:sldMk cId="1107844993" sldId="289"/>
            <ac:spMk id="2" creationId="{99630E45-396B-4D60-A693-B5C59F30CCE3}"/>
          </ac:spMkLst>
        </pc:spChg>
        <pc:spChg chg="mod">
          <ac:chgData name="Umesh Zemse" userId="f5579818-f47c-4551-9630-9efa4dd51d64" providerId="ADAL" clId="{7BD1F271-D7CE-4DE1-902B-F340CAF19A23}" dt="2020-09-09T10:25:46.626" v="123" actId="554"/>
          <ac:spMkLst>
            <pc:docMk/>
            <pc:sldMk cId="1107844993" sldId="289"/>
            <ac:spMk id="3" creationId="{8F4DB0F1-8E0A-4A6D-A12B-75753CC3A1FF}"/>
          </ac:spMkLst>
        </pc:spChg>
        <pc:spChg chg="mod">
          <ac:chgData name="Umesh Zemse" userId="f5579818-f47c-4551-9630-9efa4dd51d64" providerId="ADAL" clId="{7BD1F271-D7CE-4DE1-902B-F340CAF19A23}" dt="2020-09-09T10:25:46.626" v="123" actId="554"/>
          <ac:spMkLst>
            <pc:docMk/>
            <pc:sldMk cId="1107844993" sldId="289"/>
            <ac:spMk id="4" creationId="{E997A204-E902-4F49-8ADB-2A020335D0C5}"/>
          </ac:spMkLst>
        </pc:spChg>
        <pc:spChg chg="del">
          <ac:chgData name="Umesh Zemse" userId="f5579818-f47c-4551-9630-9efa4dd51d64" providerId="ADAL" clId="{7BD1F271-D7CE-4DE1-902B-F340CAF19A23}" dt="2020-09-09T10:23:58.201" v="99" actId="478"/>
          <ac:spMkLst>
            <pc:docMk/>
            <pc:sldMk cId="1107844993" sldId="289"/>
            <ac:spMk id="5" creationId="{C8BBE203-B340-47E8-BC6D-C5DD2B0886E7}"/>
          </ac:spMkLst>
        </pc:spChg>
        <pc:spChg chg="del mod topLvl">
          <ac:chgData name="Umesh Zemse" userId="f5579818-f47c-4551-9630-9efa4dd51d64" providerId="ADAL" clId="{7BD1F271-D7CE-4DE1-902B-F340CAF19A23}" dt="2020-09-09T10:23:56.304" v="98" actId="478"/>
          <ac:spMkLst>
            <pc:docMk/>
            <pc:sldMk cId="1107844993" sldId="289"/>
            <ac:spMk id="6" creationId="{95FAD86A-C75E-4E08-9EB5-F1E69EA43CFF}"/>
          </ac:spMkLst>
        </pc:spChg>
        <pc:spChg chg="del mod topLvl">
          <ac:chgData name="Umesh Zemse" userId="f5579818-f47c-4551-9630-9efa4dd51d64" providerId="ADAL" clId="{7BD1F271-D7CE-4DE1-902B-F340CAF19A23}" dt="2020-09-09T10:23:53.711" v="96" actId="478"/>
          <ac:spMkLst>
            <pc:docMk/>
            <pc:sldMk cId="1107844993" sldId="289"/>
            <ac:spMk id="7" creationId="{3603C9B4-D4DB-4C55-84D0-0751274809CE}"/>
          </ac:spMkLst>
        </pc:spChg>
        <pc:spChg chg="del">
          <ac:chgData name="Umesh Zemse" userId="f5579818-f47c-4551-9630-9efa4dd51d64" providerId="ADAL" clId="{7BD1F271-D7CE-4DE1-902B-F340CAF19A23}" dt="2020-09-09T10:24:00.054" v="100" actId="478"/>
          <ac:spMkLst>
            <pc:docMk/>
            <pc:sldMk cId="1107844993" sldId="289"/>
            <ac:spMk id="8" creationId="{3A6F610C-4E06-40B8-94AA-879E8642BD84}"/>
          </ac:spMkLst>
        </pc:spChg>
        <pc:spChg chg="del">
          <ac:chgData name="Umesh Zemse" userId="f5579818-f47c-4551-9630-9efa4dd51d64" providerId="ADAL" clId="{7BD1F271-D7CE-4DE1-902B-F340CAF19A23}" dt="2020-09-09T10:23:55.358" v="97" actId="478"/>
          <ac:spMkLst>
            <pc:docMk/>
            <pc:sldMk cId="1107844993" sldId="289"/>
            <ac:spMk id="9" creationId="{0534DD12-40C3-49B8-91C2-26D8932C6261}"/>
          </ac:spMkLst>
        </pc:spChg>
        <pc:spChg chg="add mod ord">
          <ac:chgData name="Umesh Zemse" userId="f5579818-f47c-4551-9630-9efa4dd51d64" providerId="ADAL" clId="{7BD1F271-D7CE-4DE1-902B-F340CAF19A23}" dt="2020-09-09T10:26:02.702" v="124" actId="554"/>
          <ac:spMkLst>
            <pc:docMk/>
            <pc:sldMk cId="1107844993" sldId="289"/>
            <ac:spMk id="11" creationId="{7A1449FC-5DF0-42DF-A565-DC2D48589B9A}"/>
          </ac:spMkLst>
        </pc:spChg>
        <pc:spChg chg="add mod ord">
          <ac:chgData name="Umesh Zemse" userId="f5579818-f47c-4551-9630-9efa4dd51d64" providerId="ADAL" clId="{7BD1F271-D7CE-4DE1-902B-F340CAF19A23}" dt="2020-09-09T10:25:32.709" v="119" actId="1035"/>
          <ac:spMkLst>
            <pc:docMk/>
            <pc:sldMk cId="1107844993" sldId="289"/>
            <ac:spMk id="12" creationId="{1B4C0973-2C06-4AE8-96F2-A693E9A1157D}"/>
          </ac:spMkLst>
        </pc:spChg>
        <pc:spChg chg="add mod ord">
          <ac:chgData name="Umesh Zemse" userId="f5579818-f47c-4551-9630-9efa4dd51d64" providerId="ADAL" clId="{7BD1F271-D7CE-4DE1-902B-F340CAF19A23}" dt="2020-09-09T10:25:27.449" v="118" actId="167"/>
          <ac:spMkLst>
            <pc:docMk/>
            <pc:sldMk cId="1107844993" sldId="289"/>
            <ac:spMk id="13" creationId="{AEF21CE3-BC64-4993-84DF-A8EE624383EA}"/>
          </ac:spMkLst>
        </pc:spChg>
        <pc:spChg chg="add mod ord">
          <ac:chgData name="Umesh Zemse" userId="f5579818-f47c-4551-9630-9efa4dd51d64" providerId="ADAL" clId="{7BD1F271-D7CE-4DE1-902B-F340CAF19A23}" dt="2020-09-09T10:25:27.449" v="118" actId="167"/>
          <ac:spMkLst>
            <pc:docMk/>
            <pc:sldMk cId="1107844993" sldId="289"/>
            <ac:spMk id="14" creationId="{9B8F18BD-6E33-4A86-9199-DCCE347E16F2}"/>
          </ac:spMkLst>
        </pc:spChg>
        <pc:spChg chg="add mod ord">
          <ac:chgData name="Umesh Zemse" userId="f5579818-f47c-4551-9630-9efa4dd51d64" providerId="ADAL" clId="{7BD1F271-D7CE-4DE1-902B-F340CAF19A23}" dt="2020-09-09T10:26:02.702" v="124" actId="554"/>
          <ac:spMkLst>
            <pc:docMk/>
            <pc:sldMk cId="1107844993" sldId="289"/>
            <ac:spMk id="15" creationId="{D9BC52A2-8106-4920-AA53-8E8BE0EDF944}"/>
          </ac:spMkLst>
        </pc:spChg>
        <pc:grpChg chg="del">
          <ac:chgData name="Umesh Zemse" userId="f5579818-f47c-4551-9630-9efa4dd51d64" providerId="ADAL" clId="{7BD1F271-D7CE-4DE1-902B-F340CAF19A23}" dt="2020-09-09T10:23:49.215" v="95" actId="165"/>
          <ac:grpSpMkLst>
            <pc:docMk/>
            <pc:sldMk cId="1107844993" sldId="289"/>
            <ac:grpSpMk id="10" creationId="{BD7C01B3-427C-42D6-B6D6-5DCD6A09C0BD}"/>
          </ac:grpSpMkLst>
        </pc:grpChg>
      </pc:sldChg>
      <pc:sldChg chg="addSp modSp">
        <pc:chgData name="Umesh Zemse" userId="f5579818-f47c-4551-9630-9efa4dd51d64" providerId="ADAL" clId="{7BD1F271-D7CE-4DE1-902B-F340CAF19A23}" dt="2020-09-09T10:41:05.267" v="362" actId="207"/>
        <pc:sldMkLst>
          <pc:docMk/>
          <pc:sldMk cId="553882014" sldId="292"/>
        </pc:sldMkLst>
        <pc:spChg chg="mod">
          <ac:chgData name="Umesh Zemse" userId="f5579818-f47c-4551-9630-9efa4dd51d64" providerId="ADAL" clId="{7BD1F271-D7CE-4DE1-902B-F340CAF19A23}" dt="2020-09-09T10:41:05.267" v="362" actId="207"/>
          <ac:spMkLst>
            <pc:docMk/>
            <pc:sldMk cId="553882014" sldId="292"/>
            <ac:spMk id="2" creationId="{00000000-0000-0000-0000-000000000000}"/>
          </ac:spMkLst>
        </pc:spChg>
        <pc:grpChg chg="add">
          <ac:chgData name="Umesh Zemse" userId="f5579818-f47c-4551-9630-9efa4dd51d64" providerId="ADAL" clId="{7BD1F271-D7CE-4DE1-902B-F340CAF19A23}" dt="2020-09-09T10:40:57.870" v="360"/>
          <ac:grpSpMkLst>
            <pc:docMk/>
            <pc:sldMk cId="553882014" sldId="292"/>
            <ac:grpSpMk id="3" creationId="{01DFF431-DEFD-4D77-853A-20D839B65089}"/>
          </ac:grpSpMkLst>
        </pc:grpChg>
      </pc:sldChg>
      <pc:sldChg chg="modSp">
        <pc:chgData name="Umesh Zemse" userId="f5579818-f47c-4551-9630-9efa4dd51d64" providerId="ADAL" clId="{7BD1F271-D7CE-4DE1-902B-F340CAF19A23}" dt="2020-09-09T10:41:14.872" v="363" actId="1076"/>
        <pc:sldMkLst>
          <pc:docMk/>
          <pc:sldMk cId="2771644036" sldId="293"/>
        </pc:sldMkLst>
        <pc:spChg chg="mod">
          <ac:chgData name="Umesh Zemse" userId="f5579818-f47c-4551-9630-9efa4dd51d64" providerId="ADAL" clId="{7BD1F271-D7CE-4DE1-902B-F340CAF19A23}" dt="2020-09-09T10:41:14.872" v="363" actId="1076"/>
          <ac:spMkLst>
            <pc:docMk/>
            <pc:sldMk cId="2771644036" sldId="293"/>
            <ac:spMk id="2" creationId="{00000000-0000-0000-0000-000000000000}"/>
          </ac:spMkLst>
        </pc:spChg>
      </pc:sldChg>
      <pc:sldChg chg="modSp">
        <pc:chgData name="Umesh Zemse" userId="f5579818-f47c-4551-9630-9efa4dd51d64" providerId="ADAL" clId="{7BD1F271-D7CE-4DE1-902B-F340CAF19A23}" dt="2020-09-09T10:22:16.879" v="73" actId="27636"/>
        <pc:sldMkLst>
          <pc:docMk/>
          <pc:sldMk cId="2323935477" sldId="294"/>
        </pc:sldMkLst>
        <pc:spChg chg="mod">
          <ac:chgData name="Umesh Zemse" userId="f5579818-f47c-4551-9630-9efa4dd51d64" providerId="ADAL" clId="{7BD1F271-D7CE-4DE1-902B-F340CAF19A23}" dt="2020-09-09T10:22:16.879" v="73" actId="27636"/>
          <ac:spMkLst>
            <pc:docMk/>
            <pc:sldMk cId="2323935477" sldId="294"/>
            <ac:spMk id="2" creationId="{DB82709E-0EC0-4971-A1CA-640DDB0215EB}"/>
          </ac:spMkLst>
        </pc:spChg>
      </pc:sldChg>
      <pc:sldChg chg="modSp">
        <pc:chgData name="Umesh Zemse" userId="f5579818-f47c-4551-9630-9efa4dd51d64" providerId="ADAL" clId="{7BD1F271-D7CE-4DE1-902B-F340CAF19A23}" dt="2020-09-09T10:41:43.986" v="367" actId="404"/>
        <pc:sldMkLst>
          <pc:docMk/>
          <pc:sldMk cId="2969517211" sldId="295"/>
        </pc:sldMkLst>
        <pc:spChg chg="mod">
          <ac:chgData name="Umesh Zemse" userId="f5579818-f47c-4551-9630-9efa4dd51d64" providerId="ADAL" clId="{7BD1F271-D7CE-4DE1-902B-F340CAF19A23}" dt="2020-09-09T10:41:43.986" v="367" actId="404"/>
          <ac:spMkLst>
            <pc:docMk/>
            <pc:sldMk cId="2969517211" sldId="295"/>
            <ac:spMk id="2" creationId="{BAF803E9-47AC-42F4-808B-984CC278ED0B}"/>
          </ac:spMkLst>
        </pc:spChg>
      </pc:sldChg>
      <pc:sldChg chg="modSp">
        <pc:chgData name="Umesh Zemse" userId="f5579818-f47c-4551-9630-9efa4dd51d64" providerId="ADAL" clId="{7BD1F271-D7CE-4DE1-902B-F340CAF19A23}" dt="2020-09-09T10:50:13.164" v="511" actId="20577"/>
        <pc:sldMkLst>
          <pc:docMk/>
          <pc:sldMk cId="3305528177" sldId="296"/>
        </pc:sldMkLst>
        <pc:spChg chg="mod">
          <ac:chgData name="Umesh Zemse" userId="f5579818-f47c-4551-9630-9efa4dd51d64" providerId="ADAL" clId="{7BD1F271-D7CE-4DE1-902B-F340CAF19A23}" dt="2020-09-09T10:42:12.911" v="369" actId="1076"/>
          <ac:spMkLst>
            <pc:docMk/>
            <pc:sldMk cId="3305528177" sldId="296"/>
            <ac:spMk id="2" creationId="{E0104F68-A9B6-4A9C-BD18-0301D1C829DB}"/>
          </ac:spMkLst>
        </pc:spChg>
        <pc:spChg chg="mod">
          <ac:chgData name="Umesh Zemse" userId="f5579818-f47c-4551-9630-9efa4dd51d64" providerId="ADAL" clId="{7BD1F271-D7CE-4DE1-902B-F340CAF19A23}" dt="2020-09-09T10:49:27.831" v="463" actId="20577"/>
          <ac:spMkLst>
            <pc:docMk/>
            <pc:sldMk cId="3305528177" sldId="296"/>
            <ac:spMk id="11" creationId="{F37D74E3-585D-4E7D-90FB-90B97715A1C2}"/>
          </ac:spMkLst>
        </pc:spChg>
        <pc:spChg chg="mod">
          <ac:chgData name="Umesh Zemse" userId="f5579818-f47c-4551-9630-9efa4dd51d64" providerId="ADAL" clId="{7BD1F271-D7CE-4DE1-902B-F340CAF19A23}" dt="2020-09-09T10:49:38.306" v="474" actId="20577"/>
          <ac:spMkLst>
            <pc:docMk/>
            <pc:sldMk cId="3305528177" sldId="296"/>
            <ac:spMk id="12" creationId="{757A82B3-4AF2-4211-B555-0CE256758C51}"/>
          </ac:spMkLst>
        </pc:spChg>
        <pc:spChg chg="mod">
          <ac:chgData name="Umesh Zemse" userId="f5579818-f47c-4551-9630-9efa4dd51d64" providerId="ADAL" clId="{7BD1F271-D7CE-4DE1-902B-F340CAF19A23}" dt="2020-09-09T10:49:52.305" v="487" actId="20577"/>
          <ac:spMkLst>
            <pc:docMk/>
            <pc:sldMk cId="3305528177" sldId="296"/>
            <ac:spMk id="27" creationId="{B46BB860-9FCC-471B-B1DB-CC177706B8CB}"/>
          </ac:spMkLst>
        </pc:spChg>
        <pc:spChg chg="mod">
          <ac:chgData name="Umesh Zemse" userId="f5579818-f47c-4551-9630-9efa4dd51d64" providerId="ADAL" clId="{7BD1F271-D7CE-4DE1-902B-F340CAF19A23}" dt="2020-09-09T10:50:03.167" v="500" actId="20577"/>
          <ac:spMkLst>
            <pc:docMk/>
            <pc:sldMk cId="3305528177" sldId="296"/>
            <ac:spMk id="31" creationId="{864F2EA2-D3FA-4B29-B824-58D41C0151C4}"/>
          </ac:spMkLst>
        </pc:spChg>
        <pc:spChg chg="mod">
          <ac:chgData name="Umesh Zemse" userId="f5579818-f47c-4551-9630-9efa4dd51d64" providerId="ADAL" clId="{7BD1F271-D7CE-4DE1-902B-F340CAF19A23}" dt="2020-09-09T10:50:13.164" v="511" actId="20577"/>
          <ac:spMkLst>
            <pc:docMk/>
            <pc:sldMk cId="3305528177" sldId="296"/>
            <ac:spMk id="33" creationId="{2B65CB3B-095B-4A91-A457-6D5825DEABD9}"/>
          </ac:spMkLst>
        </pc:spChg>
      </pc:sldChg>
      <pc:sldChg chg="modSp">
        <pc:chgData name="Umesh Zemse" userId="f5579818-f47c-4551-9630-9efa4dd51d64" providerId="ADAL" clId="{7BD1F271-D7CE-4DE1-902B-F340CAF19A23}" dt="2020-09-09T10:52:52.934" v="617" actId="20577"/>
        <pc:sldMkLst>
          <pc:docMk/>
          <pc:sldMk cId="1948447143" sldId="297"/>
        </pc:sldMkLst>
        <pc:spChg chg="mod">
          <ac:chgData name="Umesh Zemse" userId="f5579818-f47c-4551-9630-9efa4dd51d64" providerId="ADAL" clId="{7BD1F271-D7CE-4DE1-902B-F340CAF19A23}" dt="2020-09-09T10:42:37.895" v="373" actId="1076"/>
          <ac:spMkLst>
            <pc:docMk/>
            <pc:sldMk cId="1948447143" sldId="297"/>
            <ac:spMk id="2" creationId="{11E3A721-98EA-4FA0-9C28-A1CD39FEBC42}"/>
          </ac:spMkLst>
        </pc:spChg>
        <pc:spChg chg="mod ord">
          <ac:chgData name="Umesh Zemse" userId="f5579818-f47c-4551-9630-9efa4dd51d64" providerId="ADAL" clId="{7BD1F271-D7CE-4DE1-902B-F340CAF19A23}" dt="2020-09-09T10:52:18.228" v="587" actId="20577"/>
          <ac:spMkLst>
            <pc:docMk/>
            <pc:sldMk cId="1948447143" sldId="297"/>
            <ac:spMk id="7" creationId="{1EC99875-9AF0-4886-A485-6408E5688E53}"/>
          </ac:spMkLst>
        </pc:spChg>
        <pc:spChg chg="mod">
          <ac:chgData name="Umesh Zemse" userId="f5579818-f47c-4551-9630-9efa4dd51d64" providerId="ADAL" clId="{7BD1F271-D7CE-4DE1-902B-F340CAF19A23}" dt="2020-09-09T10:52:31.782" v="601" actId="20577"/>
          <ac:spMkLst>
            <pc:docMk/>
            <pc:sldMk cId="1948447143" sldId="297"/>
            <ac:spMk id="14" creationId="{30B4120C-8249-4285-AB77-F6E157DCD137}"/>
          </ac:spMkLst>
        </pc:spChg>
        <pc:spChg chg="mod">
          <ac:chgData name="Umesh Zemse" userId="f5579818-f47c-4551-9630-9efa4dd51d64" providerId="ADAL" clId="{7BD1F271-D7CE-4DE1-902B-F340CAF19A23}" dt="2020-09-09T10:52:45.020" v="608" actId="20577"/>
          <ac:spMkLst>
            <pc:docMk/>
            <pc:sldMk cId="1948447143" sldId="297"/>
            <ac:spMk id="16" creationId="{0FB3CE8C-3079-4DC3-8E89-30279AD8187D}"/>
          </ac:spMkLst>
        </pc:spChg>
        <pc:spChg chg="mod">
          <ac:chgData name="Umesh Zemse" userId="f5579818-f47c-4551-9630-9efa4dd51d64" providerId="ADAL" clId="{7BD1F271-D7CE-4DE1-902B-F340CAF19A23}" dt="2020-09-09T10:52:52.934" v="617" actId="20577"/>
          <ac:spMkLst>
            <pc:docMk/>
            <pc:sldMk cId="1948447143" sldId="297"/>
            <ac:spMk id="18" creationId="{F33CD066-D592-4CFC-8DEA-44455FE4A64F}"/>
          </ac:spMkLst>
        </pc:spChg>
      </pc:sldChg>
      <pc:sldChg chg="modSp">
        <pc:chgData name="Umesh Zemse" userId="f5579818-f47c-4551-9630-9efa4dd51d64" providerId="ADAL" clId="{7BD1F271-D7CE-4DE1-902B-F340CAF19A23}" dt="2020-09-09T10:56:25.585" v="779" actId="1038"/>
        <pc:sldMkLst>
          <pc:docMk/>
          <pc:sldMk cId="2075490455" sldId="298"/>
        </pc:sldMkLst>
        <pc:spChg chg="mod">
          <ac:chgData name="Umesh Zemse" userId="f5579818-f47c-4551-9630-9efa4dd51d64" providerId="ADAL" clId="{7BD1F271-D7CE-4DE1-902B-F340CAF19A23}" dt="2020-09-09T10:42:53.752" v="376" actId="1076"/>
          <ac:spMkLst>
            <pc:docMk/>
            <pc:sldMk cId="2075490455" sldId="298"/>
            <ac:spMk id="2" creationId="{08B7163A-92FA-4BF2-BC13-7AA24BB08966}"/>
          </ac:spMkLst>
        </pc:spChg>
        <pc:spChg chg="mod">
          <ac:chgData name="Umesh Zemse" userId="f5579818-f47c-4551-9630-9efa4dd51d64" providerId="ADAL" clId="{7BD1F271-D7CE-4DE1-902B-F340CAF19A23}" dt="2020-09-09T10:56:25.585" v="779" actId="1038"/>
          <ac:spMkLst>
            <pc:docMk/>
            <pc:sldMk cId="2075490455" sldId="298"/>
            <ac:spMk id="73" creationId="{D9061128-30D3-498C-AB48-44F2A70B5EF3}"/>
          </ac:spMkLst>
        </pc:spChg>
        <pc:spChg chg="mod">
          <ac:chgData name="Umesh Zemse" userId="f5579818-f47c-4551-9630-9efa4dd51d64" providerId="ADAL" clId="{7BD1F271-D7CE-4DE1-902B-F340CAF19A23}" dt="2020-09-09T10:55:34.054" v="739" actId="20577"/>
          <ac:spMkLst>
            <pc:docMk/>
            <pc:sldMk cId="2075490455" sldId="298"/>
            <ac:spMk id="75" creationId="{AB80592B-4177-4AE8-8C15-92FA3BFADA78}"/>
          </ac:spMkLst>
        </pc:spChg>
        <pc:spChg chg="mod">
          <ac:chgData name="Umesh Zemse" userId="f5579818-f47c-4551-9630-9efa4dd51d64" providerId="ADAL" clId="{7BD1F271-D7CE-4DE1-902B-F340CAF19A23}" dt="2020-09-09T10:55:31.066" v="733" actId="20577"/>
          <ac:spMkLst>
            <pc:docMk/>
            <pc:sldMk cId="2075490455" sldId="298"/>
            <ac:spMk id="76" creationId="{35DF31D0-ADA4-4CAD-A08A-2DE4A5EDF7C7}"/>
          </ac:spMkLst>
        </pc:spChg>
        <pc:spChg chg="mod">
          <ac:chgData name="Umesh Zemse" userId="f5579818-f47c-4551-9630-9efa4dd51d64" providerId="ADAL" clId="{7BD1F271-D7CE-4DE1-902B-F340CAF19A23}" dt="2020-09-09T10:55:39.132" v="748" actId="20577"/>
          <ac:spMkLst>
            <pc:docMk/>
            <pc:sldMk cId="2075490455" sldId="298"/>
            <ac:spMk id="85" creationId="{49D8E490-5CC6-448C-A007-4BBF5F947765}"/>
          </ac:spMkLst>
        </pc:spChg>
        <pc:spChg chg="mod">
          <ac:chgData name="Umesh Zemse" userId="f5579818-f47c-4551-9630-9efa4dd51d64" providerId="ADAL" clId="{7BD1F271-D7CE-4DE1-902B-F340CAF19A23}" dt="2020-09-09T10:55:46.297" v="757" actId="20577"/>
          <ac:spMkLst>
            <pc:docMk/>
            <pc:sldMk cId="2075490455" sldId="298"/>
            <ac:spMk id="86" creationId="{E42CC9C9-7FBD-49CB-9DAD-25490FE6A608}"/>
          </ac:spMkLst>
        </pc:spChg>
        <pc:spChg chg="mod">
          <ac:chgData name="Umesh Zemse" userId="f5579818-f47c-4551-9630-9efa4dd51d64" providerId="ADAL" clId="{7BD1F271-D7CE-4DE1-902B-F340CAF19A23}" dt="2020-09-09T10:55:52.117" v="767" actId="20577"/>
          <ac:spMkLst>
            <pc:docMk/>
            <pc:sldMk cId="2075490455" sldId="298"/>
            <ac:spMk id="87" creationId="{6D45CF89-BF5C-4902-80C2-54DA0EABFCC4}"/>
          </ac:spMkLst>
        </pc:spChg>
        <pc:spChg chg="mod">
          <ac:chgData name="Umesh Zemse" userId="f5579818-f47c-4551-9630-9efa4dd51d64" providerId="ADAL" clId="{7BD1F271-D7CE-4DE1-902B-F340CAF19A23}" dt="2020-09-09T10:55:55.993" v="774" actId="20577"/>
          <ac:spMkLst>
            <pc:docMk/>
            <pc:sldMk cId="2075490455" sldId="298"/>
            <ac:spMk id="88" creationId="{E910AF9B-63B3-475D-833B-40071CD1DC34}"/>
          </ac:spMkLst>
        </pc:spChg>
        <pc:graphicFrameChg chg="ord">
          <ac:chgData name="Umesh Zemse" userId="f5579818-f47c-4551-9630-9efa4dd51d64" providerId="ADAL" clId="{7BD1F271-D7CE-4DE1-902B-F340CAF19A23}" dt="2020-09-09T10:56:10.527" v="775" actId="167"/>
          <ac:graphicFrameMkLst>
            <pc:docMk/>
            <pc:sldMk cId="2075490455" sldId="298"/>
            <ac:graphicFrameMk id="74" creationId="{251B0105-864B-4306-BD58-24A59F6B6245}"/>
          </ac:graphicFrameMkLst>
        </pc:graphicFrameChg>
      </pc:sldChg>
      <pc:sldChg chg="addSp modSp">
        <pc:chgData name="Umesh Zemse" userId="f5579818-f47c-4551-9630-9efa4dd51d64" providerId="ADAL" clId="{7BD1F271-D7CE-4DE1-902B-F340CAF19A23}" dt="2020-09-09T10:43:14.569" v="379" actId="207"/>
        <pc:sldMkLst>
          <pc:docMk/>
          <pc:sldMk cId="523706966" sldId="299"/>
        </pc:sldMkLst>
        <pc:spChg chg="mod">
          <ac:chgData name="Umesh Zemse" userId="f5579818-f47c-4551-9630-9efa4dd51d64" providerId="ADAL" clId="{7BD1F271-D7CE-4DE1-902B-F340CAF19A23}" dt="2020-09-09T10:43:14.569" v="379" actId="207"/>
          <ac:spMkLst>
            <pc:docMk/>
            <pc:sldMk cId="523706966" sldId="299"/>
            <ac:spMk id="4" creationId="{4C316F01-5026-402C-A495-1ECF38A2E385}"/>
          </ac:spMkLst>
        </pc:spChg>
        <pc:grpChg chg="add">
          <ac:chgData name="Umesh Zemse" userId="f5579818-f47c-4551-9630-9efa4dd51d64" providerId="ADAL" clId="{7BD1F271-D7CE-4DE1-902B-F340CAF19A23}" dt="2020-09-09T10:43:02.901" v="377"/>
          <ac:grpSpMkLst>
            <pc:docMk/>
            <pc:sldMk cId="523706966" sldId="299"/>
            <ac:grpSpMk id="3" creationId="{D537DF8C-9872-4162-9227-E0441216D655}"/>
          </ac:grpSpMkLst>
        </pc:grpChg>
      </pc:sldChg>
      <pc:sldChg chg="addSp delSp modSp">
        <pc:chgData name="Umesh Zemse" userId="f5579818-f47c-4551-9630-9efa4dd51d64" providerId="ADAL" clId="{7BD1F271-D7CE-4DE1-902B-F340CAF19A23}" dt="2020-09-09T10:44:16.433" v="389" actId="207"/>
        <pc:sldMkLst>
          <pc:docMk/>
          <pc:sldMk cId="382840632" sldId="300"/>
        </pc:sldMkLst>
        <pc:spChg chg="del mod">
          <ac:chgData name="Umesh Zemse" userId="f5579818-f47c-4551-9630-9efa4dd51d64" providerId="ADAL" clId="{7BD1F271-D7CE-4DE1-902B-F340CAF19A23}" dt="2020-09-09T10:43:45.230" v="383" actId="478"/>
          <ac:spMkLst>
            <pc:docMk/>
            <pc:sldMk cId="382840632" sldId="300"/>
            <ac:spMk id="2" creationId="{27512A58-622E-47B9-BF72-67F91064FAEB}"/>
          </ac:spMkLst>
        </pc:spChg>
        <pc:spChg chg="mod">
          <ac:chgData name="Umesh Zemse" userId="f5579818-f47c-4551-9630-9efa4dd51d64" providerId="ADAL" clId="{7BD1F271-D7CE-4DE1-902B-F340CAF19A23}" dt="2020-09-09T10:44:16.433" v="389" actId="207"/>
          <ac:spMkLst>
            <pc:docMk/>
            <pc:sldMk cId="382840632" sldId="300"/>
            <ac:spMk id="6" creationId="{23235D2C-F7D3-419F-BEE9-C455EC6484B0}"/>
          </ac:spMkLst>
        </pc:spChg>
        <pc:spChg chg="add del mod">
          <ac:chgData name="Umesh Zemse" userId="f5579818-f47c-4551-9630-9efa4dd51d64" providerId="ADAL" clId="{7BD1F271-D7CE-4DE1-902B-F340CAF19A23}" dt="2020-09-09T10:43:49.389" v="384" actId="478"/>
          <ac:spMkLst>
            <pc:docMk/>
            <pc:sldMk cId="382840632" sldId="300"/>
            <ac:spMk id="7" creationId="{1A4274D8-FF06-4855-BE85-5AD318911DBF}"/>
          </ac:spMkLst>
        </pc:spChg>
        <pc:spChg chg="add mod">
          <ac:chgData name="Umesh Zemse" userId="f5579818-f47c-4551-9630-9efa4dd51d64" providerId="ADAL" clId="{7BD1F271-D7CE-4DE1-902B-F340CAF19A23}" dt="2020-09-09T10:44:13.762" v="388" actId="207"/>
          <ac:spMkLst>
            <pc:docMk/>
            <pc:sldMk cId="382840632" sldId="300"/>
            <ac:spMk id="13" creationId="{87FFA6AF-B4B5-4071-A18D-548F217FFCE9}"/>
          </ac:spMkLst>
        </pc:spChg>
      </pc:sldChg>
      <pc:sldChg chg="modSp">
        <pc:chgData name="Umesh Zemse" userId="f5579818-f47c-4551-9630-9efa4dd51d64" providerId="ADAL" clId="{7BD1F271-D7CE-4DE1-902B-F340CAF19A23}" dt="2020-09-09T10:42:17.143" v="370" actId="1076"/>
        <pc:sldMkLst>
          <pc:docMk/>
          <pc:sldMk cId="1791304860" sldId="307"/>
        </pc:sldMkLst>
        <pc:spChg chg="mod">
          <ac:chgData name="Umesh Zemse" userId="f5579818-f47c-4551-9630-9efa4dd51d64" providerId="ADAL" clId="{7BD1F271-D7CE-4DE1-902B-F340CAF19A23}" dt="2020-09-09T10:42:17.143" v="370" actId="1076"/>
          <ac:spMkLst>
            <pc:docMk/>
            <pc:sldMk cId="1791304860" sldId="307"/>
            <ac:spMk id="2" creationId="{E0104F68-A9B6-4A9C-BD18-0301D1C829DB}"/>
          </ac:spMkLst>
        </pc:spChg>
      </pc:sldChg>
      <pc:sldChg chg="modSp">
        <pc:chgData name="Umesh Zemse" userId="f5579818-f47c-4551-9630-9efa4dd51d64" providerId="ADAL" clId="{7BD1F271-D7CE-4DE1-902B-F340CAF19A23}" dt="2020-09-09T10:42:24.455" v="371" actId="1076"/>
        <pc:sldMkLst>
          <pc:docMk/>
          <pc:sldMk cId="3545767512" sldId="308"/>
        </pc:sldMkLst>
        <pc:spChg chg="mod">
          <ac:chgData name="Umesh Zemse" userId="f5579818-f47c-4551-9630-9efa4dd51d64" providerId="ADAL" clId="{7BD1F271-D7CE-4DE1-902B-F340CAF19A23}" dt="2020-09-09T10:42:24.455" v="371" actId="1076"/>
          <ac:spMkLst>
            <pc:docMk/>
            <pc:sldMk cId="3545767512" sldId="308"/>
            <ac:spMk id="2" creationId="{E0104F68-A9B6-4A9C-BD18-0301D1C829DB}"/>
          </ac:spMkLst>
        </pc:spChg>
      </pc:sldChg>
      <pc:sldChg chg="modSp">
        <pc:chgData name="Umesh Zemse" userId="f5579818-f47c-4551-9630-9efa4dd51d64" providerId="ADAL" clId="{7BD1F271-D7CE-4DE1-902B-F340CAF19A23}" dt="2020-09-09T10:51:30.015" v="575" actId="20577"/>
        <pc:sldMkLst>
          <pc:docMk/>
          <pc:sldMk cId="543032260" sldId="309"/>
        </pc:sldMkLst>
        <pc:spChg chg="mod">
          <ac:chgData name="Umesh Zemse" userId="f5579818-f47c-4551-9630-9efa4dd51d64" providerId="ADAL" clId="{7BD1F271-D7CE-4DE1-902B-F340CAF19A23}" dt="2020-09-09T10:42:30.583" v="372" actId="1076"/>
          <ac:spMkLst>
            <pc:docMk/>
            <pc:sldMk cId="543032260" sldId="309"/>
            <ac:spMk id="2" creationId="{E0104F68-A9B6-4A9C-BD18-0301D1C829DB}"/>
          </ac:spMkLst>
        </pc:spChg>
        <pc:spChg chg="mod">
          <ac:chgData name="Umesh Zemse" userId="f5579818-f47c-4551-9630-9efa4dd51d64" providerId="ADAL" clId="{7BD1F271-D7CE-4DE1-902B-F340CAF19A23}" dt="2020-09-09T10:50:45.936" v="526" actId="20577"/>
          <ac:spMkLst>
            <pc:docMk/>
            <pc:sldMk cId="543032260" sldId="309"/>
            <ac:spMk id="9" creationId="{410D83FC-7940-402F-B5B0-F709D30A86A8}"/>
          </ac:spMkLst>
        </pc:spChg>
        <pc:spChg chg="mod">
          <ac:chgData name="Umesh Zemse" userId="f5579818-f47c-4551-9630-9efa4dd51d64" providerId="ADAL" clId="{7BD1F271-D7CE-4DE1-902B-F340CAF19A23}" dt="2020-09-09T10:50:39.341" v="518" actId="20577"/>
          <ac:spMkLst>
            <pc:docMk/>
            <pc:sldMk cId="543032260" sldId="309"/>
            <ac:spMk id="11" creationId="{F37D74E3-585D-4E7D-90FB-90B97715A1C2}"/>
          </ac:spMkLst>
        </pc:spChg>
        <pc:spChg chg="mod">
          <ac:chgData name="Umesh Zemse" userId="f5579818-f47c-4551-9630-9efa4dd51d64" providerId="ADAL" clId="{7BD1F271-D7CE-4DE1-902B-F340CAF19A23}" dt="2020-09-09T10:50:57.874" v="538" actId="20577"/>
          <ac:spMkLst>
            <pc:docMk/>
            <pc:sldMk cId="543032260" sldId="309"/>
            <ac:spMk id="12" creationId="{757A82B3-4AF2-4211-B555-0CE256758C51}"/>
          </ac:spMkLst>
        </pc:spChg>
        <pc:spChg chg="mod">
          <ac:chgData name="Umesh Zemse" userId="f5579818-f47c-4551-9630-9efa4dd51d64" providerId="ADAL" clId="{7BD1F271-D7CE-4DE1-902B-F340CAF19A23}" dt="2020-09-09T10:51:10.528" v="551" actId="20577"/>
          <ac:spMkLst>
            <pc:docMk/>
            <pc:sldMk cId="543032260" sldId="309"/>
            <ac:spMk id="27" creationId="{B46BB860-9FCC-471B-B1DB-CC177706B8CB}"/>
          </ac:spMkLst>
        </pc:spChg>
        <pc:spChg chg="mod">
          <ac:chgData name="Umesh Zemse" userId="f5579818-f47c-4551-9630-9efa4dd51d64" providerId="ADAL" clId="{7BD1F271-D7CE-4DE1-902B-F340CAF19A23}" dt="2020-09-09T10:51:22.906" v="565" actId="20577"/>
          <ac:spMkLst>
            <pc:docMk/>
            <pc:sldMk cId="543032260" sldId="309"/>
            <ac:spMk id="31" creationId="{864F2EA2-D3FA-4B29-B824-58D41C0151C4}"/>
          </ac:spMkLst>
        </pc:spChg>
        <pc:spChg chg="mod">
          <ac:chgData name="Umesh Zemse" userId="f5579818-f47c-4551-9630-9efa4dd51d64" providerId="ADAL" clId="{7BD1F271-D7CE-4DE1-902B-F340CAF19A23}" dt="2020-09-09T10:51:30.015" v="575" actId="20577"/>
          <ac:spMkLst>
            <pc:docMk/>
            <pc:sldMk cId="543032260" sldId="309"/>
            <ac:spMk id="33" creationId="{2B65CB3B-095B-4A91-A457-6D5825DEABD9}"/>
          </ac:spMkLst>
        </pc:spChg>
      </pc:sldChg>
      <pc:sldChg chg="modSp">
        <pc:chgData name="Umesh Zemse" userId="f5579818-f47c-4551-9630-9efa4dd51d64" providerId="ADAL" clId="{7BD1F271-D7CE-4DE1-902B-F340CAF19A23}" dt="2020-09-09T10:53:40.976" v="670" actId="20577"/>
        <pc:sldMkLst>
          <pc:docMk/>
          <pc:sldMk cId="2360601023" sldId="310"/>
        </pc:sldMkLst>
        <pc:spChg chg="mod">
          <ac:chgData name="Umesh Zemse" userId="f5579818-f47c-4551-9630-9efa4dd51d64" providerId="ADAL" clId="{7BD1F271-D7CE-4DE1-902B-F340CAF19A23}" dt="2020-09-09T10:42:42.271" v="374" actId="1076"/>
          <ac:spMkLst>
            <pc:docMk/>
            <pc:sldMk cId="2360601023" sldId="310"/>
            <ac:spMk id="2" creationId="{E0104F68-A9B6-4A9C-BD18-0301D1C829DB}"/>
          </ac:spMkLst>
        </pc:spChg>
        <pc:spChg chg="mod">
          <ac:chgData name="Umesh Zemse" userId="f5579818-f47c-4551-9630-9efa4dd51d64" providerId="ADAL" clId="{7BD1F271-D7CE-4DE1-902B-F340CAF19A23}" dt="2020-09-09T10:53:19.076" v="637" actId="20577"/>
          <ac:spMkLst>
            <pc:docMk/>
            <pc:sldMk cId="2360601023" sldId="310"/>
            <ac:spMk id="9" creationId="{410D83FC-7940-402F-B5B0-F709D30A86A8}"/>
          </ac:spMkLst>
        </pc:spChg>
        <pc:spChg chg="mod">
          <ac:chgData name="Umesh Zemse" userId="f5579818-f47c-4551-9630-9efa4dd51d64" providerId="ADAL" clId="{7BD1F271-D7CE-4DE1-902B-F340CAF19A23}" dt="2020-09-09T10:53:10.354" v="630" actId="20577"/>
          <ac:spMkLst>
            <pc:docMk/>
            <pc:sldMk cId="2360601023" sldId="310"/>
            <ac:spMk id="11" creationId="{F37D74E3-585D-4E7D-90FB-90B97715A1C2}"/>
          </ac:spMkLst>
        </pc:spChg>
        <pc:spChg chg="mod">
          <ac:chgData name="Umesh Zemse" userId="f5579818-f47c-4551-9630-9efa4dd51d64" providerId="ADAL" clId="{7BD1F271-D7CE-4DE1-902B-F340CAF19A23}" dt="2020-09-09T10:53:25.809" v="642" actId="20577"/>
          <ac:spMkLst>
            <pc:docMk/>
            <pc:sldMk cId="2360601023" sldId="310"/>
            <ac:spMk id="39" creationId="{E50F7005-A0A5-4774-8127-5856594B3A10}"/>
          </ac:spMkLst>
        </pc:spChg>
        <pc:spChg chg="mod">
          <ac:chgData name="Umesh Zemse" userId="f5579818-f47c-4551-9630-9efa4dd51d64" providerId="ADAL" clId="{7BD1F271-D7CE-4DE1-902B-F340CAF19A23}" dt="2020-09-09T10:53:32.968" v="653" actId="20577"/>
          <ac:spMkLst>
            <pc:docMk/>
            <pc:sldMk cId="2360601023" sldId="310"/>
            <ac:spMk id="40" creationId="{1DD1F160-86D3-4E84-A973-EE048ED5C330}"/>
          </ac:spMkLst>
        </pc:spChg>
        <pc:spChg chg="mod">
          <ac:chgData name="Umesh Zemse" userId="f5579818-f47c-4551-9630-9efa4dd51d64" providerId="ADAL" clId="{7BD1F271-D7CE-4DE1-902B-F340CAF19A23}" dt="2020-09-09T10:53:37.652" v="662" actId="20577"/>
          <ac:spMkLst>
            <pc:docMk/>
            <pc:sldMk cId="2360601023" sldId="310"/>
            <ac:spMk id="42" creationId="{D77F08B0-E8F7-460F-B24E-9D87ED166589}"/>
          </ac:spMkLst>
        </pc:spChg>
        <pc:spChg chg="mod">
          <ac:chgData name="Umesh Zemse" userId="f5579818-f47c-4551-9630-9efa4dd51d64" providerId="ADAL" clId="{7BD1F271-D7CE-4DE1-902B-F340CAF19A23}" dt="2020-09-09T10:53:40.976" v="670" actId="20577"/>
          <ac:spMkLst>
            <pc:docMk/>
            <pc:sldMk cId="2360601023" sldId="310"/>
            <ac:spMk id="45" creationId="{2376E528-DFB4-47FB-85E0-38009A9119BA}"/>
          </ac:spMkLst>
        </pc:spChg>
        <pc:spChg chg="mod">
          <ac:chgData name="Umesh Zemse" userId="f5579818-f47c-4551-9630-9efa4dd51d64" providerId="ADAL" clId="{7BD1F271-D7CE-4DE1-902B-F340CAF19A23}" dt="2020-09-09T10:53:04.199" v="623" actId="20577"/>
          <ac:spMkLst>
            <pc:docMk/>
            <pc:sldMk cId="2360601023" sldId="310"/>
            <ac:spMk id="53" creationId="{5AED39E9-5BA2-4F25-919A-A073CBCBCAA2}"/>
          </ac:spMkLst>
        </pc:spChg>
      </pc:sldChg>
      <pc:sldChg chg="modSp">
        <pc:chgData name="Umesh Zemse" userId="f5579818-f47c-4551-9630-9efa4dd51d64" providerId="ADAL" clId="{7BD1F271-D7CE-4DE1-902B-F340CAF19A23}" dt="2020-09-09T10:54:38.678" v="728" actId="20577"/>
        <pc:sldMkLst>
          <pc:docMk/>
          <pc:sldMk cId="241382766" sldId="311"/>
        </pc:sldMkLst>
        <pc:spChg chg="mod">
          <ac:chgData name="Umesh Zemse" userId="f5579818-f47c-4551-9630-9efa4dd51d64" providerId="ADAL" clId="{7BD1F271-D7CE-4DE1-902B-F340CAF19A23}" dt="2020-09-09T10:42:49.247" v="375" actId="1076"/>
          <ac:spMkLst>
            <pc:docMk/>
            <pc:sldMk cId="241382766" sldId="311"/>
            <ac:spMk id="2" creationId="{E0104F68-A9B6-4A9C-BD18-0301D1C829DB}"/>
          </ac:spMkLst>
        </pc:spChg>
        <pc:spChg chg="mod ord">
          <ac:chgData name="Umesh Zemse" userId="f5579818-f47c-4551-9630-9efa4dd51d64" providerId="ADAL" clId="{7BD1F271-D7CE-4DE1-902B-F340CAF19A23}" dt="2020-09-09T10:54:06.677" v="680" actId="20577"/>
          <ac:spMkLst>
            <pc:docMk/>
            <pc:sldMk cId="241382766" sldId="311"/>
            <ac:spMk id="9" creationId="{410D83FC-7940-402F-B5B0-F709D30A86A8}"/>
          </ac:spMkLst>
        </pc:spChg>
        <pc:spChg chg="mod ord">
          <ac:chgData name="Umesh Zemse" userId="f5579818-f47c-4551-9630-9efa4dd51d64" providerId="ADAL" clId="{7BD1F271-D7CE-4DE1-902B-F340CAF19A23}" dt="2020-09-09T10:54:15.886" v="687" actId="20577"/>
          <ac:spMkLst>
            <pc:docMk/>
            <pc:sldMk cId="241382766" sldId="311"/>
            <ac:spMk id="11" creationId="{F37D74E3-585D-4E7D-90FB-90B97715A1C2}"/>
          </ac:spMkLst>
        </pc:spChg>
        <pc:spChg chg="mod">
          <ac:chgData name="Umesh Zemse" userId="f5579818-f47c-4551-9630-9efa4dd51d64" providerId="ADAL" clId="{7BD1F271-D7CE-4DE1-902B-F340CAF19A23}" dt="2020-09-09T10:54:21.099" v="697" actId="20577"/>
          <ac:spMkLst>
            <pc:docMk/>
            <pc:sldMk cId="241382766" sldId="311"/>
            <ac:spMk id="39" creationId="{E50F7005-A0A5-4774-8127-5856594B3A10}"/>
          </ac:spMkLst>
        </pc:spChg>
        <pc:spChg chg="mod">
          <ac:chgData name="Umesh Zemse" userId="f5579818-f47c-4551-9630-9efa4dd51d64" providerId="ADAL" clId="{7BD1F271-D7CE-4DE1-902B-F340CAF19A23}" dt="2020-09-09T10:54:26.385" v="707" actId="20577"/>
          <ac:spMkLst>
            <pc:docMk/>
            <pc:sldMk cId="241382766" sldId="311"/>
            <ac:spMk id="40" creationId="{1DD1F160-86D3-4E84-A973-EE048ED5C330}"/>
          </ac:spMkLst>
        </pc:spChg>
        <pc:spChg chg="mod">
          <ac:chgData name="Umesh Zemse" userId="f5579818-f47c-4551-9630-9efa4dd51d64" providerId="ADAL" clId="{7BD1F271-D7CE-4DE1-902B-F340CAF19A23}" dt="2020-09-09T10:54:33.756" v="719" actId="20577"/>
          <ac:spMkLst>
            <pc:docMk/>
            <pc:sldMk cId="241382766" sldId="311"/>
            <ac:spMk id="42" creationId="{D77F08B0-E8F7-460F-B24E-9D87ED166589}"/>
          </ac:spMkLst>
        </pc:spChg>
        <pc:spChg chg="mod">
          <ac:chgData name="Umesh Zemse" userId="f5579818-f47c-4551-9630-9efa4dd51d64" providerId="ADAL" clId="{7BD1F271-D7CE-4DE1-902B-F340CAF19A23}" dt="2020-09-09T10:54:38.678" v="728" actId="20577"/>
          <ac:spMkLst>
            <pc:docMk/>
            <pc:sldMk cId="241382766" sldId="311"/>
            <ac:spMk id="45" creationId="{2376E528-DFB4-47FB-85E0-38009A9119BA}"/>
          </ac:spMkLst>
        </pc:spChg>
      </pc:sldChg>
      <pc:sldChg chg="modSp">
        <pc:chgData name="Umesh Zemse" userId="f5579818-f47c-4551-9630-9efa4dd51d64" providerId="ADAL" clId="{7BD1F271-D7CE-4DE1-902B-F340CAF19A23}" dt="2020-09-09T10:45:14.896" v="391" actId="207"/>
        <pc:sldMkLst>
          <pc:docMk/>
          <pc:sldMk cId="2646424376" sldId="312"/>
        </pc:sldMkLst>
        <pc:spChg chg="mod">
          <ac:chgData name="Umesh Zemse" userId="f5579818-f47c-4551-9630-9efa4dd51d64" providerId="ADAL" clId="{7BD1F271-D7CE-4DE1-902B-F340CAF19A23}" dt="2020-09-09T10:45:14.896" v="391" actId="207"/>
          <ac:spMkLst>
            <pc:docMk/>
            <pc:sldMk cId="2646424376" sldId="312"/>
            <ac:spMk id="2" creationId="{DB82709E-0EC0-4971-A1CA-640DDB0215EB}"/>
          </ac:spMkLst>
        </pc:spChg>
      </pc:sldChg>
      <pc:sldChg chg="modSp">
        <pc:chgData name="Umesh Zemse" userId="f5579818-f47c-4551-9630-9efa4dd51d64" providerId="ADAL" clId="{7BD1F271-D7CE-4DE1-902B-F340CAF19A23}" dt="2020-09-09T10:45:32.576" v="398" actId="207"/>
        <pc:sldMkLst>
          <pc:docMk/>
          <pc:sldMk cId="210964008" sldId="313"/>
        </pc:sldMkLst>
        <pc:spChg chg="mod">
          <ac:chgData name="Umesh Zemse" userId="f5579818-f47c-4551-9630-9efa4dd51d64" providerId="ADAL" clId="{7BD1F271-D7CE-4DE1-902B-F340CAF19A23}" dt="2020-09-09T10:45:32.576" v="398" actId="207"/>
          <ac:spMkLst>
            <pc:docMk/>
            <pc:sldMk cId="210964008" sldId="313"/>
            <ac:spMk id="2" creationId="{BAF803E9-47AC-42F4-808B-984CC278ED0B}"/>
          </ac:spMkLst>
        </pc:spChg>
      </pc:sldChg>
      <pc:sldChg chg="modSp">
        <pc:chgData name="Umesh Zemse" userId="f5579818-f47c-4551-9630-9efa4dd51d64" providerId="ADAL" clId="{7BD1F271-D7CE-4DE1-902B-F340CAF19A23}" dt="2020-09-09T11:02:01.282" v="870" actId="20577"/>
        <pc:sldMkLst>
          <pc:docMk/>
          <pc:sldMk cId="417666523" sldId="314"/>
        </pc:sldMkLst>
        <pc:spChg chg="mod">
          <ac:chgData name="Umesh Zemse" userId="f5579818-f47c-4551-9630-9efa4dd51d64" providerId="ADAL" clId="{7BD1F271-D7CE-4DE1-902B-F340CAF19A23}" dt="2020-09-09T10:45:41.775" v="402" actId="207"/>
          <ac:spMkLst>
            <pc:docMk/>
            <pc:sldMk cId="417666523" sldId="314"/>
            <ac:spMk id="2" creationId="{E0104F68-A9B6-4A9C-BD18-0301D1C829DB}"/>
          </ac:spMkLst>
        </pc:spChg>
        <pc:spChg chg="mod">
          <ac:chgData name="Umesh Zemse" userId="f5579818-f47c-4551-9630-9efa4dd51d64" providerId="ADAL" clId="{7BD1F271-D7CE-4DE1-902B-F340CAF19A23}" dt="2020-09-09T11:00:53.435" v="791" actId="20577"/>
          <ac:spMkLst>
            <pc:docMk/>
            <pc:sldMk cId="417666523" sldId="314"/>
            <ac:spMk id="9" creationId="{410D83FC-7940-402F-B5B0-F709D30A86A8}"/>
          </ac:spMkLst>
        </pc:spChg>
        <pc:spChg chg="mod">
          <ac:chgData name="Umesh Zemse" userId="f5579818-f47c-4551-9630-9efa4dd51d64" providerId="ADAL" clId="{7BD1F271-D7CE-4DE1-902B-F340CAF19A23}" dt="2020-09-09T11:01:31.010" v="829" actId="20577"/>
          <ac:spMkLst>
            <pc:docMk/>
            <pc:sldMk cId="417666523" sldId="314"/>
            <ac:spMk id="11" creationId="{F37D74E3-585D-4E7D-90FB-90B97715A1C2}"/>
          </ac:spMkLst>
        </pc:spChg>
        <pc:spChg chg="mod">
          <ac:chgData name="Umesh Zemse" userId="f5579818-f47c-4551-9630-9efa4dd51d64" providerId="ADAL" clId="{7BD1F271-D7CE-4DE1-902B-F340CAF19A23}" dt="2020-09-09T11:01:39.635" v="844" actId="20577"/>
          <ac:spMkLst>
            <pc:docMk/>
            <pc:sldMk cId="417666523" sldId="314"/>
            <ac:spMk id="12" creationId="{757A82B3-4AF2-4211-B555-0CE256758C51}"/>
          </ac:spMkLst>
        </pc:spChg>
        <pc:spChg chg="mod">
          <ac:chgData name="Umesh Zemse" userId="f5579818-f47c-4551-9630-9efa4dd51d64" providerId="ADAL" clId="{7BD1F271-D7CE-4DE1-902B-F340CAF19A23}" dt="2020-09-09T11:01:48.523" v="858" actId="20577"/>
          <ac:spMkLst>
            <pc:docMk/>
            <pc:sldMk cId="417666523" sldId="314"/>
            <ac:spMk id="27" creationId="{B46BB860-9FCC-471B-B1DB-CC177706B8CB}"/>
          </ac:spMkLst>
        </pc:spChg>
        <pc:spChg chg="mod">
          <ac:chgData name="Umesh Zemse" userId="f5579818-f47c-4551-9630-9efa4dd51d64" providerId="ADAL" clId="{7BD1F271-D7CE-4DE1-902B-F340CAF19A23}" dt="2020-09-09T11:01:57" v="867" actId="20577"/>
          <ac:spMkLst>
            <pc:docMk/>
            <pc:sldMk cId="417666523" sldId="314"/>
            <ac:spMk id="31" creationId="{864F2EA2-D3FA-4B29-B824-58D41C0151C4}"/>
          </ac:spMkLst>
        </pc:spChg>
        <pc:spChg chg="mod">
          <ac:chgData name="Umesh Zemse" userId="f5579818-f47c-4551-9630-9efa4dd51d64" providerId="ADAL" clId="{7BD1F271-D7CE-4DE1-902B-F340CAF19A23}" dt="2020-09-09T11:02:01.282" v="870" actId="20577"/>
          <ac:spMkLst>
            <pc:docMk/>
            <pc:sldMk cId="417666523" sldId="314"/>
            <ac:spMk id="33" creationId="{2B65CB3B-095B-4A91-A457-6D5825DEABD9}"/>
          </ac:spMkLst>
        </pc:spChg>
        <pc:graphicFrameChg chg="mod">
          <ac:chgData name="Umesh Zemse" userId="f5579818-f47c-4551-9630-9efa4dd51d64" providerId="ADAL" clId="{7BD1F271-D7CE-4DE1-902B-F340CAF19A23}" dt="2020-09-09T11:01:16.943" v="813" actId="1038"/>
          <ac:graphicFrameMkLst>
            <pc:docMk/>
            <pc:sldMk cId="417666523" sldId="314"/>
            <ac:graphicFrameMk id="4" creationId="{2C90F907-3B83-4F24-B3E9-103787B534F5}"/>
          </ac:graphicFrameMkLst>
        </pc:graphicFrameChg>
      </pc:sldChg>
      <pc:sldChg chg="modSp">
        <pc:chgData name="Umesh Zemse" userId="f5579818-f47c-4551-9630-9efa4dd51d64" providerId="ADAL" clId="{7BD1F271-D7CE-4DE1-902B-F340CAF19A23}" dt="2020-09-09T11:04:51.547" v="952" actId="20577"/>
        <pc:sldMkLst>
          <pc:docMk/>
          <pc:sldMk cId="1771976029" sldId="315"/>
        </pc:sldMkLst>
        <pc:spChg chg="mod">
          <ac:chgData name="Umesh Zemse" userId="f5579818-f47c-4551-9630-9efa4dd51d64" providerId="ADAL" clId="{7BD1F271-D7CE-4DE1-902B-F340CAF19A23}" dt="2020-09-09T10:45:48.080" v="404" actId="207"/>
          <ac:spMkLst>
            <pc:docMk/>
            <pc:sldMk cId="1771976029" sldId="315"/>
            <ac:spMk id="2" creationId="{E0104F68-A9B6-4A9C-BD18-0301D1C829DB}"/>
          </ac:spMkLst>
        </pc:spChg>
        <pc:spChg chg="mod">
          <ac:chgData name="Umesh Zemse" userId="f5579818-f47c-4551-9630-9efa4dd51d64" providerId="ADAL" clId="{7BD1F271-D7CE-4DE1-902B-F340CAF19A23}" dt="2020-09-09T11:02:54.875" v="876" actId="1037"/>
          <ac:spMkLst>
            <pc:docMk/>
            <pc:sldMk cId="1771976029" sldId="315"/>
            <ac:spMk id="3" creationId="{30E3D156-D755-4C84-95B4-EB4D8B9D9C4C}"/>
          </ac:spMkLst>
        </pc:spChg>
        <pc:spChg chg="mod">
          <ac:chgData name="Umesh Zemse" userId="f5579818-f47c-4551-9630-9efa4dd51d64" providerId="ADAL" clId="{7BD1F271-D7CE-4DE1-902B-F340CAF19A23}" dt="2020-09-09T11:03:10.069" v="881" actId="1037"/>
          <ac:spMkLst>
            <pc:docMk/>
            <pc:sldMk cId="1771976029" sldId="315"/>
            <ac:spMk id="8" creationId="{435BACF5-C4D7-4024-A643-040FF0954C75}"/>
          </ac:spMkLst>
        </pc:spChg>
        <pc:spChg chg="mod">
          <ac:chgData name="Umesh Zemse" userId="f5579818-f47c-4551-9630-9efa4dd51d64" providerId="ADAL" clId="{7BD1F271-D7CE-4DE1-902B-F340CAF19A23}" dt="2020-09-09T11:04:10.296" v="898" actId="20577"/>
          <ac:spMkLst>
            <pc:docMk/>
            <pc:sldMk cId="1771976029" sldId="315"/>
            <ac:spMk id="45" creationId="{8F783B75-ABE7-416B-9F6F-C4B692DD0E15}"/>
          </ac:spMkLst>
        </pc:spChg>
        <pc:spChg chg="mod">
          <ac:chgData name="Umesh Zemse" userId="f5579818-f47c-4551-9630-9efa4dd51d64" providerId="ADAL" clId="{7BD1F271-D7CE-4DE1-902B-F340CAF19A23}" dt="2020-09-09T11:04:16.971" v="910" actId="20577"/>
          <ac:spMkLst>
            <pc:docMk/>
            <pc:sldMk cId="1771976029" sldId="315"/>
            <ac:spMk id="46" creationId="{C21522B1-6197-4A3A-86CD-1D3962D97CA6}"/>
          </ac:spMkLst>
        </pc:spChg>
        <pc:spChg chg="mod">
          <ac:chgData name="Umesh Zemse" userId="f5579818-f47c-4551-9630-9efa4dd51d64" providerId="ADAL" clId="{7BD1F271-D7CE-4DE1-902B-F340CAF19A23}" dt="2020-09-09T11:04:26.943" v="925" actId="20577"/>
          <ac:spMkLst>
            <pc:docMk/>
            <pc:sldMk cId="1771976029" sldId="315"/>
            <ac:spMk id="47" creationId="{CC1A8B27-B9BC-4C6D-84ED-4E66DD495906}"/>
          </ac:spMkLst>
        </pc:spChg>
        <pc:spChg chg="mod">
          <ac:chgData name="Umesh Zemse" userId="f5579818-f47c-4551-9630-9efa4dd51d64" providerId="ADAL" clId="{7BD1F271-D7CE-4DE1-902B-F340CAF19A23}" dt="2020-09-09T11:04:33.084" v="934" actId="20577"/>
          <ac:spMkLst>
            <pc:docMk/>
            <pc:sldMk cId="1771976029" sldId="315"/>
            <ac:spMk id="56" creationId="{E4F07D44-0E0B-4113-8BE3-F35F370BB314}"/>
          </ac:spMkLst>
        </pc:spChg>
        <pc:spChg chg="mod">
          <ac:chgData name="Umesh Zemse" userId="f5579818-f47c-4551-9630-9efa4dd51d64" providerId="ADAL" clId="{7BD1F271-D7CE-4DE1-902B-F340CAF19A23}" dt="2020-09-09T11:04:47.210" v="947" actId="20577"/>
          <ac:spMkLst>
            <pc:docMk/>
            <pc:sldMk cId="1771976029" sldId="315"/>
            <ac:spMk id="58" creationId="{BFCFD2DA-35B3-43AF-AF51-1AFC211D57F6}"/>
          </ac:spMkLst>
        </pc:spChg>
        <pc:spChg chg="mod">
          <ac:chgData name="Umesh Zemse" userId="f5579818-f47c-4551-9630-9efa4dd51d64" providerId="ADAL" clId="{7BD1F271-D7CE-4DE1-902B-F340CAF19A23}" dt="2020-09-09T11:04:51.547" v="952" actId="20577"/>
          <ac:spMkLst>
            <pc:docMk/>
            <pc:sldMk cId="1771976029" sldId="315"/>
            <ac:spMk id="60" creationId="{E4693C51-E749-4D8A-86F7-A715D31AB42A}"/>
          </ac:spMkLst>
        </pc:spChg>
        <pc:graphicFrameChg chg="mod">
          <ac:chgData name="Umesh Zemse" userId="f5579818-f47c-4551-9630-9efa4dd51d64" providerId="ADAL" clId="{7BD1F271-D7CE-4DE1-902B-F340CAF19A23}" dt="2020-09-09T11:02:49.071" v="874" actId="1037"/>
          <ac:graphicFrameMkLst>
            <pc:docMk/>
            <pc:sldMk cId="1771976029" sldId="315"/>
            <ac:graphicFrameMk id="39" creationId="{BB35744C-43D8-4F6D-8875-6E65C417A2AB}"/>
          </ac:graphicFrameMkLst>
        </pc:graphicFrameChg>
      </pc:sldChg>
      <pc:sldChg chg="delSp modSp">
        <pc:chgData name="Umesh Zemse" userId="f5579818-f47c-4551-9630-9efa4dd51d64" providerId="ADAL" clId="{7BD1F271-D7CE-4DE1-902B-F340CAF19A23}" dt="2020-09-09T11:08:02.828" v="1051" actId="20577"/>
        <pc:sldMkLst>
          <pc:docMk/>
          <pc:sldMk cId="714502171" sldId="316"/>
        </pc:sldMkLst>
        <pc:spChg chg="mod">
          <ac:chgData name="Umesh Zemse" userId="f5579818-f47c-4551-9630-9efa4dd51d64" providerId="ADAL" clId="{7BD1F271-D7CE-4DE1-902B-F340CAF19A23}" dt="2020-09-09T10:45:57.689" v="406" actId="207"/>
          <ac:spMkLst>
            <pc:docMk/>
            <pc:sldMk cId="714502171" sldId="316"/>
            <ac:spMk id="2" creationId="{11E3A721-98EA-4FA0-9C28-A1CD39FEBC42}"/>
          </ac:spMkLst>
        </pc:spChg>
        <pc:spChg chg="mod">
          <ac:chgData name="Umesh Zemse" userId="f5579818-f47c-4551-9630-9efa4dd51d64" providerId="ADAL" clId="{7BD1F271-D7CE-4DE1-902B-F340CAF19A23}" dt="2020-09-09T11:06:04.633" v="998" actId="20577"/>
          <ac:spMkLst>
            <pc:docMk/>
            <pc:sldMk cId="714502171" sldId="316"/>
            <ac:spMk id="7" creationId="{1EC99875-9AF0-4886-A485-6408E5688E53}"/>
          </ac:spMkLst>
        </pc:spChg>
        <pc:spChg chg="mod">
          <ac:chgData name="Umesh Zemse" userId="f5579818-f47c-4551-9630-9efa4dd51d64" providerId="ADAL" clId="{7BD1F271-D7CE-4DE1-902B-F340CAF19A23}" dt="2020-09-09T11:07:16.456" v="1015" actId="20577"/>
          <ac:spMkLst>
            <pc:docMk/>
            <pc:sldMk cId="714502171" sldId="316"/>
            <ac:spMk id="14" creationId="{30B4120C-8249-4285-AB77-F6E157DCD137}"/>
          </ac:spMkLst>
        </pc:spChg>
        <pc:spChg chg="mod">
          <ac:chgData name="Umesh Zemse" userId="f5579818-f47c-4551-9630-9efa4dd51d64" providerId="ADAL" clId="{7BD1F271-D7CE-4DE1-902B-F340CAF19A23}" dt="2020-09-09T11:07:26.475" v="1028" actId="20577"/>
          <ac:spMkLst>
            <pc:docMk/>
            <pc:sldMk cId="714502171" sldId="316"/>
            <ac:spMk id="16" creationId="{0FB3CE8C-3079-4DC3-8E89-30279AD8187D}"/>
          </ac:spMkLst>
        </pc:spChg>
        <pc:spChg chg="mod">
          <ac:chgData name="Umesh Zemse" userId="f5579818-f47c-4551-9630-9efa4dd51d64" providerId="ADAL" clId="{7BD1F271-D7CE-4DE1-902B-F340CAF19A23}" dt="2020-09-09T11:08:02.828" v="1051" actId="20577"/>
          <ac:spMkLst>
            <pc:docMk/>
            <pc:sldMk cId="714502171" sldId="316"/>
            <ac:spMk id="18" creationId="{F33CD066-D592-4CFC-8DEA-44455FE4A64F}"/>
          </ac:spMkLst>
        </pc:spChg>
        <pc:spChg chg="del mod">
          <ac:chgData name="Umesh Zemse" userId="f5579818-f47c-4551-9630-9efa4dd51d64" providerId="ADAL" clId="{7BD1F271-D7CE-4DE1-902B-F340CAF19A23}" dt="2020-09-09T11:05:28.238" v="963" actId="478"/>
          <ac:spMkLst>
            <pc:docMk/>
            <pc:sldMk cId="714502171" sldId="316"/>
            <ac:spMk id="37" creationId="{35C3668A-B5CE-4095-948A-162410A2E14C}"/>
          </ac:spMkLst>
        </pc:spChg>
        <pc:spChg chg="mod ord">
          <ac:chgData name="Umesh Zemse" userId="f5579818-f47c-4551-9630-9efa4dd51d64" providerId="ADAL" clId="{7BD1F271-D7CE-4DE1-902B-F340CAF19A23}" dt="2020-09-09T11:05:42.679" v="970" actId="20577"/>
          <ac:spMkLst>
            <pc:docMk/>
            <pc:sldMk cId="714502171" sldId="316"/>
            <ac:spMk id="102" creationId="{DEC94D3A-451E-4884-8750-920542A92D33}"/>
          </ac:spMkLst>
        </pc:spChg>
        <pc:spChg chg="mod">
          <ac:chgData name="Umesh Zemse" userId="f5579818-f47c-4551-9630-9efa4dd51d64" providerId="ADAL" clId="{7BD1F271-D7CE-4DE1-902B-F340CAF19A23}" dt="2020-09-09T11:05:52.577" v="983" actId="20577"/>
          <ac:spMkLst>
            <pc:docMk/>
            <pc:sldMk cId="714502171" sldId="316"/>
            <ac:spMk id="103" creationId="{5617C1D9-061A-40C5-B622-C93478A5F31D}"/>
          </ac:spMkLst>
        </pc:spChg>
        <pc:graphicFrameChg chg="mod">
          <ac:chgData name="Umesh Zemse" userId="f5579818-f47c-4551-9630-9efa4dd51d64" providerId="ADAL" clId="{7BD1F271-D7CE-4DE1-902B-F340CAF19A23}" dt="2020-09-09T11:05:18.406" v="960" actId="1076"/>
          <ac:graphicFrameMkLst>
            <pc:docMk/>
            <pc:sldMk cId="714502171" sldId="316"/>
            <ac:graphicFrameMk id="101" creationId="{770B5E12-9892-4D64-9061-6FE4FAA5BF7D}"/>
          </ac:graphicFrameMkLst>
        </pc:graphicFrameChg>
      </pc:sldChg>
      <pc:sldChg chg="modSp">
        <pc:chgData name="Umesh Zemse" userId="f5579818-f47c-4551-9630-9efa4dd51d64" providerId="ADAL" clId="{7BD1F271-D7CE-4DE1-902B-F340CAF19A23}" dt="2020-09-09T11:08:55.749" v="1085" actId="20577"/>
        <pc:sldMkLst>
          <pc:docMk/>
          <pc:sldMk cId="2201415147" sldId="317"/>
        </pc:sldMkLst>
        <pc:spChg chg="mod">
          <ac:chgData name="Umesh Zemse" userId="f5579818-f47c-4551-9630-9efa4dd51d64" providerId="ADAL" clId="{7BD1F271-D7CE-4DE1-902B-F340CAF19A23}" dt="2020-09-09T10:46:02.688" v="408" actId="207"/>
          <ac:spMkLst>
            <pc:docMk/>
            <pc:sldMk cId="2201415147" sldId="317"/>
            <ac:spMk id="2" creationId="{11E3A721-98EA-4FA0-9C28-A1CD39FEBC42}"/>
          </ac:spMkLst>
        </pc:spChg>
        <pc:spChg chg="mod">
          <ac:chgData name="Umesh Zemse" userId="f5579818-f47c-4551-9630-9efa4dd51d64" providerId="ADAL" clId="{7BD1F271-D7CE-4DE1-902B-F340CAF19A23}" dt="2020-09-09T11:08:55.749" v="1085" actId="20577"/>
          <ac:spMkLst>
            <pc:docMk/>
            <pc:sldMk cId="2201415147" sldId="317"/>
            <ac:spMk id="16" creationId="{0FB3CE8C-3079-4DC3-8E89-30279AD8187D}"/>
          </ac:spMkLst>
        </pc:spChg>
        <pc:spChg chg="mod">
          <ac:chgData name="Umesh Zemse" userId="f5579818-f47c-4551-9630-9efa4dd51d64" providerId="ADAL" clId="{7BD1F271-D7CE-4DE1-902B-F340CAF19A23}" dt="2020-09-09T11:08:47.421" v="1073" actId="20577"/>
          <ac:spMkLst>
            <pc:docMk/>
            <pc:sldMk cId="2201415147" sldId="317"/>
            <ac:spMk id="18" creationId="{F33CD066-D592-4CFC-8DEA-44455FE4A64F}"/>
          </ac:spMkLst>
        </pc:spChg>
      </pc:sldChg>
      <pc:sldChg chg="modSp">
        <pc:chgData name="Umesh Zemse" userId="f5579818-f47c-4551-9630-9efa4dd51d64" providerId="ADAL" clId="{7BD1F271-D7CE-4DE1-902B-F340CAF19A23}" dt="2020-09-09T10:46:09.673" v="410" actId="207"/>
        <pc:sldMkLst>
          <pc:docMk/>
          <pc:sldMk cId="2429341014" sldId="318"/>
        </pc:sldMkLst>
        <pc:spChg chg="mod">
          <ac:chgData name="Umesh Zemse" userId="f5579818-f47c-4551-9630-9efa4dd51d64" providerId="ADAL" clId="{7BD1F271-D7CE-4DE1-902B-F340CAF19A23}" dt="2020-09-09T10:46:09.673" v="410" actId="207"/>
          <ac:spMkLst>
            <pc:docMk/>
            <pc:sldMk cId="2429341014" sldId="318"/>
            <ac:spMk id="2" creationId="{11E3A721-98EA-4FA0-9C28-A1CD39FEBC42}"/>
          </ac:spMkLst>
        </pc:spChg>
      </pc:sldChg>
      <pc:sldChg chg="addSp modSp">
        <pc:chgData name="Umesh Zemse" userId="f5579818-f47c-4551-9630-9efa4dd51d64" providerId="ADAL" clId="{7BD1F271-D7CE-4DE1-902B-F340CAF19A23}" dt="2020-09-09T10:40:40.208" v="358" actId="207"/>
        <pc:sldMkLst>
          <pc:docMk/>
          <pc:sldMk cId="225455232" sldId="319"/>
        </pc:sldMkLst>
        <pc:spChg chg="mod">
          <ac:chgData name="Umesh Zemse" userId="f5579818-f47c-4551-9630-9efa4dd51d64" providerId="ADAL" clId="{7BD1F271-D7CE-4DE1-902B-F340CAF19A23}" dt="2020-09-09T10:40:40.208" v="358" actId="207"/>
          <ac:spMkLst>
            <pc:docMk/>
            <pc:sldMk cId="225455232" sldId="319"/>
            <ac:spMk id="2" creationId="{00000000-0000-0000-0000-000000000000}"/>
          </ac:spMkLst>
        </pc:spChg>
        <pc:grpChg chg="add">
          <ac:chgData name="Umesh Zemse" userId="f5579818-f47c-4551-9630-9efa4dd51d64" providerId="ADAL" clId="{7BD1F271-D7CE-4DE1-902B-F340CAF19A23}" dt="2020-09-09T10:40:32.136" v="356"/>
          <ac:grpSpMkLst>
            <pc:docMk/>
            <pc:sldMk cId="225455232" sldId="319"/>
            <ac:grpSpMk id="3" creationId="{9AC41754-B968-4CCD-9245-9A8C46FDD49F}"/>
          </ac:grpSpMkLst>
        </pc:grpChg>
      </pc:sldChg>
      <pc:sldChg chg="modSp">
        <pc:chgData name="Umesh Zemse" userId="f5579818-f47c-4551-9630-9efa4dd51d64" providerId="ADAL" clId="{7BD1F271-D7CE-4DE1-902B-F340CAF19A23}" dt="2020-09-09T10:40:52.327" v="359" actId="1076"/>
        <pc:sldMkLst>
          <pc:docMk/>
          <pc:sldMk cId="2991008582" sldId="320"/>
        </pc:sldMkLst>
        <pc:spChg chg="mod">
          <ac:chgData name="Umesh Zemse" userId="f5579818-f47c-4551-9630-9efa4dd51d64" providerId="ADAL" clId="{7BD1F271-D7CE-4DE1-902B-F340CAF19A23}" dt="2020-09-09T10:40:52.327" v="359" actId="1076"/>
          <ac:spMkLst>
            <pc:docMk/>
            <pc:sldMk cId="2991008582" sldId="320"/>
            <ac:spMk id="2" creationId="{00000000-0000-0000-0000-000000000000}"/>
          </ac:spMkLst>
        </pc:spChg>
      </pc:sldChg>
      <pc:sldChg chg="addSp modSp">
        <pc:chgData name="Umesh Zemse" userId="f5579818-f47c-4551-9630-9efa4dd51d64" providerId="ADAL" clId="{7BD1F271-D7CE-4DE1-902B-F340CAF19A23}" dt="2020-09-09T10:46:32.243" v="416" actId="207"/>
        <pc:sldMkLst>
          <pc:docMk/>
          <pc:sldMk cId="3580862675" sldId="322"/>
        </pc:sldMkLst>
        <pc:spChg chg="mod">
          <ac:chgData name="Umesh Zemse" userId="f5579818-f47c-4551-9630-9efa4dd51d64" providerId="ADAL" clId="{7BD1F271-D7CE-4DE1-902B-F340CAF19A23}" dt="2020-09-09T10:46:32.243" v="416" actId="207"/>
          <ac:spMkLst>
            <pc:docMk/>
            <pc:sldMk cId="3580862675" sldId="322"/>
            <ac:spMk id="4" creationId="{4C316F01-5026-402C-A495-1ECF38A2E385}"/>
          </ac:spMkLst>
        </pc:spChg>
        <pc:grpChg chg="add">
          <ac:chgData name="Umesh Zemse" userId="f5579818-f47c-4551-9630-9efa4dd51d64" providerId="ADAL" clId="{7BD1F271-D7CE-4DE1-902B-F340CAF19A23}" dt="2020-09-09T10:46:19.665" v="411"/>
          <ac:grpSpMkLst>
            <pc:docMk/>
            <pc:sldMk cId="3580862675" sldId="322"/>
            <ac:grpSpMk id="3" creationId="{3F2688C1-E538-43C6-9DF6-DBBFB219CA32}"/>
          </ac:grpSpMkLst>
        </pc:grpChg>
      </pc:sldChg>
      <pc:sldChg chg="modSp">
        <pc:chgData name="Umesh Zemse" userId="f5579818-f47c-4551-9630-9efa4dd51d64" providerId="ADAL" clId="{7BD1F271-D7CE-4DE1-902B-F340CAF19A23}" dt="2020-09-09T10:46:36.816" v="417" actId="207"/>
        <pc:sldMkLst>
          <pc:docMk/>
          <pc:sldMk cId="3569073902" sldId="323"/>
        </pc:sldMkLst>
        <pc:spChg chg="mod">
          <ac:chgData name="Umesh Zemse" userId="f5579818-f47c-4551-9630-9efa4dd51d64" providerId="ADAL" clId="{7BD1F271-D7CE-4DE1-902B-F340CAF19A23}" dt="2020-09-09T10:46:36.816" v="417" actId="207"/>
          <ac:spMkLst>
            <pc:docMk/>
            <pc:sldMk cId="3569073902" sldId="323"/>
            <ac:spMk id="2" creationId="{27512A58-622E-47B9-BF72-67F91064FAEB}"/>
          </ac:spMkLst>
        </pc:spChg>
        <pc:spChg chg="mod">
          <ac:chgData name="Umesh Zemse" userId="f5579818-f47c-4551-9630-9efa4dd51d64" providerId="ADAL" clId="{7BD1F271-D7CE-4DE1-902B-F340CAF19A23}" dt="2020-09-09T10:22:21.435" v="86" actId="27636"/>
          <ac:spMkLst>
            <pc:docMk/>
            <pc:sldMk cId="3569073902" sldId="323"/>
            <ac:spMk id="13" creationId="{F50B3BCD-9F50-4DA5-8D12-0F98607703AC}"/>
          </ac:spMkLst>
        </pc:spChg>
      </pc:sldChg>
      <pc:sldChg chg="modSp">
        <pc:chgData name="Umesh Zemse" userId="f5579818-f47c-4551-9630-9efa4dd51d64" providerId="ADAL" clId="{7BD1F271-D7CE-4DE1-902B-F340CAF19A23}" dt="2020-09-09T10:46:40.968" v="419" actId="207"/>
        <pc:sldMkLst>
          <pc:docMk/>
          <pc:sldMk cId="1829970630" sldId="324"/>
        </pc:sldMkLst>
        <pc:spChg chg="mod">
          <ac:chgData name="Umesh Zemse" userId="f5579818-f47c-4551-9630-9efa4dd51d64" providerId="ADAL" clId="{7BD1F271-D7CE-4DE1-902B-F340CAF19A23}" dt="2020-09-09T10:46:40.968" v="419" actId="207"/>
          <ac:spMkLst>
            <pc:docMk/>
            <pc:sldMk cId="1829970630" sldId="324"/>
            <ac:spMk id="2" creationId="{DB82709E-0EC0-4971-A1CA-640DDB0215EB}"/>
          </ac:spMkLst>
        </pc:spChg>
      </pc:sldChg>
      <pc:sldChg chg="modSp">
        <pc:chgData name="Umesh Zemse" userId="f5579818-f47c-4551-9630-9efa4dd51d64" providerId="ADAL" clId="{7BD1F271-D7CE-4DE1-902B-F340CAF19A23}" dt="2020-09-09T10:46:51.848" v="425" actId="207"/>
        <pc:sldMkLst>
          <pc:docMk/>
          <pc:sldMk cId="3836045631" sldId="325"/>
        </pc:sldMkLst>
        <pc:spChg chg="mod">
          <ac:chgData name="Umesh Zemse" userId="f5579818-f47c-4551-9630-9efa4dd51d64" providerId="ADAL" clId="{7BD1F271-D7CE-4DE1-902B-F340CAF19A23}" dt="2020-09-09T10:46:51.848" v="425" actId="207"/>
          <ac:spMkLst>
            <pc:docMk/>
            <pc:sldMk cId="3836045631" sldId="325"/>
            <ac:spMk id="2" creationId="{BAF803E9-47AC-42F4-808B-984CC278ED0B}"/>
          </ac:spMkLst>
        </pc:spChg>
      </pc:sldChg>
      <pc:sldChg chg="modSp">
        <pc:chgData name="Umesh Zemse" userId="f5579818-f47c-4551-9630-9efa4dd51d64" providerId="ADAL" clId="{7BD1F271-D7CE-4DE1-902B-F340CAF19A23}" dt="2020-09-09T11:11:37.691" v="1158" actId="20577"/>
        <pc:sldMkLst>
          <pc:docMk/>
          <pc:sldMk cId="1795277692" sldId="326"/>
        </pc:sldMkLst>
        <pc:spChg chg="mod">
          <ac:chgData name="Umesh Zemse" userId="f5579818-f47c-4551-9630-9efa4dd51d64" providerId="ADAL" clId="{7BD1F271-D7CE-4DE1-902B-F340CAF19A23}" dt="2020-09-09T10:47:11.031" v="430" actId="1076"/>
          <ac:spMkLst>
            <pc:docMk/>
            <pc:sldMk cId="1795277692" sldId="326"/>
            <ac:spMk id="2" creationId="{E0104F68-A9B6-4A9C-BD18-0301D1C829DB}"/>
          </ac:spMkLst>
        </pc:spChg>
        <pc:spChg chg="mod">
          <ac:chgData name="Umesh Zemse" userId="f5579818-f47c-4551-9630-9efa4dd51d64" providerId="ADAL" clId="{7BD1F271-D7CE-4DE1-902B-F340CAF19A23}" dt="2020-09-09T11:09:15.698" v="1098" actId="20577"/>
          <ac:spMkLst>
            <pc:docMk/>
            <pc:sldMk cId="1795277692" sldId="326"/>
            <ac:spMk id="9" creationId="{410D83FC-7940-402F-B5B0-F709D30A86A8}"/>
          </ac:spMkLst>
        </pc:spChg>
        <pc:spChg chg="mod">
          <ac:chgData name="Umesh Zemse" userId="f5579818-f47c-4551-9630-9efa4dd51d64" providerId="ADAL" clId="{7BD1F271-D7CE-4DE1-902B-F340CAF19A23}" dt="2020-09-09T11:09:58.615" v="1113" actId="20577"/>
          <ac:spMkLst>
            <pc:docMk/>
            <pc:sldMk cId="1795277692" sldId="326"/>
            <ac:spMk id="11" creationId="{F37D74E3-585D-4E7D-90FB-90B97715A1C2}"/>
          </ac:spMkLst>
        </pc:spChg>
        <pc:spChg chg="mod">
          <ac:chgData name="Umesh Zemse" userId="f5579818-f47c-4551-9630-9efa4dd51d64" providerId="ADAL" clId="{7BD1F271-D7CE-4DE1-902B-F340CAF19A23}" dt="2020-09-09T11:10:47.598" v="1130" actId="20577"/>
          <ac:spMkLst>
            <pc:docMk/>
            <pc:sldMk cId="1795277692" sldId="326"/>
            <ac:spMk id="12" creationId="{757A82B3-4AF2-4211-B555-0CE256758C51}"/>
          </ac:spMkLst>
        </pc:spChg>
        <pc:spChg chg="mod">
          <ac:chgData name="Umesh Zemse" userId="f5579818-f47c-4551-9630-9efa4dd51d64" providerId="ADAL" clId="{7BD1F271-D7CE-4DE1-902B-F340CAF19A23}" dt="2020-09-09T11:10:56.720" v="1145" actId="20577"/>
          <ac:spMkLst>
            <pc:docMk/>
            <pc:sldMk cId="1795277692" sldId="326"/>
            <ac:spMk id="27" creationId="{B46BB860-9FCC-471B-B1DB-CC177706B8CB}"/>
          </ac:spMkLst>
        </pc:spChg>
        <pc:spChg chg="mod">
          <ac:chgData name="Umesh Zemse" userId="f5579818-f47c-4551-9630-9efa4dd51d64" providerId="ADAL" clId="{7BD1F271-D7CE-4DE1-902B-F340CAF19A23}" dt="2020-09-09T11:11:09.033" v="1154" actId="20577"/>
          <ac:spMkLst>
            <pc:docMk/>
            <pc:sldMk cId="1795277692" sldId="326"/>
            <ac:spMk id="31" creationId="{864F2EA2-D3FA-4B29-B824-58D41C0151C4}"/>
          </ac:spMkLst>
        </pc:spChg>
        <pc:spChg chg="mod">
          <ac:chgData name="Umesh Zemse" userId="f5579818-f47c-4551-9630-9efa4dd51d64" providerId="ADAL" clId="{7BD1F271-D7CE-4DE1-902B-F340CAF19A23}" dt="2020-09-09T11:11:37.691" v="1158" actId="20577"/>
          <ac:spMkLst>
            <pc:docMk/>
            <pc:sldMk cId="1795277692" sldId="326"/>
            <ac:spMk id="33" creationId="{2B65CB3B-095B-4A91-A457-6D5825DEABD9}"/>
          </ac:spMkLst>
        </pc:spChg>
      </pc:sldChg>
      <pc:sldChg chg="modSp">
        <pc:chgData name="Umesh Zemse" userId="f5579818-f47c-4551-9630-9efa4dd51d64" providerId="ADAL" clId="{7BD1F271-D7CE-4DE1-902B-F340CAF19A23}" dt="2020-09-09T11:13:14.622" v="1231" actId="122"/>
        <pc:sldMkLst>
          <pc:docMk/>
          <pc:sldMk cId="2576362112" sldId="327"/>
        </pc:sldMkLst>
        <pc:spChg chg="mod">
          <ac:chgData name="Umesh Zemse" userId="f5579818-f47c-4551-9630-9efa4dd51d64" providerId="ADAL" clId="{7BD1F271-D7CE-4DE1-902B-F340CAF19A23}" dt="2020-09-09T10:47:16.673" v="432" actId="207"/>
          <ac:spMkLst>
            <pc:docMk/>
            <pc:sldMk cId="2576362112" sldId="327"/>
            <ac:spMk id="2" creationId="{E0104F68-A9B6-4A9C-BD18-0301D1C829DB}"/>
          </ac:spMkLst>
        </pc:spChg>
        <pc:spChg chg="mod">
          <ac:chgData name="Umesh Zemse" userId="f5579818-f47c-4551-9630-9efa4dd51d64" providerId="ADAL" clId="{7BD1F271-D7CE-4DE1-902B-F340CAF19A23}" dt="2020-09-09T11:13:03.518" v="1230" actId="20577"/>
          <ac:spMkLst>
            <pc:docMk/>
            <pc:sldMk cId="2576362112" sldId="327"/>
            <ac:spMk id="45" creationId="{8F783B75-ABE7-416B-9F6F-C4B692DD0E15}"/>
          </ac:spMkLst>
        </pc:spChg>
        <pc:spChg chg="mod">
          <ac:chgData name="Umesh Zemse" userId="f5579818-f47c-4551-9630-9efa4dd51d64" providerId="ADAL" clId="{7BD1F271-D7CE-4DE1-902B-F340CAF19A23}" dt="2020-09-09T11:12:51.613" v="1217" actId="20577"/>
          <ac:spMkLst>
            <pc:docMk/>
            <pc:sldMk cId="2576362112" sldId="327"/>
            <ac:spMk id="46" creationId="{C21522B1-6197-4A3A-86CD-1D3962D97CA6}"/>
          </ac:spMkLst>
        </pc:spChg>
        <pc:spChg chg="mod">
          <ac:chgData name="Umesh Zemse" userId="f5579818-f47c-4551-9630-9efa4dd51d64" providerId="ADAL" clId="{7BD1F271-D7CE-4DE1-902B-F340CAF19A23}" dt="2020-09-09T11:12:28.567" v="1203" actId="20577"/>
          <ac:spMkLst>
            <pc:docMk/>
            <pc:sldMk cId="2576362112" sldId="327"/>
            <ac:spMk id="47" creationId="{CC1A8B27-B9BC-4C6D-84ED-4E66DD495906}"/>
          </ac:spMkLst>
        </pc:spChg>
        <pc:spChg chg="mod">
          <ac:chgData name="Umesh Zemse" userId="f5579818-f47c-4551-9630-9efa4dd51d64" providerId="ADAL" clId="{7BD1F271-D7CE-4DE1-902B-F340CAF19A23}" dt="2020-09-09T11:12:17.083" v="1186" actId="20577"/>
          <ac:spMkLst>
            <pc:docMk/>
            <pc:sldMk cId="2576362112" sldId="327"/>
            <ac:spMk id="56" creationId="{E4F07D44-0E0B-4113-8BE3-F35F370BB314}"/>
          </ac:spMkLst>
        </pc:spChg>
        <pc:spChg chg="mod">
          <ac:chgData name="Umesh Zemse" userId="f5579818-f47c-4551-9630-9efa4dd51d64" providerId="ADAL" clId="{7BD1F271-D7CE-4DE1-902B-F340CAF19A23}" dt="2020-09-09T11:12:02.527" v="1169" actId="20577"/>
          <ac:spMkLst>
            <pc:docMk/>
            <pc:sldMk cId="2576362112" sldId="327"/>
            <ac:spMk id="58" creationId="{BFCFD2DA-35B3-43AF-AF51-1AFC211D57F6}"/>
          </ac:spMkLst>
        </pc:spChg>
        <pc:spChg chg="mod">
          <ac:chgData name="Umesh Zemse" userId="f5579818-f47c-4551-9630-9efa4dd51d64" providerId="ADAL" clId="{7BD1F271-D7CE-4DE1-902B-F340CAF19A23}" dt="2020-09-09T11:13:14.622" v="1231" actId="122"/>
          <ac:spMkLst>
            <pc:docMk/>
            <pc:sldMk cId="2576362112" sldId="327"/>
            <ac:spMk id="59" creationId="{E48429A5-E428-4803-B70B-05ACAE2E20BE}"/>
          </ac:spMkLst>
        </pc:spChg>
        <pc:spChg chg="mod">
          <ac:chgData name="Umesh Zemse" userId="f5579818-f47c-4551-9630-9efa4dd51d64" providerId="ADAL" clId="{7BD1F271-D7CE-4DE1-902B-F340CAF19A23}" dt="2020-09-09T11:11:48.786" v="1160" actId="20577"/>
          <ac:spMkLst>
            <pc:docMk/>
            <pc:sldMk cId="2576362112" sldId="327"/>
            <ac:spMk id="60" creationId="{E4693C51-E749-4D8A-86F7-A715D31AB42A}"/>
          </ac:spMkLst>
        </pc:spChg>
      </pc:sldChg>
      <pc:sldChg chg="modSp">
        <pc:chgData name="Umesh Zemse" userId="f5579818-f47c-4551-9630-9efa4dd51d64" providerId="ADAL" clId="{7BD1F271-D7CE-4DE1-902B-F340CAF19A23}" dt="2020-09-09T11:15:46.049" v="1319" actId="122"/>
        <pc:sldMkLst>
          <pc:docMk/>
          <pc:sldMk cId="3122977655" sldId="328"/>
        </pc:sldMkLst>
        <pc:spChg chg="mod">
          <ac:chgData name="Umesh Zemse" userId="f5579818-f47c-4551-9630-9efa4dd51d64" providerId="ADAL" clId="{7BD1F271-D7CE-4DE1-902B-F340CAF19A23}" dt="2020-09-09T10:47:21.801" v="434" actId="207"/>
          <ac:spMkLst>
            <pc:docMk/>
            <pc:sldMk cId="3122977655" sldId="328"/>
            <ac:spMk id="2" creationId="{11E3A721-98EA-4FA0-9C28-A1CD39FEBC42}"/>
          </ac:spMkLst>
        </pc:spChg>
        <pc:spChg chg="mod">
          <ac:chgData name="Umesh Zemse" userId="f5579818-f47c-4551-9630-9efa4dd51d64" providerId="ADAL" clId="{7BD1F271-D7CE-4DE1-902B-F340CAF19A23}" dt="2020-09-09T11:14:19.342" v="1274" actId="20577"/>
          <ac:spMkLst>
            <pc:docMk/>
            <pc:sldMk cId="3122977655" sldId="328"/>
            <ac:spMk id="7" creationId="{1EC99875-9AF0-4886-A485-6408E5688E53}"/>
          </ac:spMkLst>
        </pc:spChg>
        <pc:spChg chg="mod">
          <ac:chgData name="Umesh Zemse" userId="f5579818-f47c-4551-9630-9efa4dd51d64" providerId="ADAL" clId="{7BD1F271-D7CE-4DE1-902B-F340CAF19A23}" dt="2020-09-09T11:14:30.403" v="1290" actId="20577"/>
          <ac:spMkLst>
            <pc:docMk/>
            <pc:sldMk cId="3122977655" sldId="328"/>
            <ac:spMk id="14" creationId="{30B4120C-8249-4285-AB77-F6E157DCD137}"/>
          </ac:spMkLst>
        </pc:spChg>
        <pc:spChg chg="mod">
          <ac:chgData name="Umesh Zemse" userId="f5579818-f47c-4551-9630-9efa4dd51d64" providerId="ADAL" clId="{7BD1F271-D7CE-4DE1-902B-F340CAF19A23}" dt="2020-09-09T11:14:41.546" v="1302" actId="20577"/>
          <ac:spMkLst>
            <pc:docMk/>
            <pc:sldMk cId="3122977655" sldId="328"/>
            <ac:spMk id="16" creationId="{0FB3CE8C-3079-4DC3-8E89-30279AD8187D}"/>
          </ac:spMkLst>
        </pc:spChg>
        <pc:spChg chg="mod">
          <ac:chgData name="Umesh Zemse" userId="f5579818-f47c-4551-9630-9efa4dd51d64" providerId="ADAL" clId="{7BD1F271-D7CE-4DE1-902B-F340CAF19A23}" dt="2020-09-09T11:15:46.049" v="1319" actId="122"/>
          <ac:spMkLst>
            <pc:docMk/>
            <pc:sldMk cId="3122977655" sldId="328"/>
            <ac:spMk id="17" creationId="{7A012ECF-9413-4915-8D25-59DB59784865}"/>
          </ac:spMkLst>
        </pc:spChg>
        <pc:spChg chg="mod">
          <ac:chgData name="Umesh Zemse" userId="f5579818-f47c-4551-9630-9efa4dd51d64" providerId="ADAL" clId="{7BD1F271-D7CE-4DE1-902B-F340CAF19A23}" dt="2020-09-09T11:15:38.413" v="1318" actId="6549"/>
          <ac:spMkLst>
            <pc:docMk/>
            <pc:sldMk cId="3122977655" sldId="328"/>
            <ac:spMk id="18" creationId="{F33CD066-D592-4CFC-8DEA-44455FE4A64F}"/>
          </ac:spMkLst>
        </pc:spChg>
        <pc:spChg chg="mod">
          <ac:chgData name="Umesh Zemse" userId="f5579818-f47c-4551-9630-9efa4dd51d64" providerId="ADAL" clId="{7BD1F271-D7CE-4DE1-902B-F340CAF19A23}" dt="2020-09-09T11:13:53.726" v="1244" actId="20577"/>
          <ac:spMkLst>
            <pc:docMk/>
            <pc:sldMk cId="3122977655" sldId="328"/>
            <ac:spMk id="102" creationId="{DEC94D3A-451E-4884-8750-920542A92D33}"/>
          </ac:spMkLst>
        </pc:spChg>
        <pc:spChg chg="mod">
          <ac:chgData name="Umesh Zemse" userId="f5579818-f47c-4551-9630-9efa4dd51d64" providerId="ADAL" clId="{7BD1F271-D7CE-4DE1-902B-F340CAF19A23}" dt="2020-09-09T11:14:03.536" v="1257" actId="20577"/>
          <ac:spMkLst>
            <pc:docMk/>
            <pc:sldMk cId="3122977655" sldId="328"/>
            <ac:spMk id="103" creationId="{5617C1D9-061A-40C5-B622-C93478A5F31D}"/>
          </ac:spMkLst>
        </pc:spChg>
      </pc:sldChg>
      <pc:sldChg chg="modSp">
        <pc:chgData name="Umesh Zemse" userId="f5579818-f47c-4551-9630-9efa4dd51d64" providerId="ADAL" clId="{7BD1F271-D7CE-4DE1-902B-F340CAF19A23}" dt="2020-09-09T11:17:15.133" v="1407" actId="20577"/>
        <pc:sldMkLst>
          <pc:docMk/>
          <pc:sldMk cId="3482240548" sldId="329"/>
        </pc:sldMkLst>
        <pc:spChg chg="mod">
          <ac:chgData name="Umesh Zemse" userId="f5579818-f47c-4551-9630-9efa4dd51d64" providerId="ADAL" clId="{7BD1F271-D7CE-4DE1-902B-F340CAF19A23}" dt="2020-09-09T10:47:28.808" v="436" actId="207"/>
          <ac:spMkLst>
            <pc:docMk/>
            <pc:sldMk cId="3482240548" sldId="329"/>
            <ac:spMk id="2" creationId="{11E3A721-98EA-4FA0-9C28-A1CD39FEBC42}"/>
          </ac:spMkLst>
        </pc:spChg>
        <pc:spChg chg="mod">
          <ac:chgData name="Umesh Zemse" userId="f5579818-f47c-4551-9630-9efa4dd51d64" providerId="ADAL" clId="{7BD1F271-D7CE-4DE1-902B-F340CAF19A23}" dt="2020-09-09T11:16:21.715" v="1365" actId="20577"/>
          <ac:spMkLst>
            <pc:docMk/>
            <pc:sldMk cId="3482240548" sldId="329"/>
            <ac:spMk id="7" creationId="{1EC99875-9AF0-4886-A485-6408E5688E53}"/>
          </ac:spMkLst>
        </pc:spChg>
        <pc:spChg chg="mod">
          <ac:chgData name="Umesh Zemse" userId="f5579818-f47c-4551-9630-9efa4dd51d64" providerId="ADAL" clId="{7BD1F271-D7CE-4DE1-902B-F340CAF19A23}" dt="2020-09-09T11:16:33.180" v="1381" actId="20577"/>
          <ac:spMkLst>
            <pc:docMk/>
            <pc:sldMk cId="3482240548" sldId="329"/>
            <ac:spMk id="14" creationId="{30B4120C-8249-4285-AB77-F6E157DCD137}"/>
          </ac:spMkLst>
        </pc:spChg>
        <pc:spChg chg="mod">
          <ac:chgData name="Umesh Zemse" userId="f5579818-f47c-4551-9630-9efa4dd51d64" providerId="ADAL" clId="{7BD1F271-D7CE-4DE1-902B-F340CAF19A23}" dt="2020-09-09T11:16:44.385" v="1394" actId="20577"/>
          <ac:spMkLst>
            <pc:docMk/>
            <pc:sldMk cId="3482240548" sldId="329"/>
            <ac:spMk id="16" creationId="{0FB3CE8C-3079-4DC3-8E89-30279AD8187D}"/>
          </ac:spMkLst>
        </pc:spChg>
        <pc:spChg chg="mod">
          <ac:chgData name="Umesh Zemse" userId="f5579818-f47c-4551-9630-9efa4dd51d64" providerId="ADAL" clId="{7BD1F271-D7CE-4DE1-902B-F340CAF19A23}" dt="2020-09-09T11:17:15.133" v="1407" actId="20577"/>
          <ac:spMkLst>
            <pc:docMk/>
            <pc:sldMk cId="3482240548" sldId="329"/>
            <ac:spMk id="18" creationId="{F33CD066-D592-4CFC-8DEA-44455FE4A64F}"/>
          </ac:spMkLst>
        </pc:spChg>
        <pc:spChg chg="mod">
          <ac:chgData name="Umesh Zemse" userId="f5579818-f47c-4551-9630-9efa4dd51d64" providerId="ADAL" clId="{7BD1F271-D7CE-4DE1-902B-F340CAF19A23}" dt="2020-09-09T11:16:00.517" v="1331" actId="20577"/>
          <ac:spMkLst>
            <pc:docMk/>
            <pc:sldMk cId="3482240548" sldId="329"/>
            <ac:spMk id="102" creationId="{DEC94D3A-451E-4884-8750-920542A92D33}"/>
          </ac:spMkLst>
        </pc:spChg>
        <pc:spChg chg="mod">
          <ac:chgData name="Umesh Zemse" userId="f5579818-f47c-4551-9630-9efa4dd51d64" providerId="ADAL" clId="{7BD1F271-D7CE-4DE1-902B-F340CAF19A23}" dt="2020-09-09T11:16:07.715" v="1344" actId="20577"/>
          <ac:spMkLst>
            <pc:docMk/>
            <pc:sldMk cId="3482240548" sldId="329"/>
            <ac:spMk id="103" creationId="{5617C1D9-061A-40C5-B622-C93478A5F31D}"/>
          </ac:spMkLst>
        </pc:spChg>
      </pc:sldChg>
      <pc:sldChg chg="modSp">
        <pc:chgData name="Umesh Zemse" userId="f5579818-f47c-4551-9630-9efa4dd51d64" providerId="ADAL" clId="{7BD1F271-D7CE-4DE1-902B-F340CAF19A23}" dt="2020-09-09T11:18:18.252" v="1487" actId="20577"/>
        <pc:sldMkLst>
          <pc:docMk/>
          <pc:sldMk cId="2902655306" sldId="330"/>
        </pc:sldMkLst>
        <pc:spChg chg="mod">
          <ac:chgData name="Umesh Zemse" userId="f5579818-f47c-4551-9630-9efa4dd51d64" providerId="ADAL" clId="{7BD1F271-D7CE-4DE1-902B-F340CAF19A23}" dt="2020-09-09T10:48:09.808" v="438" actId="207"/>
          <ac:spMkLst>
            <pc:docMk/>
            <pc:sldMk cId="2902655306" sldId="330"/>
            <ac:spMk id="2" creationId="{11E3A721-98EA-4FA0-9C28-A1CD39FEBC42}"/>
          </ac:spMkLst>
        </pc:spChg>
        <pc:spChg chg="mod">
          <ac:chgData name="Umesh Zemse" userId="f5579818-f47c-4551-9630-9efa4dd51d64" providerId="ADAL" clId="{7BD1F271-D7CE-4DE1-902B-F340CAF19A23}" dt="2020-09-09T11:17:43.109" v="1443" actId="20577"/>
          <ac:spMkLst>
            <pc:docMk/>
            <pc:sldMk cId="2902655306" sldId="330"/>
            <ac:spMk id="7" creationId="{1EC99875-9AF0-4886-A485-6408E5688E53}"/>
          </ac:spMkLst>
        </pc:spChg>
        <pc:spChg chg="mod">
          <ac:chgData name="Umesh Zemse" userId="f5579818-f47c-4551-9630-9efa4dd51d64" providerId="ADAL" clId="{7BD1F271-D7CE-4DE1-902B-F340CAF19A23}" dt="2020-09-09T11:17:51.430" v="1456" actId="20577"/>
          <ac:spMkLst>
            <pc:docMk/>
            <pc:sldMk cId="2902655306" sldId="330"/>
            <ac:spMk id="14" creationId="{30B4120C-8249-4285-AB77-F6E157DCD137}"/>
          </ac:spMkLst>
        </pc:spChg>
        <pc:spChg chg="mod">
          <ac:chgData name="Umesh Zemse" userId="f5579818-f47c-4551-9630-9efa4dd51d64" providerId="ADAL" clId="{7BD1F271-D7CE-4DE1-902B-F340CAF19A23}" dt="2020-09-09T11:18:18.252" v="1487" actId="20577"/>
          <ac:spMkLst>
            <pc:docMk/>
            <pc:sldMk cId="2902655306" sldId="330"/>
            <ac:spMk id="16" creationId="{0FB3CE8C-3079-4DC3-8E89-30279AD8187D}"/>
          </ac:spMkLst>
        </pc:spChg>
        <pc:spChg chg="mod">
          <ac:chgData name="Umesh Zemse" userId="f5579818-f47c-4551-9630-9efa4dd51d64" providerId="ADAL" clId="{7BD1F271-D7CE-4DE1-902B-F340CAF19A23}" dt="2020-09-09T11:18:16.363" v="1485" actId="20577"/>
          <ac:spMkLst>
            <pc:docMk/>
            <pc:sldMk cId="2902655306" sldId="330"/>
            <ac:spMk id="18" creationId="{F33CD066-D592-4CFC-8DEA-44455FE4A64F}"/>
          </ac:spMkLst>
        </pc:spChg>
        <pc:spChg chg="mod">
          <ac:chgData name="Umesh Zemse" userId="f5579818-f47c-4551-9630-9efa4dd51d64" providerId="ADAL" clId="{7BD1F271-D7CE-4DE1-902B-F340CAF19A23}" dt="2020-09-09T11:17:29.010" v="1418" actId="20577"/>
          <ac:spMkLst>
            <pc:docMk/>
            <pc:sldMk cId="2902655306" sldId="330"/>
            <ac:spMk id="102" creationId="{DEC94D3A-451E-4884-8750-920542A92D33}"/>
          </ac:spMkLst>
        </pc:spChg>
        <pc:spChg chg="mod">
          <ac:chgData name="Umesh Zemse" userId="f5579818-f47c-4551-9630-9efa4dd51d64" providerId="ADAL" clId="{7BD1F271-D7CE-4DE1-902B-F340CAF19A23}" dt="2020-09-09T11:17:35.393" v="1430" actId="20577"/>
          <ac:spMkLst>
            <pc:docMk/>
            <pc:sldMk cId="2902655306" sldId="330"/>
            <ac:spMk id="103" creationId="{5617C1D9-061A-40C5-B622-C93478A5F31D}"/>
          </ac:spMkLst>
        </pc:spChg>
        <pc:graphicFrameChg chg="mod">
          <ac:chgData name="Umesh Zemse" userId="f5579818-f47c-4551-9630-9efa4dd51d64" providerId="ADAL" clId="{7BD1F271-D7CE-4DE1-902B-F340CAF19A23}" dt="2020-09-09T10:48:47.155" v="456" actId="1037"/>
          <ac:graphicFrameMkLst>
            <pc:docMk/>
            <pc:sldMk cId="2902655306" sldId="330"/>
            <ac:graphicFrameMk id="101" creationId="{770B5E12-9892-4D64-9061-6FE4FAA5BF7D}"/>
          </ac:graphicFrameMkLst>
        </pc:graphicFrameChg>
      </pc:sldChg>
      <pc:sldChg chg="modSp">
        <pc:chgData name="Umesh Zemse" userId="f5579818-f47c-4551-9630-9efa4dd51d64" providerId="ADAL" clId="{7BD1F271-D7CE-4DE1-902B-F340CAF19A23}" dt="2020-09-09T10:27:40.193" v="140" actId="255"/>
        <pc:sldMkLst>
          <pc:docMk/>
          <pc:sldMk cId="2133849679" sldId="332"/>
        </pc:sldMkLst>
        <pc:spChg chg="mod">
          <ac:chgData name="Umesh Zemse" userId="f5579818-f47c-4551-9630-9efa4dd51d64" providerId="ADAL" clId="{7BD1F271-D7CE-4DE1-902B-F340CAF19A23}" dt="2020-09-09T10:27:40.193" v="140" actId="255"/>
          <ac:spMkLst>
            <pc:docMk/>
            <pc:sldMk cId="2133849679" sldId="332"/>
            <ac:spMk id="2" creationId="{B6B74EDD-F065-459D-95C8-CDD616DACAD7}"/>
          </ac:spMkLst>
        </pc:spChg>
        <pc:spChg chg="mod">
          <ac:chgData name="Umesh Zemse" userId="f5579818-f47c-4551-9630-9efa4dd51d64" providerId="ADAL" clId="{7BD1F271-D7CE-4DE1-902B-F340CAF19A23}" dt="2020-09-09T10:23:36.057" v="93" actId="1076"/>
          <ac:spMkLst>
            <pc:docMk/>
            <pc:sldMk cId="2133849679" sldId="332"/>
            <ac:spMk id="3" creationId="{E74F9EF0-C379-4211-803F-9511FAF9378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276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104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9/13/2020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653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436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658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018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25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591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9/13/2020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983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444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644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503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666" y="1912033"/>
            <a:ext cx="8596668" cy="3033933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chemeClr val="accent1">
                    <a:lumMod val="50000"/>
                  </a:schemeClr>
                </a:solidFill>
              </a:rPr>
              <a:t>LPP Using </a:t>
            </a:r>
            <a:br>
              <a:rPr lang="en-US" sz="60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6000" dirty="0">
                <a:solidFill>
                  <a:schemeClr val="accent1">
                    <a:lumMod val="50000"/>
                  </a:schemeClr>
                </a:solidFill>
              </a:rPr>
              <a:t>Simplex Method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1DFF431-DEFD-4D77-853A-20D839B65089}"/>
              </a:ext>
            </a:extLst>
          </p:cNvPr>
          <p:cNvGrpSpPr/>
          <p:nvPr/>
        </p:nvGrpSpPr>
        <p:grpSpPr>
          <a:xfrm>
            <a:off x="0" y="0"/>
            <a:ext cx="12192000" cy="680699"/>
            <a:chOff x="0" y="0"/>
            <a:chExt cx="12192000" cy="68069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4454DC5-453D-4AE0-B657-641BFE80F2F8}"/>
                </a:ext>
              </a:extLst>
            </p:cNvPr>
            <p:cNvSpPr/>
            <p:nvPr/>
          </p:nvSpPr>
          <p:spPr>
            <a:xfrm>
              <a:off x="0" y="120260"/>
              <a:ext cx="12192000" cy="56043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04C53D7-A92B-4FA1-821C-DB4B83BEF07D}"/>
                </a:ext>
              </a:extLst>
            </p:cNvPr>
            <p:cNvSpPr/>
            <p:nvPr/>
          </p:nvSpPr>
          <p:spPr>
            <a:xfrm>
              <a:off x="0" y="0"/>
              <a:ext cx="12192000" cy="56043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388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83" y="137652"/>
            <a:ext cx="8596668" cy="994117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860" y="1499407"/>
            <a:ext cx="8596668" cy="4029195"/>
          </a:xfrm>
        </p:spPr>
        <p:txBody>
          <a:bodyPr>
            <a:normAutofit/>
          </a:bodyPr>
          <a:lstStyle/>
          <a:p>
            <a:r>
              <a:rPr lang="en-US" b="1" dirty="0"/>
              <a:t>Slack Variable</a:t>
            </a:r>
          </a:p>
          <a:p>
            <a:pPr lvl="1"/>
            <a:r>
              <a:rPr lang="en-US" dirty="0"/>
              <a:t>Variable added to a &lt;= Constraint to convert it to an Equation (=)</a:t>
            </a:r>
          </a:p>
          <a:p>
            <a:pPr lvl="1"/>
            <a:r>
              <a:rPr lang="en-US" dirty="0"/>
              <a:t>Slack Variable indicates unused resources</a:t>
            </a:r>
          </a:p>
          <a:p>
            <a:pPr lvl="1"/>
            <a:r>
              <a:rPr lang="en-US" dirty="0"/>
              <a:t>A Slack Variable contributes nothing to objective function values</a:t>
            </a:r>
          </a:p>
          <a:p>
            <a:r>
              <a:rPr lang="en-US" b="1" dirty="0"/>
              <a:t>Surplus Variables</a:t>
            </a:r>
          </a:p>
          <a:p>
            <a:pPr lvl="1"/>
            <a:r>
              <a:rPr lang="en-US" dirty="0"/>
              <a:t>Variable subtracted from a &gt;= constraint to convert it to an Equation (=)</a:t>
            </a:r>
          </a:p>
          <a:p>
            <a:pPr lvl="1"/>
            <a:r>
              <a:rPr lang="en-US" dirty="0"/>
              <a:t>Surplus Variable represents an excess above  a constraint requirement level </a:t>
            </a:r>
          </a:p>
          <a:p>
            <a:pPr lvl="1"/>
            <a:r>
              <a:rPr lang="en-US" dirty="0"/>
              <a:t>Surplus variables contribute nothing to  the calculated value of the objective function</a:t>
            </a:r>
          </a:p>
        </p:txBody>
      </p:sp>
    </p:spTree>
    <p:extLst>
      <p:ext uri="{BB962C8B-B14F-4D97-AF65-F5344CB8AC3E}">
        <p14:creationId xmlns:p14="http://schemas.microsoft.com/office/powerpoint/2010/main" val="2771644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2709E-0EC0-4971-A1CA-640DDB021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089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0FB5A-35F6-4517-A721-7113BA75C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9004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Maximize </a:t>
            </a:r>
            <a:r>
              <a:rPr lang="en-US" sz="2800" b="1" i="1" dirty="0"/>
              <a:t>Z = 12 x1 + 16 x2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</a:p>
          <a:p>
            <a:pPr marL="0" indent="0">
              <a:buNone/>
            </a:pPr>
            <a:r>
              <a:rPr lang="en-US" dirty="0"/>
              <a:t>Subject to </a:t>
            </a:r>
            <a:r>
              <a:rPr lang="en-US" sz="2800" b="1" dirty="0"/>
              <a:t>Constraints</a:t>
            </a:r>
            <a:endParaRPr lang="en-US" b="1" dirty="0"/>
          </a:p>
          <a:p>
            <a:pPr marL="0" indent="0">
              <a:buNone/>
            </a:pPr>
            <a:r>
              <a:rPr lang="en-US" sz="2000" i="1" dirty="0"/>
              <a:t>10 x1 + 20 x2 &lt;= 120</a:t>
            </a:r>
          </a:p>
          <a:p>
            <a:pPr marL="0" indent="0">
              <a:buNone/>
            </a:pPr>
            <a:r>
              <a:rPr lang="en-US" sz="2000" i="1" dirty="0"/>
              <a:t>8 x1 + 8 x2 &lt;= 80</a:t>
            </a:r>
          </a:p>
          <a:p>
            <a:pPr marL="0" indent="0">
              <a:buNone/>
            </a:pPr>
            <a:r>
              <a:rPr lang="en-US" sz="2000" i="1" dirty="0"/>
              <a:t>x1, x2 &gt;= 0</a:t>
            </a:r>
          </a:p>
        </p:txBody>
      </p:sp>
      <p:sp>
        <p:nvSpPr>
          <p:cNvPr id="4" name="Arrow: Left 3">
            <a:extLst>
              <a:ext uri="{FF2B5EF4-FFF2-40B4-BE49-F238E27FC236}">
                <a16:creationId xmlns:a16="http://schemas.microsoft.com/office/drawing/2014/main" id="{4BD21A39-560E-438E-9DAF-7FA08786D0C9}"/>
              </a:ext>
            </a:extLst>
          </p:cNvPr>
          <p:cNvSpPr/>
          <p:nvPr/>
        </p:nvSpPr>
        <p:spPr>
          <a:xfrm>
            <a:off x="5670576" y="1395619"/>
            <a:ext cx="3923590" cy="99880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Objective Function</a:t>
            </a:r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D6D58F62-43FA-44DC-BC6E-C81355C9E5C1}"/>
              </a:ext>
            </a:extLst>
          </p:cNvPr>
          <p:cNvSpPr/>
          <p:nvPr/>
        </p:nvSpPr>
        <p:spPr>
          <a:xfrm>
            <a:off x="5670576" y="3387371"/>
            <a:ext cx="3923590" cy="99880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Constraints</a:t>
            </a:r>
          </a:p>
        </p:txBody>
      </p:sp>
    </p:spTree>
    <p:extLst>
      <p:ext uri="{BB962C8B-B14F-4D97-AF65-F5344CB8AC3E}">
        <p14:creationId xmlns:p14="http://schemas.microsoft.com/office/powerpoint/2010/main" val="232393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803E9-47AC-42F4-808B-984CC278E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156238"/>
            <a:ext cx="10546189" cy="1320800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</a:rPr>
              <a:t>Step – Convert all inequality constraints </a:t>
            </a:r>
            <a:br>
              <a:rPr lang="en-US" sz="40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4000" dirty="0">
                <a:solidFill>
                  <a:schemeClr val="accent1">
                    <a:lumMod val="50000"/>
                  </a:schemeClr>
                </a:solidFill>
              </a:rPr>
              <a:t>into equality (use slack variables)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7C52C-5D1C-4EB0-B04A-D3B00A99E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99339"/>
            <a:ext cx="8596668" cy="62488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Let’s add Slack Variables to Constraints (How many Slack Variables)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18C775-1B8A-437F-8A71-49BCDA026D3A}"/>
              </a:ext>
            </a:extLst>
          </p:cNvPr>
          <p:cNvSpPr/>
          <p:nvPr/>
        </p:nvSpPr>
        <p:spPr>
          <a:xfrm>
            <a:off x="811237" y="2052937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i="1" dirty="0"/>
              <a:t>10 x1 + 20 x2 + </a:t>
            </a:r>
            <a:r>
              <a:rPr lang="en-US" sz="2400" i="1" dirty="0">
                <a:highlight>
                  <a:srgbClr val="FFFF00"/>
                </a:highlight>
              </a:rPr>
              <a:t>s1</a:t>
            </a:r>
            <a:r>
              <a:rPr lang="en-US" sz="2400" i="1" dirty="0"/>
              <a:t> = 120</a:t>
            </a:r>
          </a:p>
          <a:p>
            <a:r>
              <a:rPr lang="en-US" sz="2400" i="1" dirty="0"/>
              <a:t>8 x1 + 8 x2 </a:t>
            </a:r>
            <a:r>
              <a:rPr lang="en-US" i="1" dirty="0"/>
              <a:t>+ </a:t>
            </a:r>
            <a:r>
              <a:rPr lang="en-US" sz="2400" i="1" dirty="0">
                <a:highlight>
                  <a:srgbClr val="FFFF00"/>
                </a:highlight>
              </a:rPr>
              <a:t>s2</a:t>
            </a:r>
            <a:r>
              <a:rPr lang="en-US" sz="2400" i="1" dirty="0"/>
              <a:t>  = 80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F5B3E2C-FD7A-4CB2-ACCC-707B1E107BAF}"/>
              </a:ext>
            </a:extLst>
          </p:cNvPr>
          <p:cNvSpPr txBox="1">
            <a:spLocks/>
          </p:cNvSpPr>
          <p:nvPr/>
        </p:nvSpPr>
        <p:spPr>
          <a:xfrm>
            <a:off x="677334" y="3502765"/>
            <a:ext cx="8596668" cy="6248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/>
              <a:t>We need to Add these Slack variables to the </a:t>
            </a:r>
            <a:r>
              <a:rPr lang="en-US" b="1" dirty="0"/>
              <a:t>Objective Function</a:t>
            </a:r>
            <a:r>
              <a:rPr lang="en-US" dirty="0"/>
              <a:t> too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A540E9-76C6-47C6-BF87-91F3E29889D5}"/>
              </a:ext>
            </a:extLst>
          </p:cNvPr>
          <p:cNvSpPr/>
          <p:nvPr/>
        </p:nvSpPr>
        <p:spPr>
          <a:xfrm>
            <a:off x="677334" y="4127649"/>
            <a:ext cx="76507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buClr>
                <a:srgbClr val="5FCBEF"/>
              </a:buClr>
              <a:buSzPct val="80000"/>
            </a:pPr>
            <a:r>
              <a:rPr lang="en-US" sz="28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Maximize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Z = 12 x1 + 16 x2 +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rgbClr val="FFFF00"/>
                </a:highlight>
              </a:rPr>
              <a:t>0 s1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 +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rgbClr val="FFFF00"/>
                </a:highlight>
              </a:rPr>
              <a:t>0 s2</a:t>
            </a:r>
          </a:p>
        </p:txBody>
      </p:sp>
    </p:spTree>
    <p:extLst>
      <p:ext uri="{BB962C8B-B14F-4D97-AF65-F5344CB8AC3E}">
        <p14:creationId xmlns:p14="http://schemas.microsoft.com/office/powerpoint/2010/main" val="2969517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04F68-A9B6-4A9C-BD18-0301D1C82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86" y="15293"/>
            <a:ext cx="10389972" cy="78377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Step – Develop Initial Simplex Table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90F907-3B83-4F24-B3E9-103787B534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629420"/>
              </p:ext>
            </p:extLst>
          </p:nvPr>
        </p:nvGraphicFramePr>
        <p:xfrm>
          <a:off x="911667" y="1851781"/>
          <a:ext cx="8812904" cy="35765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1613">
                  <a:extLst>
                    <a:ext uri="{9D8B030D-6E8A-4147-A177-3AD203B41FA5}">
                      <a16:colId xmlns:a16="http://schemas.microsoft.com/office/drawing/2014/main" val="2905360103"/>
                    </a:ext>
                  </a:extLst>
                </a:gridCol>
                <a:gridCol w="1252434">
                  <a:extLst>
                    <a:ext uri="{9D8B030D-6E8A-4147-A177-3AD203B41FA5}">
                      <a16:colId xmlns:a16="http://schemas.microsoft.com/office/drawing/2014/main" val="3101827574"/>
                    </a:ext>
                  </a:extLst>
                </a:gridCol>
                <a:gridCol w="950792">
                  <a:extLst>
                    <a:ext uri="{9D8B030D-6E8A-4147-A177-3AD203B41FA5}">
                      <a16:colId xmlns:a16="http://schemas.microsoft.com/office/drawing/2014/main" val="3349711521"/>
                    </a:ext>
                  </a:extLst>
                </a:gridCol>
                <a:gridCol w="1101613">
                  <a:extLst>
                    <a:ext uri="{9D8B030D-6E8A-4147-A177-3AD203B41FA5}">
                      <a16:colId xmlns:a16="http://schemas.microsoft.com/office/drawing/2014/main" val="2361876258"/>
                    </a:ext>
                  </a:extLst>
                </a:gridCol>
                <a:gridCol w="1101613">
                  <a:extLst>
                    <a:ext uri="{9D8B030D-6E8A-4147-A177-3AD203B41FA5}">
                      <a16:colId xmlns:a16="http://schemas.microsoft.com/office/drawing/2014/main" val="3236378667"/>
                    </a:ext>
                  </a:extLst>
                </a:gridCol>
                <a:gridCol w="1101613">
                  <a:extLst>
                    <a:ext uri="{9D8B030D-6E8A-4147-A177-3AD203B41FA5}">
                      <a16:colId xmlns:a16="http://schemas.microsoft.com/office/drawing/2014/main" val="2968160148"/>
                    </a:ext>
                  </a:extLst>
                </a:gridCol>
                <a:gridCol w="1101613">
                  <a:extLst>
                    <a:ext uri="{9D8B030D-6E8A-4147-A177-3AD203B41FA5}">
                      <a16:colId xmlns:a16="http://schemas.microsoft.com/office/drawing/2014/main" val="1976915298"/>
                    </a:ext>
                  </a:extLst>
                </a:gridCol>
                <a:gridCol w="1101613">
                  <a:extLst>
                    <a:ext uri="{9D8B030D-6E8A-4147-A177-3AD203B41FA5}">
                      <a16:colId xmlns:a16="http://schemas.microsoft.com/office/drawing/2014/main" val="3368023288"/>
                    </a:ext>
                  </a:extLst>
                </a:gridCol>
              </a:tblGrid>
              <a:tr h="66549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 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Cj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Ratio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2236699"/>
                  </a:ext>
                </a:extLst>
              </a:tr>
              <a:tr h="70861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Basic 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6453594"/>
                  </a:ext>
                </a:extLst>
              </a:tr>
              <a:tr h="6204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387229"/>
                  </a:ext>
                </a:extLst>
              </a:tr>
              <a:tr h="49348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384561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29505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745653"/>
                  </a:ext>
                </a:extLst>
              </a:tr>
            </a:tbl>
          </a:graphicData>
        </a:graphic>
      </p:graphicFrame>
      <p:sp>
        <p:nvSpPr>
          <p:cNvPr id="5" name="Speech Bubble: Oval 4">
            <a:extLst>
              <a:ext uri="{FF2B5EF4-FFF2-40B4-BE49-F238E27FC236}">
                <a16:creationId xmlns:a16="http://schemas.microsoft.com/office/drawing/2014/main" id="{93333B7C-29FE-44F2-AA9E-C47FB0791A4C}"/>
              </a:ext>
            </a:extLst>
          </p:cNvPr>
          <p:cNvSpPr/>
          <p:nvPr/>
        </p:nvSpPr>
        <p:spPr>
          <a:xfrm>
            <a:off x="5042191" y="197870"/>
            <a:ext cx="3672115" cy="928914"/>
          </a:xfrm>
          <a:prstGeom prst="wedgeEllipseCallout">
            <a:avLst>
              <a:gd name="adj1" fmla="val -103441"/>
              <a:gd name="adj2" fmla="val 1484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Co-efficient of Objective Function</a:t>
            </a:r>
          </a:p>
        </p:txBody>
      </p: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15A7073B-9C68-44C4-B316-D11A4FB14EE6}"/>
              </a:ext>
            </a:extLst>
          </p:cNvPr>
          <p:cNvSpPr/>
          <p:nvPr/>
        </p:nvSpPr>
        <p:spPr>
          <a:xfrm>
            <a:off x="999068" y="156446"/>
            <a:ext cx="3483428" cy="928914"/>
          </a:xfrm>
          <a:prstGeom prst="wedgeEllipseCallout">
            <a:avLst>
              <a:gd name="adj1" fmla="val -26524"/>
              <a:gd name="adj2" fmla="val 17031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Co-efficient of Basic Variables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CF63A2-5EB1-4F02-BAE7-B539E8E47C2C}"/>
              </a:ext>
            </a:extLst>
          </p:cNvPr>
          <p:cNvSpPr/>
          <p:nvPr/>
        </p:nvSpPr>
        <p:spPr>
          <a:xfrm>
            <a:off x="8009158" y="869020"/>
            <a:ext cx="35791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10 x1 + 20 x2 + </a:t>
            </a:r>
            <a:r>
              <a:rPr lang="en-US" sz="2400" i="1" dirty="0">
                <a:highlight>
                  <a:srgbClr val="FFFF00"/>
                </a:highlight>
              </a:rPr>
              <a:t>s1</a:t>
            </a:r>
            <a:r>
              <a:rPr lang="en-US" sz="2400" i="1" dirty="0"/>
              <a:t> = 120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0D83FC-7940-402F-B5B0-F709D30A86A8}"/>
              </a:ext>
            </a:extLst>
          </p:cNvPr>
          <p:cNvSpPr/>
          <p:nvPr/>
        </p:nvSpPr>
        <p:spPr>
          <a:xfrm>
            <a:off x="3400869" y="1984408"/>
            <a:ext cx="40739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12        16         0          0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7D74E3-585D-4E7D-90FB-90B97715A1C2}"/>
              </a:ext>
            </a:extLst>
          </p:cNvPr>
          <p:cNvSpPr/>
          <p:nvPr/>
        </p:nvSpPr>
        <p:spPr>
          <a:xfrm>
            <a:off x="3400868" y="2659136"/>
            <a:ext cx="40739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x1          x2            s1           s2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7A82B3-4AF2-4211-B555-0CE256758C51}"/>
              </a:ext>
            </a:extLst>
          </p:cNvPr>
          <p:cNvSpPr/>
          <p:nvPr/>
        </p:nvSpPr>
        <p:spPr>
          <a:xfrm>
            <a:off x="3400868" y="3290887"/>
            <a:ext cx="51045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10        20               1             0           120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9BCDD7-D76C-47F6-B1EB-32712B30B584}"/>
              </a:ext>
            </a:extLst>
          </p:cNvPr>
          <p:cNvSpPr/>
          <p:nvPr/>
        </p:nvSpPr>
        <p:spPr>
          <a:xfrm>
            <a:off x="854631" y="1166254"/>
            <a:ext cx="76507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buClr>
                <a:srgbClr val="5FCBEF"/>
              </a:buClr>
              <a:buSzPct val="80000"/>
            </a:pPr>
            <a:r>
              <a:rPr lang="en-US" sz="28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Maximize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Z = 12 x1 + 16 x2 +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rgbClr val="FFFF00"/>
                </a:highlight>
              </a:rPr>
              <a:t>0 s1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 +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  <a:highlight>
                  <a:srgbClr val="FFFF00"/>
                </a:highlight>
              </a:rPr>
              <a:t>0 s2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10D4A1B-B99D-4B4E-ADFF-EB306D4999FF}"/>
              </a:ext>
            </a:extLst>
          </p:cNvPr>
          <p:cNvCxnSpPr/>
          <p:nvPr/>
        </p:nvCxnSpPr>
        <p:spPr>
          <a:xfrm>
            <a:off x="2336801" y="2402531"/>
            <a:ext cx="68217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48FD16-BD95-4D14-B781-9F8506602B86}"/>
              </a:ext>
            </a:extLst>
          </p:cNvPr>
          <p:cNvCxnSpPr>
            <a:cxnSpLocks/>
          </p:cNvCxnSpPr>
          <p:nvPr/>
        </p:nvCxnSpPr>
        <p:spPr>
          <a:xfrm>
            <a:off x="1172925" y="1997523"/>
            <a:ext cx="0" cy="3048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EAA07C5-7CB8-41BA-A3DB-4DA4310081CE}"/>
              </a:ext>
            </a:extLst>
          </p:cNvPr>
          <p:cNvSpPr/>
          <p:nvPr/>
        </p:nvSpPr>
        <p:spPr>
          <a:xfrm>
            <a:off x="2393491" y="3232830"/>
            <a:ext cx="5687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s1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29374A-8C0A-469C-9C8B-CA3690C3781C}"/>
              </a:ext>
            </a:extLst>
          </p:cNvPr>
          <p:cNvSpPr/>
          <p:nvPr/>
        </p:nvSpPr>
        <p:spPr>
          <a:xfrm>
            <a:off x="2373087" y="3860884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s2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DF7ACF-FD93-43D4-8E85-9985894350A9}"/>
              </a:ext>
            </a:extLst>
          </p:cNvPr>
          <p:cNvSpPr/>
          <p:nvPr/>
        </p:nvSpPr>
        <p:spPr>
          <a:xfrm>
            <a:off x="1291769" y="3200487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86616C-E86D-4453-A38C-BA3C33953E0C}"/>
              </a:ext>
            </a:extLst>
          </p:cNvPr>
          <p:cNvSpPr/>
          <p:nvPr/>
        </p:nvSpPr>
        <p:spPr>
          <a:xfrm>
            <a:off x="1269994" y="3817345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1767C4E-49EF-47CF-86DE-2F892C5C7B5A}"/>
              </a:ext>
            </a:extLst>
          </p:cNvPr>
          <p:cNvSpPr/>
          <p:nvPr/>
        </p:nvSpPr>
        <p:spPr>
          <a:xfrm>
            <a:off x="8023672" y="1329181"/>
            <a:ext cx="35791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8 x1 + 8 x2 + </a:t>
            </a:r>
            <a:r>
              <a:rPr lang="en-US" sz="2400" i="1" dirty="0">
                <a:highlight>
                  <a:srgbClr val="FFFF00"/>
                </a:highlight>
              </a:rPr>
              <a:t>s2</a:t>
            </a:r>
            <a:r>
              <a:rPr lang="en-US" sz="2400" i="1" dirty="0"/>
              <a:t> = 80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6BB860-9FCC-471B-B1DB-CC177706B8CB}"/>
              </a:ext>
            </a:extLst>
          </p:cNvPr>
          <p:cNvSpPr/>
          <p:nvPr/>
        </p:nvSpPr>
        <p:spPr>
          <a:xfrm>
            <a:off x="3350066" y="3835170"/>
            <a:ext cx="51045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8            8               0             1            80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4EF912-F04E-42A7-AC8F-9EF06B662B91}"/>
              </a:ext>
            </a:extLst>
          </p:cNvPr>
          <p:cNvSpPr/>
          <p:nvPr/>
        </p:nvSpPr>
        <p:spPr>
          <a:xfrm>
            <a:off x="2359939" y="4395123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918D4E0-C1F6-4591-8357-DC8EF73E5225}"/>
              </a:ext>
            </a:extLst>
          </p:cNvPr>
          <p:cNvSpPr/>
          <p:nvPr/>
        </p:nvSpPr>
        <p:spPr>
          <a:xfrm>
            <a:off x="1970995" y="5541618"/>
            <a:ext cx="463883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Zj</a:t>
            </a:r>
            <a:r>
              <a:rPr lang="en-US" sz="2400" i="1" dirty="0"/>
              <a:t> = a1x1 + a2x2 + a3x3 + ..</a:t>
            </a:r>
            <a:r>
              <a:rPr lang="en-US" sz="2400" i="1" dirty="0" err="1"/>
              <a:t>anxn</a:t>
            </a:r>
            <a:endParaRPr lang="en-US" sz="2400" i="1" dirty="0"/>
          </a:p>
          <a:p>
            <a:r>
              <a:rPr lang="en-US" sz="2400" i="1" dirty="0"/>
              <a:t>.. 0</a:t>
            </a:r>
            <a:r>
              <a:rPr lang="en-US" sz="2400" dirty="0"/>
              <a:t>x10 + 0x20 …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64F2EA2-D3FA-4B29-B824-58D41C0151C4}"/>
              </a:ext>
            </a:extLst>
          </p:cNvPr>
          <p:cNvSpPr/>
          <p:nvPr/>
        </p:nvSpPr>
        <p:spPr>
          <a:xfrm>
            <a:off x="3328298" y="4408481"/>
            <a:ext cx="51045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0            0               0              0            0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F04E717-3391-46C1-9958-6624DF084ED4}"/>
              </a:ext>
            </a:extLst>
          </p:cNvPr>
          <p:cNvSpPr/>
          <p:nvPr/>
        </p:nvSpPr>
        <p:spPr>
          <a:xfrm>
            <a:off x="2097315" y="4883767"/>
            <a:ext cx="1211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Cj</a:t>
            </a:r>
            <a:r>
              <a:rPr lang="en-US" sz="2400" i="1" dirty="0"/>
              <a:t> - </a:t>
            </a:r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B65CB3B-095B-4A91-A457-6D5825DEABD9}"/>
              </a:ext>
            </a:extLst>
          </p:cNvPr>
          <p:cNvSpPr/>
          <p:nvPr/>
        </p:nvSpPr>
        <p:spPr>
          <a:xfrm>
            <a:off x="3328298" y="4898280"/>
            <a:ext cx="40739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12          16             0               0 </a:t>
            </a:r>
          </a:p>
        </p:txBody>
      </p:sp>
    </p:spTree>
    <p:extLst>
      <p:ext uri="{BB962C8B-B14F-4D97-AF65-F5344CB8AC3E}">
        <p14:creationId xmlns:p14="http://schemas.microsoft.com/office/powerpoint/2010/main" val="330552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/>
      <p:bldP spid="7" grpId="1"/>
      <p:bldP spid="9" grpId="0"/>
      <p:bldP spid="11" grpId="0"/>
      <p:bldP spid="12" grpId="0"/>
      <p:bldP spid="13" grpId="0"/>
      <p:bldP spid="13" grpId="1"/>
      <p:bldP spid="22" grpId="0"/>
      <p:bldP spid="23" grpId="0"/>
      <p:bldP spid="24" grpId="0"/>
      <p:bldP spid="25" grpId="0"/>
      <p:bldP spid="26" grpId="0"/>
      <p:bldP spid="26" grpId="1"/>
      <p:bldP spid="27" grpId="0"/>
      <p:bldP spid="28" grpId="0"/>
      <p:bldP spid="30" grpId="0"/>
      <p:bldP spid="30" grpId="1"/>
      <p:bldP spid="31" grpId="0"/>
      <p:bldP spid="32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04F68-A9B6-4A9C-BD18-0301D1C82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22400"/>
            <a:ext cx="8596668" cy="78377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Is it a Optimal Solution ?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A628A7A3-54B5-4979-8AE0-FFDD159CB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6081"/>
            <a:ext cx="8596668" cy="30436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For Maximization</a:t>
            </a:r>
          </a:p>
          <a:p>
            <a:pPr marL="0" indent="0">
              <a:buNone/>
            </a:pPr>
            <a:r>
              <a:rPr lang="en-US" sz="3200" dirty="0"/>
              <a:t>All </a:t>
            </a:r>
            <a:r>
              <a:rPr lang="en-US" sz="3200" dirty="0" err="1"/>
              <a:t>Cj</a:t>
            </a:r>
            <a:r>
              <a:rPr lang="en-US" sz="3200" dirty="0"/>
              <a:t> – </a:t>
            </a:r>
            <a:r>
              <a:rPr lang="en-US" sz="3200" dirty="0" err="1"/>
              <a:t>Zj</a:t>
            </a:r>
            <a:r>
              <a:rPr lang="en-US" sz="3200" dirty="0"/>
              <a:t> &lt;= 0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200" dirty="0"/>
              <a:t>For Minimization</a:t>
            </a:r>
          </a:p>
          <a:p>
            <a:pPr marL="0" indent="0">
              <a:buNone/>
            </a:pPr>
            <a:r>
              <a:rPr lang="en-US" sz="3200" dirty="0"/>
              <a:t>All </a:t>
            </a:r>
            <a:r>
              <a:rPr lang="en-US" sz="3200" dirty="0" err="1"/>
              <a:t>Cj</a:t>
            </a:r>
            <a:r>
              <a:rPr lang="en-US" sz="3200" dirty="0"/>
              <a:t> – </a:t>
            </a:r>
            <a:r>
              <a:rPr lang="en-US" sz="3200" dirty="0" err="1"/>
              <a:t>Zj</a:t>
            </a:r>
            <a:r>
              <a:rPr lang="en-US" sz="3200" dirty="0"/>
              <a:t> &gt;= 0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F9D7F4-CEED-4C37-A1ED-656642B38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0" y="1553870"/>
            <a:ext cx="7693964" cy="401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304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04F68-A9B6-4A9C-BD18-0301D1C82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11393"/>
            <a:ext cx="8596668" cy="78377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Step – Reach Optimality 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4463BA53-EB24-4022-8D05-CD09A732A5E0}"/>
              </a:ext>
            </a:extLst>
          </p:cNvPr>
          <p:cNvSpPr txBox="1">
            <a:spLocks/>
          </p:cNvSpPr>
          <p:nvPr/>
        </p:nvSpPr>
        <p:spPr>
          <a:xfrm>
            <a:off x="677334" y="1414402"/>
            <a:ext cx="8596668" cy="4029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Select the </a:t>
            </a:r>
            <a:r>
              <a:rPr lang="en-US" sz="2800" dirty="0">
                <a:highlight>
                  <a:srgbClr val="FFFF00"/>
                </a:highlight>
              </a:rPr>
              <a:t>Maximum</a:t>
            </a:r>
            <a:r>
              <a:rPr lang="en-US" sz="2800" dirty="0"/>
              <a:t> Value of </a:t>
            </a:r>
            <a:r>
              <a:rPr lang="en-US" sz="2800" dirty="0" err="1"/>
              <a:t>Cj</a:t>
            </a:r>
            <a:r>
              <a:rPr lang="en-US" sz="2800" dirty="0"/>
              <a:t> – </a:t>
            </a:r>
            <a:r>
              <a:rPr lang="en-US" sz="2800" dirty="0" err="1"/>
              <a:t>Zj</a:t>
            </a:r>
            <a:endParaRPr lang="en-US" sz="2800" dirty="0"/>
          </a:p>
          <a:p>
            <a:r>
              <a:rPr lang="en-US" sz="2800" dirty="0"/>
              <a:t>The column of Maximum </a:t>
            </a:r>
            <a:r>
              <a:rPr lang="en-US" sz="2800" dirty="0" err="1"/>
              <a:t>Cj</a:t>
            </a:r>
            <a:r>
              <a:rPr lang="en-US" sz="2800" dirty="0"/>
              <a:t> – </a:t>
            </a:r>
            <a:r>
              <a:rPr lang="en-US" sz="2800" dirty="0" err="1"/>
              <a:t>Zj</a:t>
            </a:r>
            <a:r>
              <a:rPr lang="en-US" sz="2800" dirty="0"/>
              <a:t> value becomes the </a:t>
            </a:r>
            <a:r>
              <a:rPr lang="en-US" sz="2800" b="1" dirty="0"/>
              <a:t>Key Column</a:t>
            </a:r>
            <a:r>
              <a:rPr lang="en-US" sz="2800" dirty="0"/>
              <a:t> </a:t>
            </a:r>
          </a:p>
          <a:p>
            <a:r>
              <a:rPr lang="en-US" sz="2800" dirty="0"/>
              <a:t>Find the </a:t>
            </a:r>
            <a:r>
              <a:rPr lang="en-US" sz="2800" i="1" dirty="0"/>
              <a:t>Ratio = Solution / Key Column</a:t>
            </a:r>
          </a:p>
          <a:p>
            <a:r>
              <a:rPr lang="en-US" sz="2800" dirty="0"/>
              <a:t>The Row with Minimum Value of Ratio is called </a:t>
            </a:r>
            <a:r>
              <a:rPr lang="en-US" sz="2800" b="1" dirty="0"/>
              <a:t>Key Row</a:t>
            </a:r>
          </a:p>
          <a:p>
            <a:r>
              <a:rPr lang="en-US" sz="2800" dirty="0"/>
              <a:t>The intersection Point is called </a:t>
            </a:r>
            <a:r>
              <a:rPr lang="en-US" sz="2800" b="1" dirty="0"/>
              <a:t>Key Element</a:t>
            </a:r>
          </a:p>
        </p:txBody>
      </p:sp>
    </p:spTree>
    <p:extLst>
      <p:ext uri="{BB962C8B-B14F-4D97-AF65-F5344CB8AC3E}">
        <p14:creationId xmlns:p14="http://schemas.microsoft.com/office/powerpoint/2010/main" val="3545767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0E3D156-D755-4C84-95B4-EB4D8B9D9C4C}"/>
              </a:ext>
            </a:extLst>
          </p:cNvPr>
          <p:cNvSpPr/>
          <p:nvPr/>
        </p:nvSpPr>
        <p:spPr>
          <a:xfrm>
            <a:off x="4368799" y="1712684"/>
            <a:ext cx="806911" cy="4368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C7C950D-7DDC-43E5-8DF6-67B7CADB0E0C}"/>
              </a:ext>
            </a:extLst>
          </p:cNvPr>
          <p:cNvSpPr/>
          <p:nvPr/>
        </p:nvSpPr>
        <p:spPr>
          <a:xfrm>
            <a:off x="2018773" y="3135545"/>
            <a:ext cx="8154453" cy="7973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35BACF5-C4D7-4024-A643-040FF0954C75}"/>
              </a:ext>
            </a:extLst>
          </p:cNvPr>
          <p:cNvSpPr/>
          <p:nvPr/>
        </p:nvSpPr>
        <p:spPr>
          <a:xfrm>
            <a:off x="4368799" y="3232830"/>
            <a:ext cx="806911" cy="628053"/>
          </a:xfrm>
          <a:prstGeom prst="ellips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104F68-A9B6-4A9C-BD18-0301D1C82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526" y="227970"/>
            <a:ext cx="8596668" cy="78377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Step – Example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90F907-3B83-4F24-B3E9-103787B534F5}"/>
              </a:ext>
            </a:extLst>
          </p:cNvPr>
          <p:cNvGraphicFramePr>
            <a:graphicFrameLocks noGrp="1"/>
          </p:cNvGraphicFramePr>
          <p:nvPr/>
        </p:nvGraphicFramePr>
        <p:xfrm>
          <a:off x="911667" y="1851781"/>
          <a:ext cx="8812904" cy="39871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1613">
                  <a:extLst>
                    <a:ext uri="{9D8B030D-6E8A-4147-A177-3AD203B41FA5}">
                      <a16:colId xmlns:a16="http://schemas.microsoft.com/office/drawing/2014/main" val="2905360103"/>
                    </a:ext>
                  </a:extLst>
                </a:gridCol>
                <a:gridCol w="1252434">
                  <a:extLst>
                    <a:ext uri="{9D8B030D-6E8A-4147-A177-3AD203B41FA5}">
                      <a16:colId xmlns:a16="http://schemas.microsoft.com/office/drawing/2014/main" val="3101827574"/>
                    </a:ext>
                  </a:extLst>
                </a:gridCol>
                <a:gridCol w="950792">
                  <a:extLst>
                    <a:ext uri="{9D8B030D-6E8A-4147-A177-3AD203B41FA5}">
                      <a16:colId xmlns:a16="http://schemas.microsoft.com/office/drawing/2014/main" val="3349711521"/>
                    </a:ext>
                  </a:extLst>
                </a:gridCol>
                <a:gridCol w="1101613">
                  <a:extLst>
                    <a:ext uri="{9D8B030D-6E8A-4147-A177-3AD203B41FA5}">
                      <a16:colId xmlns:a16="http://schemas.microsoft.com/office/drawing/2014/main" val="2361876258"/>
                    </a:ext>
                  </a:extLst>
                </a:gridCol>
                <a:gridCol w="1101613">
                  <a:extLst>
                    <a:ext uri="{9D8B030D-6E8A-4147-A177-3AD203B41FA5}">
                      <a16:colId xmlns:a16="http://schemas.microsoft.com/office/drawing/2014/main" val="3236378667"/>
                    </a:ext>
                  </a:extLst>
                </a:gridCol>
                <a:gridCol w="1101613">
                  <a:extLst>
                    <a:ext uri="{9D8B030D-6E8A-4147-A177-3AD203B41FA5}">
                      <a16:colId xmlns:a16="http://schemas.microsoft.com/office/drawing/2014/main" val="2968160148"/>
                    </a:ext>
                  </a:extLst>
                </a:gridCol>
                <a:gridCol w="1101613">
                  <a:extLst>
                    <a:ext uri="{9D8B030D-6E8A-4147-A177-3AD203B41FA5}">
                      <a16:colId xmlns:a16="http://schemas.microsoft.com/office/drawing/2014/main" val="1976915298"/>
                    </a:ext>
                  </a:extLst>
                </a:gridCol>
                <a:gridCol w="1101613">
                  <a:extLst>
                    <a:ext uri="{9D8B030D-6E8A-4147-A177-3AD203B41FA5}">
                      <a16:colId xmlns:a16="http://schemas.microsoft.com/office/drawing/2014/main" val="3368023288"/>
                    </a:ext>
                  </a:extLst>
                </a:gridCol>
              </a:tblGrid>
              <a:tr h="66549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 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Cj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Ratio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2236699"/>
                  </a:ext>
                </a:extLst>
              </a:tr>
              <a:tr h="70861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Basic 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6453594"/>
                  </a:ext>
                </a:extLst>
              </a:tr>
              <a:tr h="6204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387229"/>
                  </a:ext>
                </a:extLst>
              </a:tr>
              <a:tr h="49348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384561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29505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745653"/>
                  </a:ext>
                </a:extLst>
              </a:tr>
              <a:tr h="41054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35994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10D83FC-7940-402F-B5B0-F709D30A86A8}"/>
              </a:ext>
            </a:extLst>
          </p:cNvPr>
          <p:cNvSpPr/>
          <p:nvPr/>
        </p:nvSpPr>
        <p:spPr>
          <a:xfrm>
            <a:off x="3400869" y="1984408"/>
            <a:ext cx="40739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12        16              0             0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7D74E3-585D-4E7D-90FB-90B97715A1C2}"/>
              </a:ext>
            </a:extLst>
          </p:cNvPr>
          <p:cNvSpPr/>
          <p:nvPr/>
        </p:nvSpPr>
        <p:spPr>
          <a:xfrm>
            <a:off x="3400868" y="2659136"/>
            <a:ext cx="40739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x1        x2             s1            s2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7A82B3-4AF2-4211-B555-0CE256758C51}"/>
              </a:ext>
            </a:extLst>
          </p:cNvPr>
          <p:cNvSpPr/>
          <p:nvPr/>
        </p:nvSpPr>
        <p:spPr>
          <a:xfrm>
            <a:off x="3400868" y="3290887"/>
            <a:ext cx="51045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10        20             1              0             120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10D4A1B-B99D-4B4E-ADFF-EB306D4999FF}"/>
              </a:ext>
            </a:extLst>
          </p:cNvPr>
          <p:cNvCxnSpPr/>
          <p:nvPr/>
        </p:nvCxnSpPr>
        <p:spPr>
          <a:xfrm>
            <a:off x="2336801" y="2402531"/>
            <a:ext cx="68217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48FD16-BD95-4D14-B781-9F8506602B86}"/>
              </a:ext>
            </a:extLst>
          </p:cNvPr>
          <p:cNvCxnSpPr>
            <a:cxnSpLocks/>
          </p:cNvCxnSpPr>
          <p:nvPr/>
        </p:nvCxnSpPr>
        <p:spPr>
          <a:xfrm>
            <a:off x="1172925" y="1997523"/>
            <a:ext cx="0" cy="3048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EAA07C5-7CB8-41BA-A3DB-4DA4310081CE}"/>
              </a:ext>
            </a:extLst>
          </p:cNvPr>
          <p:cNvSpPr/>
          <p:nvPr/>
        </p:nvSpPr>
        <p:spPr>
          <a:xfrm>
            <a:off x="2393491" y="3232830"/>
            <a:ext cx="5687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s1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29374A-8C0A-469C-9C8B-CA3690C3781C}"/>
              </a:ext>
            </a:extLst>
          </p:cNvPr>
          <p:cNvSpPr/>
          <p:nvPr/>
        </p:nvSpPr>
        <p:spPr>
          <a:xfrm>
            <a:off x="2373087" y="3860884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s2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DF7ACF-FD93-43D4-8E85-9985894350A9}"/>
              </a:ext>
            </a:extLst>
          </p:cNvPr>
          <p:cNvSpPr/>
          <p:nvPr/>
        </p:nvSpPr>
        <p:spPr>
          <a:xfrm>
            <a:off x="1291769" y="3200487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86616C-E86D-4453-A38C-BA3C33953E0C}"/>
              </a:ext>
            </a:extLst>
          </p:cNvPr>
          <p:cNvSpPr/>
          <p:nvPr/>
        </p:nvSpPr>
        <p:spPr>
          <a:xfrm>
            <a:off x="1269994" y="3817345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6BB860-9FCC-471B-B1DB-CC177706B8CB}"/>
              </a:ext>
            </a:extLst>
          </p:cNvPr>
          <p:cNvSpPr/>
          <p:nvPr/>
        </p:nvSpPr>
        <p:spPr>
          <a:xfrm>
            <a:off x="3350066" y="3835170"/>
            <a:ext cx="51045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8            8              0             1             80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4EF912-F04E-42A7-AC8F-9EF06B662B91}"/>
              </a:ext>
            </a:extLst>
          </p:cNvPr>
          <p:cNvSpPr/>
          <p:nvPr/>
        </p:nvSpPr>
        <p:spPr>
          <a:xfrm>
            <a:off x="2359939" y="4395123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64F2EA2-D3FA-4B29-B824-58D41C0151C4}"/>
              </a:ext>
            </a:extLst>
          </p:cNvPr>
          <p:cNvSpPr/>
          <p:nvPr/>
        </p:nvSpPr>
        <p:spPr>
          <a:xfrm>
            <a:off x="3328298" y="4408481"/>
            <a:ext cx="51045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0            0              0             0             0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F04E717-3391-46C1-9958-6624DF084ED4}"/>
              </a:ext>
            </a:extLst>
          </p:cNvPr>
          <p:cNvSpPr/>
          <p:nvPr/>
        </p:nvSpPr>
        <p:spPr>
          <a:xfrm>
            <a:off x="2097315" y="4883767"/>
            <a:ext cx="1211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Cj</a:t>
            </a:r>
            <a:r>
              <a:rPr lang="en-US" sz="2400" i="1" dirty="0"/>
              <a:t> - </a:t>
            </a:r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B65CB3B-095B-4A91-A457-6D5825DEABD9}"/>
              </a:ext>
            </a:extLst>
          </p:cNvPr>
          <p:cNvSpPr/>
          <p:nvPr/>
        </p:nvSpPr>
        <p:spPr>
          <a:xfrm>
            <a:off x="3328298" y="4898280"/>
            <a:ext cx="40739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12          16            0             0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94ACCC5-3D15-4258-9596-F5B195B4A3C4}"/>
              </a:ext>
            </a:extLst>
          </p:cNvPr>
          <p:cNvSpPr/>
          <p:nvPr/>
        </p:nvSpPr>
        <p:spPr>
          <a:xfrm>
            <a:off x="8935695" y="3313267"/>
            <a:ext cx="4979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9D08BFE-BB14-4CF0-93DA-0A2F72F51989}"/>
              </a:ext>
            </a:extLst>
          </p:cNvPr>
          <p:cNvSpPr/>
          <p:nvPr/>
        </p:nvSpPr>
        <p:spPr>
          <a:xfrm>
            <a:off x="8863125" y="3860883"/>
            <a:ext cx="7163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10</a:t>
            </a:r>
          </a:p>
        </p:txBody>
      </p:sp>
      <p:sp>
        <p:nvSpPr>
          <p:cNvPr id="36" name="Speech Bubble: Oval 35">
            <a:extLst>
              <a:ext uri="{FF2B5EF4-FFF2-40B4-BE49-F238E27FC236}">
                <a16:creationId xmlns:a16="http://schemas.microsoft.com/office/drawing/2014/main" id="{A6497848-C7BB-4098-BD72-D362F150640F}"/>
              </a:ext>
            </a:extLst>
          </p:cNvPr>
          <p:cNvSpPr/>
          <p:nvPr/>
        </p:nvSpPr>
        <p:spPr>
          <a:xfrm>
            <a:off x="2677886" y="671706"/>
            <a:ext cx="2066919" cy="928914"/>
          </a:xfrm>
          <a:prstGeom prst="wedgeEllipseCallout">
            <a:avLst>
              <a:gd name="adj1" fmla="val 44189"/>
              <a:gd name="adj2" fmla="val 578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Key Column</a:t>
            </a:r>
          </a:p>
        </p:txBody>
      </p:sp>
      <p:sp>
        <p:nvSpPr>
          <p:cNvPr id="37" name="Speech Bubble: Oval 36">
            <a:extLst>
              <a:ext uri="{FF2B5EF4-FFF2-40B4-BE49-F238E27FC236}">
                <a16:creationId xmlns:a16="http://schemas.microsoft.com/office/drawing/2014/main" id="{E4BDBA9D-10F8-471A-AAC8-D39307800645}"/>
              </a:ext>
            </a:extLst>
          </p:cNvPr>
          <p:cNvSpPr/>
          <p:nvPr/>
        </p:nvSpPr>
        <p:spPr>
          <a:xfrm>
            <a:off x="9294194" y="766774"/>
            <a:ext cx="2066919" cy="928914"/>
          </a:xfrm>
          <a:prstGeom prst="wedgeEllipseCallout">
            <a:avLst>
              <a:gd name="adj1" fmla="val -56930"/>
              <a:gd name="adj2" fmla="val 2015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Key Row</a:t>
            </a:r>
          </a:p>
        </p:txBody>
      </p:sp>
      <p:sp>
        <p:nvSpPr>
          <p:cNvPr id="38" name="Speech Bubble: Oval 37">
            <a:extLst>
              <a:ext uri="{FF2B5EF4-FFF2-40B4-BE49-F238E27FC236}">
                <a16:creationId xmlns:a16="http://schemas.microsoft.com/office/drawing/2014/main" id="{A8E9DFAA-1014-4C29-86EA-C17EB23CBF8E}"/>
              </a:ext>
            </a:extLst>
          </p:cNvPr>
          <p:cNvSpPr/>
          <p:nvPr/>
        </p:nvSpPr>
        <p:spPr>
          <a:xfrm>
            <a:off x="9161028" y="4952949"/>
            <a:ext cx="2233832" cy="928914"/>
          </a:xfrm>
          <a:prstGeom prst="wedgeEllipseCallout">
            <a:avLst>
              <a:gd name="adj1" fmla="val -236294"/>
              <a:gd name="adj2" fmla="val -19062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Key Element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29AD821-E660-4CAF-AE68-577F8EC388BC}"/>
              </a:ext>
            </a:extLst>
          </p:cNvPr>
          <p:cNvGrpSpPr/>
          <p:nvPr/>
        </p:nvGrpSpPr>
        <p:grpSpPr>
          <a:xfrm>
            <a:off x="4857654" y="1451427"/>
            <a:ext cx="3226802" cy="1919896"/>
            <a:chOff x="4857654" y="1393371"/>
            <a:chExt cx="3226802" cy="1919896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5722B1A4-4371-4EA8-975F-DC1037793196}"/>
                </a:ext>
              </a:extLst>
            </p:cNvPr>
            <p:cNvCxnSpPr>
              <a:cxnSpLocks/>
            </p:cNvCxnSpPr>
            <p:nvPr/>
          </p:nvCxnSpPr>
          <p:spPr>
            <a:xfrm>
              <a:off x="8084456" y="1405000"/>
              <a:ext cx="0" cy="190826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7B54052-4A04-4384-BE90-3B3E8AD23202}"/>
                </a:ext>
              </a:extLst>
            </p:cNvPr>
            <p:cNvCxnSpPr>
              <a:cxnSpLocks/>
            </p:cNvCxnSpPr>
            <p:nvPr/>
          </p:nvCxnSpPr>
          <p:spPr>
            <a:xfrm>
              <a:off x="4879059" y="1393371"/>
              <a:ext cx="3205397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2878418D-1649-4A6C-B8BD-72D8319BAFAC}"/>
                </a:ext>
              </a:extLst>
            </p:cNvPr>
            <p:cNvCxnSpPr>
              <a:cxnSpLocks/>
            </p:cNvCxnSpPr>
            <p:nvPr/>
          </p:nvCxnSpPr>
          <p:spPr>
            <a:xfrm>
              <a:off x="4857654" y="1393371"/>
              <a:ext cx="0" cy="189997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9D9CDAD4-E887-4572-8096-C3168671AB1B}"/>
              </a:ext>
            </a:extLst>
          </p:cNvPr>
          <p:cNvSpPr/>
          <p:nvPr/>
        </p:nvSpPr>
        <p:spPr>
          <a:xfrm>
            <a:off x="5798457" y="1064103"/>
            <a:ext cx="16909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120 / 20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2B02925-27D7-464A-92C4-5216C1BBB051}"/>
              </a:ext>
            </a:extLst>
          </p:cNvPr>
          <p:cNvSpPr/>
          <p:nvPr/>
        </p:nvSpPr>
        <p:spPr>
          <a:xfrm>
            <a:off x="4429762" y="2553793"/>
            <a:ext cx="659113" cy="621043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9FA87D0-4BEC-4A6D-86FE-E4146FFEDBD8}"/>
              </a:ext>
            </a:extLst>
          </p:cNvPr>
          <p:cNvSpPr/>
          <p:nvPr/>
        </p:nvSpPr>
        <p:spPr>
          <a:xfrm>
            <a:off x="2259871" y="3199681"/>
            <a:ext cx="659113" cy="621043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Speech Bubble: Oval 52">
            <a:extLst>
              <a:ext uri="{FF2B5EF4-FFF2-40B4-BE49-F238E27FC236}">
                <a16:creationId xmlns:a16="http://schemas.microsoft.com/office/drawing/2014/main" id="{5AED39E9-5BA2-4F25-919A-A073CBCBCAA2}"/>
              </a:ext>
            </a:extLst>
          </p:cNvPr>
          <p:cNvSpPr/>
          <p:nvPr/>
        </p:nvSpPr>
        <p:spPr>
          <a:xfrm>
            <a:off x="9579429" y="2069626"/>
            <a:ext cx="2233832" cy="928914"/>
          </a:xfrm>
          <a:prstGeom prst="wedgeEllipseCallout">
            <a:avLst>
              <a:gd name="adj1" fmla="val -253837"/>
              <a:gd name="adj2" fmla="val 296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Entering Variable</a:t>
            </a:r>
          </a:p>
        </p:txBody>
      </p:sp>
      <p:sp>
        <p:nvSpPr>
          <p:cNvPr id="54" name="Speech Bubble: Oval 53">
            <a:extLst>
              <a:ext uri="{FF2B5EF4-FFF2-40B4-BE49-F238E27FC236}">
                <a16:creationId xmlns:a16="http://schemas.microsoft.com/office/drawing/2014/main" id="{345FB632-B7E7-4266-8279-8F37EE22E86D}"/>
              </a:ext>
            </a:extLst>
          </p:cNvPr>
          <p:cNvSpPr/>
          <p:nvPr/>
        </p:nvSpPr>
        <p:spPr>
          <a:xfrm>
            <a:off x="959954" y="5559377"/>
            <a:ext cx="2233832" cy="928914"/>
          </a:xfrm>
          <a:prstGeom prst="wedgeEllipseCallout">
            <a:avLst>
              <a:gd name="adj1" fmla="val 24255"/>
              <a:gd name="adj2" fmla="val -2500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Leaving Variable</a:t>
            </a:r>
          </a:p>
        </p:txBody>
      </p:sp>
      <p:sp>
        <p:nvSpPr>
          <p:cNvPr id="39" name="Speech Bubble: Oval 38">
            <a:extLst>
              <a:ext uri="{FF2B5EF4-FFF2-40B4-BE49-F238E27FC236}">
                <a16:creationId xmlns:a16="http://schemas.microsoft.com/office/drawing/2014/main" id="{DAF19EE6-649B-4B98-AD0B-22BF561542BA}"/>
              </a:ext>
            </a:extLst>
          </p:cNvPr>
          <p:cNvSpPr/>
          <p:nvPr/>
        </p:nvSpPr>
        <p:spPr>
          <a:xfrm>
            <a:off x="4429762" y="5986201"/>
            <a:ext cx="2066919" cy="657365"/>
          </a:xfrm>
          <a:prstGeom prst="wedgeEllipseCallout">
            <a:avLst>
              <a:gd name="adj1" fmla="val -31359"/>
              <a:gd name="adj2" fmla="val -1583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Most Positive</a:t>
            </a:r>
          </a:p>
        </p:txBody>
      </p:sp>
      <p:sp>
        <p:nvSpPr>
          <p:cNvPr id="40" name="Speech Bubble: Oval 39">
            <a:extLst>
              <a:ext uri="{FF2B5EF4-FFF2-40B4-BE49-F238E27FC236}">
                <a16:creationId xmlns:a16="http://schemas.microsoft.com/office/drawing/2014/main" id="{58085B8A-D2F5-42F9-9018-DDA8EE19D3D3}"/>
              </a:ext>
            </a:extLst>
          </p:cNvPr>
          <p:cNvSpPr/>
          <p:nvPr/>
        </p:nvSpPr>
        <p:spPr>
          <a:xfrm>
            <a:off x="9839319" y="3922447"/>
            <a:ext cx="2066919" cy="657365"/>
          </a:xfrm>
          <a:prstGeom prst="wedgeEllipseCallout">
            <a:avLst>
              <a:gd name="adj1" fmla="val -70835"/>
              <a:gd name="adj2" fmla="val -9840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Least Positive</a:t>
            </a:r>
          </a:p>
        </p:txBody>
      </p:sp>
    </p:spTree>
    <p:extLst>
      <p:ext uri="{BB962C8B-B14F-4D97-AF65-F5344CB8AC3E}">
        <p14:creationId xmlns:p14="http://schemas.microsoft.com/office/powerpoint/2010/main" val="54303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5" grpId="0" animBg="1"/>
      <p:bldP spid="8" grpId="0" animBg="1"/>
      <p:bldP spid="29" grpId="0"/>
      <p:bldP spid="34" grpId="0"/>
      <p:bldP spid="36" grpId="0" animBg="1"/>
      <p:bldP spid="37" grpId="0" animBg="1"/>
      <p:bldP spid="38" grpId="0" animBg="1"/>
      <p:bldP spid="50" grpId="0"/>
      <p:bldP spid="51" grpId="0" animBg="1"/>
      <p:bldP spid="52" grpId="0" animBg="1"/>
      <p:bldP spid="53" grpId="0" animBg="1"/>
      <p:bldP spid="54" grpId="0" animBg="1"/>
      <p:bldP spid="39" grpId="0" animBg="1"/>
      <p:bldP spid="39" grpId="1" animBg="1"/>
      <p:bldP spid="40" grpId="0" animBg="1"/>
      <p:bldP spid="40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7DE3D89-4A87-4D1A-9F1A-DCA7A64E2C75}"/>
              </a:ext>
            </a:extLst>
          </p:cNvPr>
          <p:cNvSpPr/>
          <p:nvPr/>
        </p:nvSpPr>
        <p:spPr>
          <a:xfrm>
            <a:off x="3007112" y="2394636"/>
            <a:ext cx="7643213" cy="7973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E3A721-98EA-4FA0-9C28-A1CD39FEB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757" y="215461"/>
            <a:ext cx="8596668" cy="653143"/>
          </a:xfrm>
        </p:spPr>
        <p:txBody>
          <a:bodyPr>
            <a:normAutofit fontScale="90000"/>
          </a:bodyPr>
          <a:lstStyle/>
          <a:p>
            <a:r>
              <a:rPr lang="en-US" i="1" dirty="0">
                <a:solidFill>
                  <a:schemeClr val="accent1">
                    <a:lumMod val="50000"/>
                  </a:schemeClr>
                </a:solidFill>
              </a:rPr>
              <a:t>First Iteration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27E06C6-0E07-4CF4-9B0C-85A0D9A14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837677"/>
              </p:ext>
            </p:extLst>
          </p:nvPr>
        </p:nvGraphicFramePr>
        <p:xfrm>
          <a:off x="911667" y="1097037"/>
          <a:ext cx="8812904" cy="35765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1613">
                  <a:extLst>
                    <a:ext uri="{9D8B030D-6E8A-4147-A177-3AD203B41FA5}">
                      <a16:colId xmlns:a16="http://schemas.microsoft.com/office/drawing/2014/main" val="2905360103"/>
                    </a:ext>
                  </a:extLst>
                </a:gridCol>
                <a:gridCol w="1252434">
                  <a:extLst>
                    <a:ext uri="{9D8B030D-6E8A-4147-A177-3AD203B41FA5}">
                      <a16:colId xmlns:a16="http://schemas.microsoft.com/office/drawing/2014/main" val="3101827574"/>
                    </a:ext>
                  </a:extLst>
                </a:gridCol>
                <a:gridCol w="950792">
                  <a:extLst>
                    <a:ext uri="{9D8B030D-6E8A-4147-A177-3AD203B41FA5}">
                      <a16:colId xmlns:a16="http://schemas.microsoft.com/office/drawing/2014/main" val="3349711521"/>
                    </a:ext>
                  </a:extLst>
                </a:gridCol>
                <a:gridCol w="1101613">
                  <a:extLst>
                    <a:ext uri="{9D8B030D-6E8A-4147-A177-3AD203B41FA5}">
                      <a16:colId xmlns:a16="http://schemas.microsoft.com/office/drawing/2014/main" val="2361876258"/>
                    </a:ext>
                  </a:extLst>
                </a:gridCol>
                <a:gridCol w="1101613">
                  <a:extLst>
                    <a:ext uri="{9D8B030D-6E8A-4147-A177-3AD203B41FA5}">
                      <a16:colId xmlns:a16="http://schemas.microsoft.com/office/drawing/2014/main" val="3236378667"/>
                    </a:ext>
                  </a:extLst>
                </a:gridCol>
                <a:gridCol w="1101613">
                  <a:extLst>
                    <a:ext uri="{9D8B030D-6E8A-4147-A177-3AD203B41FA5}">
                      <a16:colId xmlns:a16="http://schemas.microsoft.com/office/drawing/2014/main" val="2968160148"/>
                    </a:ext>
                  </a:extLst>
                </a:gridCol>
                <a:gridCol w="1101613">
                  <a:extLst>
                    <a:ext uri="{9D8B030D-6E8A-4147-A177-3AD203B41FA5}">
                      <a16:colId xmlns:a16="http://schemas.microsoft.com/office/drawing/2014/main" val="1976915298"/>
                    </a:ext>
                  </a:extLst>
                </a:gridCol>
                <a:gridCol w="1101613">
                  <a:extLst>
                    <a:ext uri="{9D8B030D-6E8A-4147-A177-3AD203B41FA5}">
                      <a16:colId xmlns:a16="http://schemas.microsoft.com/office/drawing/2014/main" val="3368023288"/>
                    </a:ext>
                  </a:extLst>
                </a:gridCol>
              </a:tblGrid>
              <a:tr h="66549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 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Cj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Ratio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2236699"/>
                  </a:ext>
                </a:extLst>
              </a:tr>
              <a:tr h="70861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Basic 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6453594"/>
                  </a:ext>
                </a:extLst>
              </a:tr>
              <a:tr h="6204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387229"/>
                  </a:ext>
                </a:extLst>
              </a:tr>
              <a:tr h="49348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384561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29505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74565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5C6B4CE-031B-4800-8306-F8E1E49556FE}"/>
              </a:ext>
            </a:extLst>
          </p:cNvPr>
          <p:cNvSpPr/>
          <p:nvPr/>
        </p:nvSpPr>
        <p:spPr>
          <a:xfrm>
            <a:off x="3400869" y="1229664"/>
            <a:ext cx="40739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12        16         0          0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1BFA73-C680-416C-A96D-C0F7F6AD6D6A}"/>
              </a:ext>
            </a:extLst>
          </p:cNvPr>
          <p:cNvSpPr/>
          <p:nvPr/>
        </p:nvSpPr>
        <p:spPr>
          <a:xfrm>
            <a:off x="3400868" y="1904392"/>
            <a:ext cx="40739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x1        x2         s1         s2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FFA232A-849D-4437-BBEB-7BE53C96ADFE}"/>
              </a:ext>
            </a:extLst>
          </p:cNvPr>
          <p:cNvCxnSpPr/>
          <p:nvPr/>
        </p:nvCxnSpPr>
        <p:spPr>
          <a:xfrm>
            <a:off x="2336801" y="1647787"/>
            <a:ext cx="68217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61F6384-3A5B-4EF4-8160-760C6EB3F737}"/>
              </a:ext>
            </a:extLst>
          </p:cNvPr>
          <p:cNvCxnSpPr>
            <a:cxnSpLocks/>
          </p:cNvCxnSpPr>
          <p:nvPr/>
        </p:nvCxnSpPr>
        <p:spPr>
          <a:xfrm>
            <a:off x="1172925" y="1242779"/>
            <a:ext cx="0" cy="3048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8FA17C8-CCE7-4524-81D1-D9EE24287520}"/>
              </a:ext>
            </a:extLst>
          </p:cNvPr>
          <p:cNvSpPr/>
          <p:nvPr/>
        </p:nvSpPr>
        <p:spPr>
          <a:xfrm>
            <a:off x="2393491" y="2478086"/>
            <a:ext cx="5687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x2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4D80A3-52AA-40D7-BF96-283CE79B7172}"/>
              </a:ext>
            </a:extLst>
          </p:cNvPr>
          <p:cNvSpPr/>
          <p:nvPr/>
        </p:nvSpPr>
        <p:spPr>
          <a:xfrm>
            <a:off x="2373087" y="3106140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s2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18C794-874C-4DA4-8A29-424487A9230B}"/>
              </a:ext>
            </a:extLst>
          </p:cNvPr>
          <p:cNvSpPr/>
          <p:nvPr/>
        </p:nvSpPr>
        <p:spPr>
          <a:xfrm>
            <a:off x="1291769" y="2445743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16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5B681E-3656-4A00-9807-625E3475FAB3}"/>
              </a:ext>
            </a:extLst>
          </p:cNvPr>
          <p:cNvSpPr/>
          <p:nvPr/>
        </p:nvSpPr>
        <p:spPr>
          <a:xfrm>
            <a:off x="1269994" y="3062601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B4120C-8249-4285-AB77-F6E157DCD137}"/>
              </a:ext>
            </a:extLst>
          </p:cNvPr>
          <p:cNvSpPr/>
          <p:nvPr/>
        </p:nvSpPr>
        <p:spPr>
          <a:xfrm>
            <a:off x="3350066" y="3080426"/>
            <a:ext cx="51045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4            0            -2/5          1            32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18A05F-790C-4E1E-B400-EDCCDC2A94E3}"/>
              </a:ext>
            </a:extLst>
          </p:cNvPr>
          <p:cNvSpPr/>
          <p:nvPr/>
        </p:nvSpPr>
        <p:spPr>
          <a:xfrm>
            <a:off x="2359939" y="3640379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B3CE8C-3079-4DC3-8E89-30279AD8187D}"/>
              </a:ext>
            </a:extLst>
          </p:cNvPr>
          <p:cNvSpPr/>
          <p:nvPr/>
        </p:nvSpPr>
        <p:spPr>
          <a:xfrm>
            <a:off x="3328298" y="3653737"/>
            <a:ext cx="51045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8            16            4/5        0          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012ECF-9413-4915-8D25-59DB59784865}"/>
              </a:ext>
            </a:extLst>
          </p:cNvPr>
          <p:cNvSpPr/>
          <p:nvPr/>
        </p:nvSpPr>
        <p:spPr>
          <a:xfrm>
            <a:off x="2097315" y="4129023"/>
            <a:ext cx="1211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Cj</a:t>
            </a:r>
            <a:r>
              <a:rPr lang="en-US" sz="2400" i="1" dirty="0"/>
              <a:t> - </a:t>
            </a:r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3CD066-D592-4CFC-8DEA-44455FE4A64F}"/>
              </a:ext>
            </a:extLst>
          </p:cNvPr>
          <p:cNvSpPr/>
          <p:nvPr/>
        </p:nvSpPr>
        <p:spPr>
          <a:xfrm>
            <a:off x="3328298" y="4143536"/>
            <a:ext cx="40739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4             0            -4/5        0 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62F9FD-4326-4132-BEB5-10A861ED6B6E}"/>
              </a:ext>
            </a:extLst>
          </p:cNvPr>
          <p:cNvCxnSpPr>
            <a:cxnSpLocks/>
          </p:cNvCxnSpPr>
          <p:nvPr/>
        </p:nvCxnSpPr>
        <p:spPr>
          <a:xfrm flipH="1">
            <a:off x="1837421" y="1686514"/>
            <a:ext cx="2606684" cy="97945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53EB4CC-E545-4AEE-8445-42BE998F9A19}"/>
              </a:ext>
            </a:extLst>
          </p:cNvPr>
          <p:cNvCxnSpPr>
            <a:cxnSpLocks/>
          </p:cNvCxnSpPr>
          <p:nvPr/>
        </p:nvCxnSpPr>
        <p:spPr>
          <a:xfrm flipH="1">
            <a:off x="3018972" y="2252547"/>
            <a:ext cx="1425133" cy="42402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76C944B3-AEA3-4F3F-876F-5B03D7DAA915}"/>
              </a:ext>
            </a:extLst>
          </p:cNvPr>
          <p:cNvSpPr/>
          <p:nvPr/>
        </p:nvSpPr>
        <p:spPr>
          <a:xfrm>
            <a:off x="4361171" y="4816346"/>
            <a:ext cx="56177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New x2 = old values / Key Element 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A8AEB50-FEA7-465C-BE50-C38857570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67" y="4886662"/>
            <a:ext cx="3243488" cy="169113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2FE4C32-3D68-4984-BD5C-74AF80A56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098" y="4849489"/>
            <a:ext cx="3462104" cy="1691136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9964C12B-0975-418F-9C33-DF47390EF7D2}"/>
              </a:ext>
            </a:extLst>
          </p:cNvPr>
          <p:cNvGrpSpPr/>
          <p:nvPr/>
        </p:nvGrpSpPr>
        <p:grpSpPr>
          <a:xfrm>
            <a:off x="4407125" y="444216"/>
            <a:ext cx="5525861" cy="1035311"/>
            <a:chOff x="6317796" y="561546"/>
            <a:chExt cx="5525861" cy="1035311"/>
          </a:xfrm>
        </p:grpSpPr>
        <p:sp>
          <p:nvSpPr>
            <p:cNvPr id="36" name="Speech Bubble: Rectangle 35">
              <a:extLst>
                <a:ext uri="{FF2B5EF4-FFF2-40B4-BE49-F238E27FC236}">
                  <a16:creationId xmlns:a16="http://schemas.microsoft.com/office/drawing/2014/main" id="{074D8594-7C35-4F08-901B-F44FA2786989}"/>
                </a:ext>
              </a:extLst>
            </p:cNvPr>
            <p:cNvSpPr/>
            <p:nvPr/>
          </p:nvSpPr>
          <p:spPr>
            <a:xfrm>
              <a:off x="6317796" y="561546"/>
              <a:ext cx="5525861" cy="1035311"/>
            </a:xfrm>
            <a:prstGeom prst="wedgeRectCallout">
              <a:avLst>
                <a:gd name="adj1" fmla="val -57328"/>
                <a:gd name="adj2" fmla="val 22437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i="1" dirty="0">
                  <a:solidFill>
                    <a:schemeClr val="tx1"/>
                  </a:solidFill>
                </a:rPr>
                <a:t>New s2 = 8 - </a:t>
              </a: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611EF0E7-307B-44E6-9ADE-B928DC2BEB3B}"/>
                </a:ext>
              </a:extLst>
            </p:cNvPr>
            <p:cNvGrpSpPr/>
            <p:nvPr/>
          </p:nvGrpSpPr>
          <p:grpSpPr>
            <a:xfrm>
              <a:off x="7862410" y="703389"/>
              <a:ext cx="3613419" cy="793196"/>
              <a:chOff x="7862410" y="703389"/>
              <a:chExt cx="3613419" cy="793196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97808FC-790D-4C40-BB5E-206916CD5E00}"/>
                  </a:ext>
                </a:extLst>
              </p:cNvPr>
              <p:cNvSpPr/>
              <p:nvPr/>
            </p:nvSpPr>
            <p:spPr>
              <a:xfrm>
                <a:off x="7862410" y="710646"/>
                <a:ext cx="136805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i="1" dirty="0"/>
                  <a:t>8 x 10</a:t>
                </a:r>
              </a:p>
            </p:txBody>
          </p: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D7AA61E9-0E32-42AF-B82E-0825D0A8AA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62410" y="1106324"/>
                <a:ext cx="962278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082434B7-6893-421F-BE06-4D2637688304}"/>
                  </a:ext>
                </a:extLst>
              </p:cNvPr>
              <p:cNvSpPr/>
              <p:nvPr/>
            </p:nvSpPr>
            <p:spPr>
              <a:xfrm>
                <a:off x="7865861" y="1127253"/>
                <a:ext cx="83861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1" dirty="0"/>
                  <a:t>20</a:t>
                </a:r>
                <a:endParaRPr lang="en-US" sz="1600" b="1" i="1" dirty="0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C565C8AA-50F2-4A9D-9601-932A2B89DE3A}"/>
                  </a:ext>
                </a:extLst>
              </p:cNvPr>
              <p:cNvSpPr/>
              <p:nvPr/>
            </p:nvSpPr>
            <p:spPr>
              <a:xfrm>
                <a:off x="9466233" y="703389"/>
                <a:ext cx="136805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i="1" dirty="0"/>
                  <a:t>80</a:t>
                </a:r>
              </a:p>
            </p:txBody>
          </p: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51C16B07-3142-4CC7-AF5D-F5FD6F07E4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66233" y="1099067"/>
                <a:ext cx="512709" cy="7257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4355BC29-3316-4BF4-B86D-81F97D5BFE56}"/>
                  </a:ext>
                </a:extLst>
              </p:cNvPr>
              <p:cNvSpPr/>
              <p:nvPr/>
            </p:nvSpPr>
            <p:spPr>
              <a:xfrm>
                <a:off x="9281002" y="1119996"/>
                <a:ext cx="83861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1" dirty="0"/>
                  <a:t>20</a:t>
                </a:r>
                <a:endParaRPr lang="en-US" sz="1600" b="1" i="1" dirty="0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7ACB5CFA-E374-43B5-AC99-061507D37368}"/>
                  </a:ext>
                </a:extLst>
              </p:cNvPr>
              <p:cNvSpPr/>
              <p:nvPr/>
            </p:nvSpPr>
            <p:spPr>
              <a:xfrm>
                <a:off x="8780480" y="913002"/>
                <a:ext cx="7547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1" dirty="0"/>
                  <a:t>: 8 - </a:t>
                </a:r>
                <a:endParaRPr lang="en-US" sz="1600" b="1" i="1" dirty="0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1241246C-9446-4F9E-BE09-23039EFB824E}"/>
                  </a:ext>
                </a:extLst>
              </p:cNvPr>
              <p:cNvSpPr/>
              <p:nvPr/>
            </p:nvSpPr>
            <p:spPr>
              <a:xfrm>
                <a:off x="9877788" y="921041"/>
                <a:ext cx="159804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1" dirty="0"/>
                  <a:t>: 8 – 4 = 4</a:t>
                </a:r>
                <a:endParaRPr lang="en-US" sz="1600" b="1" i="1" dirty="0"/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667E258-AFB4-49B1-8E8A-0EB369C8EC33}"/>
              </a:ext>
            </a:extLst>
          </p:cNvPr>
          <p:cNvGrpSpPr/>
          <p:nvPr/>
        </p:nvGrpSpPr>
        <p:grpSpPr>
          <a:xfrm>
            <a:off x="5394319" y="466541"/>
            <a:ext cx="5525861" cy="1035311"/>
            <a:chOff x="6317796" y="561546"/>
            <a:chExt cx="5525861" cy="1035311"/>
          </a:xfrm>
        </p:grpSpPr>
        <p:sp>
          <p:nvSpPr>
            <p:cNvPr id="58" name="Speech Bubble: Rectangle 57">
              <a:extLst>
                <a:ext uri="{FF2B5EF4-FFF2-40B4-BE49-F238E27FC236}">
                  <a16:creationId xmlns:a16="http://schemas.microsoft.com/office/drawing/2014/main" id="{B94464F2-F70B-4EC4-8748-82BC2CE5E776}"/>
                </a:ext>
              </a:extLst>
            </p:cNvPr>
            <p:cNvSpPr/>
            <p:nvPr/>
          </p:nvSpPr>
          <p:spPr>
            <a:xfrm>
              <a:off x="6317796" y="561546"/>
              <a:ext cx="5525861" cy="1035311"/>
            </a:xfrm>
            <a:prstGeom prst="wedgeRectCallout">
              <a:avLst>
                <a:gd name="adj1" fmla="val -57328"/>
                <a:gd name="adj2" fmla="val 22437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i="1" dirty="0">
                  <a:solidFill>
                    <a:schemeClr val="tx1"/>
                  </a:solidFill>
                </a:rPr>
                <a:t>New s2 = 8 - </a:t>
              </a: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C3B36E60-D5A9-474A-9F39-2F8460E0E231}"/>
                </a:ext>
              </a:extLst>
            </p:cNvPr>
            <p:cNvGrpSpPr/>
            <p:nvPr/>
          </p:nvGrpSpPr>
          <p:grpSpPr>
            <a:xfrm>
              <a:off x="7862410" y="703389"/>
              <a:ext cx="3613419" cy="793196"/>
              <a:chOff x="7862410" y="703389"/>
              <a:chExt cx="3613419" cy="793196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AF83EC0-82AC-4481-8745-8E29ADD58811}"/>
                  </a:ext>
                </a:extLst>
              </p:cNvPr>
              <p:cNvSpPr/>
              <p:nvPr/>
            </p:nvSpPr>
            <p:spPr>
              <a:xfrm>
                <a:off x="7862410" y="710646"/>
                <a:ext cx="136805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i="1" dirty="0"/>
                  <a:t>8 x 20</a:t>
                </a:r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8AD4CCD8-D014-4A0C-86C5-225118CE80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62410" y="1106324"/>
                <a:ext cx="962278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1232F0A1-8991-4EB4-AE00-7917AA497F5D}"/>
                  </a:ext>
                </a:extLst>
              </p:cNvPr>
              <p:cNvSpPr/>
              <p:nvPr/>
            </p:nvSpPr>
            <p:spPr>
              <a:xfrm>
                <a:off x="7865861" y="1127253"/>
                <a:ext cx="83861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1" dirty="0"/>
                  <a:t>20</a:t>
                </a:r>
                <a:endParaRPr lang="en-US" sz="1600" b="1" i="1" dirty="0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6FEF70B4-5D5D-4F00-A9D7-AB921D45E34C}"/>
                  </a:ext>
                </a:extLst>
              </p:cNvPr>
              <p:cNvSpPr/>
              <p:nvPr/>
            </p:nvSpPr>
            <p:spPr>
              <a:xfrm>
                <a:off x="9466233" y="703389"/>
                <a:ext cx="136805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i="1" dirty="0"/>
                  <a:t>160</a:t>
                </a:r>
              </a:p>
            </p:txBody>
          </p: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243DE537-0EB7-41BC-A0A4-B82436D4C2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66233" y="1099067"/>
                <a:ext cx="512709" cy="7257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8E566AF-D957-452A-9257-F89634530235}"/>
                  </a:ext>
                </a:extLst>
              </p:cNvPr>
              <p:cNvSpPr/>
              <p:nvPr/>
            </p:nvSpPr>
            <p:spPr>
              <a:xfrm>
                <a:off x="9281002" y="1119996"/>
                <a:ext cx="83861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1" dirty="0"/>
                  <a:t>20</a:t>
                </a:r>
                <a:endParaRPr lang="en-US" sz="1600" b="1" i="1" dirty="0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6D4FA78E-C072-4D51-AC1A-818AFDAD5AA9}"/>
                  </a:ext>
                </a:extLst>
              </p:cNvPr>
              <p:cNvSpPr/>
              <p:nvPr/>
            </p:nvSpPr>
            <p:spPr>
              <a:xfrm>
                <a:off x="8780480" y="913002"/>
                <a:ext cx="7547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1" dirty="0"/>
                  <a:t>: 8 - </a:t>
                </a:r>
                <a:endParaRPr lang="en-US" sz="1600" b="1" i="1" dirty="0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6CFE08C7-7C00-43A0-8B94-3BF186D09D2D}"/>
                  </a:ext>
                </a:extLst>
              </p:cNvPr>
              <p:cNvSpPr/>
              <p:nvPr/>
            </p:nvSpPr>
            <p:spPr>
              <a:xfrm>
                <a:off x="9877788" y="921041"/>
                <a:ext cx="159804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1" dirty="0"/>
                  <a:t>: 8 – 8 = 0</a:t>
                </a:r>
                <a:endParaRPr lang="en-US" sz="1600" b="1" i="1" dirty="0"/>
              </a:p>
            </p:txBody>
          </p:sp>
        </p:grp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7AA8042-F33F-4D54-930A-1847F9DC862F}"/>
              </a:ext>
            </a:extLst>
          </p:cNvPr>
          <p:cNvGrpSpPr/>
          <p:nvPr/>
        </p:nvGrpSpPr>
        <p:grpSpPr>
          <a:xfrm>
            <a:off x="6115283" y="458939"/>
            <a:ext cx="5525861" cy="1035311"/>
            <a:chOff x="6317796" y="561546"/>
            <a:chExt cx="5525861" cy="1035311"/>
          </a:xfrm>
        </p:grpSpPr>
        <p:sp>
          <p:nvSpPr>
            <p:cNvPr id="69" name="Speech Bubble: Rectangle 68">
              <a:extLst>
                <a:ext uri="{FF2B5EF4-FFF2-40B4-BE49-F238E27FC236}">
                  <a16:creationId xmlns:a16="http://schemas.microsoft.com/office/drawing/2014/main" id="{1282BA37-52EB-4699-AD7D-C1D34E334062}"/>
                </a:ext>
              </a:extLst>
            </p:cNvPr>
            <p:cNvSpPr/>
            <p:nvPr/>
          </p:nvSpPr>
          <p:spPr>
            <a:xfrm>
              <a:off x="6317796" y="561546"/>
              <a:ext cx="5525861" cy="1035311"/>
            </a:xfrm>
            <a:prstGeom prst="wedgeRectCallout">
              <a:avLst>
                <a:gd name="adj1" fmla="val -49186"/>
                <a:gd name="adj2" fmla="val 22577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i="1" dirty="0">
                  <a:solidFill>
                    <a:schemeClr val="tx1"/>
                  </a:solidFill>
                </a:rPr>
                <a:t>New s2 = 0 - </a:t>
              </a: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04A374AE-1624-49DA-B17B-6A382A083ED7}"/>
                </a:ext>
              </a:extLst>
            </p:cNvPr>
            <p:cNvGrpSpPr/>
            <p:nvPr/>
          </p:nvGrpSpPr>
          <p:grpSpPr>
            <a:xfrm>
              <a:off x="7862410" y="703389"/>
              <a:ext cx="3871133" cy="793196"/>
              <a:chOff x="7862410" y="703389"/>
              <a:chExt cx="3871133" cy="793196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7F338C85-FE69-426D-9179-F545F4CDE90F}"/>
                  </a:ext>
                </a:extLst>
              </p:cNvPr>
              <p:cNvSpPr/>
              <p:nvPr/>
            </p:nvSpPr>
            <p:spPr>
              <a:xfrm>
                <a:off x="7862410" y="710646"/>
                <a:ext cx="136805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i="1" dirty="0"/>
                  <a:t>8 x 1</a:t>
                </a:r>
              </a:p>
            </p:txBody>
          </p: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6C733B3F-3EFF-473A-B39C-953184008F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62410" y="1106324"/>
                <a:ext cx="962278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2A45519B-6731-4225-AEA7-5F71A271DC57}"/>
                  </a:ext>
                </a:extLst>
              </p:cNvPr>
              <p:cNvSpPr/>
              <p:nvPr/>
            </p:nvSpPr>
            <p:spPr>
              <a:xfrm>
                <a:off x="7865861" y="1127253"/>
                <a:ext cx="83861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1" dirty="0"/>
                  <a:t>20</a:t>
                </a:r>
                <a:endParaRPr lang="en-US" sz="1600" b="1" i="1" dirty="0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ECC6D037-3E84-4599-A957-76EE171F7DA6}"/>
                  </a:ext>
                </a:extLst>
              </p:cNvPr>
              <p:cNvSpPr/>
              <p:nvPr/>
            </p:nvSpPr>
            <p:spPr>
              <a:xfrm>
                <a:off x="9466234" y="703389"/>
                <a:ext cx="75378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i="1" dirty="0"/>
                  <a:t>8</a:t>
                </a:r>
              </a:p>
            </p:txBody>
          </p: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EEF32B97-4770-4D42-98D7-F5D9C48C3A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66233" y="1099067"/>
                <a:ext cx="512709" cy="7257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0FF49BC2-360B-40C9-8CEF-E05A5407D510}"/>
                  </a:ext>
                </a:extLst>
              </p:cNvPr>
              <p:cNvSpPr/>
              <p:nvPr/>
            </p:nvSpPr>
            <p:spPr>
              <a:xfrm>
                <a:off x="9281002" y="1119996"/>
                <a:ext cx="83861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1" dirty="0"/>
                  <a:t>20</a:t>
                </a:r>
                <a:endParaRPr lang="en-US" sz="1600" b="1" i="1" dirty="0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E6B039A1-A54F-431F-8B5D-6E3BDFDD8840}"/>
                  </a:ext>
                </a:extLst>
              </p:cNvPr>
              <p:cNvSpPr/>
              <p:nvPr/>
            </p:nvSpPr>
            <p:spPr>
              <a:xfrm>
                <a:off x="8780480" y="913002"/>
                <a:ext cx="7547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1" dirty="0"/>
                  <a:t>: 0 - </a:t>
                </a:r>
                <a:endParaRPr lang="en-US" sz="1600" b="1" i="1" dirty="0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06FE61D2-C0FC-45A0-96A2-8141B8B78FF4}"/>
                  </a:ext>
                </a:extLst>
              </p:cNvPr>
              <p:cNvSpPr/>
              <p:nvPr/>
            </p:nvSpPr>
            <p:spPr>
              <a:xfrm>
                <a:off x="9877788" y="921041"/>
                <a:ext cx="185575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1" dirty="0"/>
                  <a:t>: 0 – 2/5 = -2/5</a:t>
                </a:r>
                <a:endParaRPr lang="en-US" sz="1600" b="1" i="1" dirty="0"/>
              </a:p>
            </p:txBody>
          </p:sp>
        </p:grp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CD6E2880-8524-4E81-A129-24211AD8BBF8}"/>
              </a:ext>
            </a:extLst>
          </p:cNvPr>
          <p:cNvGrpSpPr/>
          <p:nvPr/>
        </p:nvGrpSpPr>
        <p:grpSpPr>
          <a:xfrm>
            <a:off x="6267683" y="466199"/>
            <a:ext cx="5525861" cy="1035311"/>
            <a:chOff x="6317796" y="561546"/>
            <a:chExt cx="5525861" cy="1035311"/>
          </a:xfrm>
        </p:grpSpPr>
        <p:sp>
          <p:nvSpPr>
            <p:cNvPr id="80" name="Speech Bubble: Rectangle 79">
              <a:extLst>
                <a:ext uri="{FF2B5EF4-FFF2-40B4-BE49-F238E27FC236}">
                  <a16:creationId xmlns:a16="http://schemas.microsoft.com/office/drawing/2014/main" id="{464423E4-B332-4F6D-9787-EC7933B8315B}"/>
                </a:ext>
              </a:extLst>
            </p:cNvPr>
            <p:cNvSpPr/>
            <p:nvPr/>
          </p:nvSpPr>
          <p:spPr>
            <a:xfrm>
              <a:off x="6317796" y="561546"/>
              <a:ext cx="5525861" cy="1035311"/>
            </a:xfrm>
            <a:prstGeom prst="wedgeRectCallout">
              <a:avLst>
                <a:gd name="adj1" fmla="val -33952"/>
                <a:gd name="adj2" fmla="val 22717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i="1" dirty="0">
                  <a:solidFill>
                    <a:schemeClr val="tx1"/>
                  </a:solidFill>
                </a:rPr>
                <a:t>New s2 = 1 - </a:t>
              </a:r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2E944ED9-858D-43F8-BCF9-EB8043CDE9B1}"/>
                </a:ext>
              </a:extLst>
            </p:cNvPr>
            <p:cNvGrpSpPr/>
            <p:nvPr/>
          </p:nvGrpSpPr>
          <p:grpSpPr>
            <a:xfrm>
              <a:off x="7862410" y="703389"/>
              <a:ext cx="3871133" cy="793196"/>
              <a:chOff x="7862410" y="703389"/>
              <a:chExt cx="3871133" cy="793196"/>
            </a:xfrm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9118B25F-5893-4DE3-8719-1C4A997BE11C}"/>
                  </a:ext>
                </a:extLst>
              </p:cNvPr>
              <p:cNvSpPr/>
              <p:nvPr/>
            </p:nvSpPr>
            <p:spPr>
              <a:xfrm>
                <a:off x="7862410" y="710646"/>
                <a:ext cx="136805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i="1" dirty="0"/>
                  <a:t>8 x 0</a:t>
                </a:r>
              </a:p>
            </p:txBody>
          </p: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5915AF50-5810-4E8D-B16A-25BAE92802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62410" y="1106324"/>
                <a:ext cx="962278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6702E67E-B272-40DB-9E39-8A5185BC7D7F}"/>
                  </a:ext>
                </a:extLst>
              </p:cNvPr>
              <p:cNvSpPr/>
              <p:nvPr/>
            </p:nvSpPr>
            <p:spPr>
              <a:xfrm>
                <a:off x="7865861" y="1127253"/>
                <a:ext cx="83861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1" dirty="0"/>
                  <a:t>20</a:t>
                </a:r>
                <a:endParaRPr lang="en-US" sz="1600" b="1" i="1" dirty="0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6CFE0979-905F-4B11-8A32-299C66AADC21}"/>
                  </a:ext>
                </a:extLst>
              </p:cNvPr>
              <p:cNvSpPr/>
              <p:nvPr/>
            </p:nvSpPr>
            <p:spPr>
              <a:xfrm>
                <a:off x="9466234" y="703389"/>
                <a:ext cx="75378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i="1" dirty="0"/>
                  <a:t>0</a:t>
                </a:r>
              </a:p>
            </p:txBody>
          </p: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00AA7211-20D9-4FAE-A5F7-828A6AF403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66233" y="1099067"/>
                <a:ext cx="512709" cy="7257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6950EC4C-1C6C-42F4-ACF6-00EC29A809BB}"/>
                  </a:ext>
                </a:extLst>
              </p:cNvPr>
              <p:cNvSpPr/>
              <p:nvPr/>
            </p:nvSpPr>
            <p:spPr>
              <a:xfrm>
                <a:off x="9281002" y="1119996"/>
                <a:ext cx="83861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1" dirty="0"/>
                  <a:t>20</a:t>
                </a:r>
                <a:endParaRPr lang="en-US" sz="1600" b="1" i="1" dirty="0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E1B1C23C-B77C-4B0D-B453-222F7B5E95BD}"/>
                  </a:ext>
                </a:extLst>
              </p:cNvPr>
              <p:cNvSpPr/>
              <p:nvPr/>
            </p:nvSpPr>
            <p:spPr>
              <a:xfrm>
                <a:off x="8780480" y="913002"/>
                <a:ext cx="7547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1" dirty="0"/>
                  <a:t>: 1 - </a:t>
                </a:r>
                <a:endParaRPr lang="en-US" sz="1600" b="1" i="1" dirty="0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767B912B-8737-4C53-B1F8-C3F8159AA813}"/>
                  </a:ext>
                </a:extLst>
              </p:cNvPr>
              <p:cNvSpPr/>
              <p:nvPr/>
            </p:nvSpPr>
            <p:spPr>
              <a:xfrm>
                <a:off x="9877788" y="921041"/>
                <a:ext cx="185575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1" dirty="0"/>
                  <a:t>: 1 – 0 = 1</a:t>
                </a:r>
                <a:endParaRPr lang="en-US" sz="1600" b="1" i="1" dirty="0"/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AAED087C-12FD-4BE7-B7E7-6F23B9B06068}"/>
              </a:ext>
            </a:extLst>
          </p:cNvPr>
          <p:cNvGrpSpPr/>
          <p:nvPr/>
        </p:nvGrpSpPr>
        <p:grpSpPr>
          <a:xfrm>
            <a:off x="6549075" y="458939"/>
            <a:ext cx="5525861" cy="1035311"/>
            <a:chOff x="6317796" y="561546"/>
            <a:chExt cx="5525861" cy="1035311"/>
          </a:xfrm>
        </p:grpSpPr>
        <p:sp>
          <p:nvSpPr>
            <p:cNvPr id="91" name="Speech Bubble: Rectangle 90">
              <a:extLst>
                <a:ext uri="{FF2B5EF4-FFF2-40B4-BE49-F238E27FC236}">
                  <a16:creationId xmlns:a16="http://schemas.microsoft.com/office/drawing/2014/main" id="{304574CC-797D-4F23-BAD1-AEC1D5C378C0}"/>
                </a:ext>
              </a:extLst>
            </p:cNvPr>
            <p:cNvSpPr/>
            <p:nvPr/>
          </p:nvSpPr>
          <p:spPr>
            <a:xfrm>
              <a:off x="6317796" y="561546"/>
              <a:ext cx="5525861" cy="1035311"/>
            </a:xfrm>
            <a:prstGeom prst="wedgeRectCallout">
              <a:avLst>
                <a:gd name="adj1" fmla="val -18980"/>
                <a:gd name="adj2" fmla="val 22296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i="1" dirty="0">
                  <a:solidFill>
                    <a:schemeClr val="tx1"/>
                  </a:solidFill>
                </a:rPr>
                <a:t>New s2 = 80- </a:t>
              </a:r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AB8582C4-631D-43D9-BF25-D25ECCAF88FF}"/>
                </a:ext>
              </a:extLst>
            </p:cNvPr>
            <p:cNvGrpSpPr/>
            <p:nvPr/>
          </p:nvGrpSpPr>
          <p:grpSpPr>
            <a:xfrm>
              <a:off x="7862410" y="703389"/>
              <a:ext cx="3871133" cy="793196"/>
              <a:chOff x="7862410" y="703389"/>
              <a:chExt cx="3871133" cy="793196"/>
            </a:xfrm>
          </p:grpSpPr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586EFC50-BD73-4BFC-8665-A7E4BB5F046E}"/>
                  </a:ext>
                </a:extLst>
              </p:cNvPr>
              <p:cNvSpPr/>
              <p:nvPr/>
            </p:nvSpPr>
            <p:spPr>
              <a:xfrm>
                <a:off x="7862411" y="710645"/>
                <a:ext cx="132608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i="1" dirty="0"/>
                  <a:t>8 x 120</a:t>
                </a:r>
              </a:p>
            </p:txBody>
          </p: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D1B442AA-001A-4138-B271-7875EFE663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62410" y="1106324"/>
                <a:ext cx="962278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513F77D0-64E1-4847-91E1-5F737E8CE73A}"/>
                  </a:ext>
                </a:extLst>
              </p:cNvPr>
              <p:cNvSpPr/>
              <p:nvPr/>
            </p:nvSpPr>
            <p:spPr>
              <a:xfrm>
                <a:off x="7865861" y="1127253"/>
                <a:ext cx="83861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1" dirty="0"/>
                  <a:t>20</a:t>
                </a:r>
                <a:endParaRPr lang="en-US" sz="1600" b="1" i="1" dirty="0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27E7F921-2A9F-4A74-80D0-8F24D9E67C70}"/>
                  </a:ext>
                </a:extLst>
              </p:cNvPr>
              <p:cNvSpPr/>
              <p:nvPr/>
            </p:nvSpPr>
            <p:spPr>
              <a:xfrm>
                <a:off x="9466234" y="703389"/>
                <a:ext cx="75378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i="1" dirty="0"/>
                  <a:t>960</a:t>
                </a:r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8219FC19-3646-42AA-B3AC-A249589689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66233" y="1099067"/>
                <a:ext cx="512709" cy="7257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C8A89A9D-3516-4D55-8B55-F8275978F160}"/>
                  </a:ext>
                </a:extLst>
              </p:cNvPr>
              <p:cNvSpPr/>
              <p:nvPr/>
            </p:nvSpPr>
            <p:spPr>
              <a:xfrm>
                <a:off x="9281002" y="1119996"/>
                <a:ext cx="83861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1" dirty="0"/>
                  <a:t>20</a:t>
                </a:r>
                <a:endParaRPr lang="en-US" sz="1600" b="1" i="1" dirty="0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C45C73BE-1BF2-424A-9A73-BA783824DEFA}"/>
                  </a:ext>
                </a:extLst>
              </p:cNvPr>
              <p:cNvSpPr/>
              <p:nvPr/>
            </p:nvSpPr>
            <p:spPr>
              <a:xfrm>
                <a:off x="8780480" y="913002"/>
                <a:ext cx="7547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1" dirty="0"/>
                  <a:t>: 80 - </a:t>
                </a:r>
                <a:endParaRPr lang="en-US" sz="1600" b="1" i="1" dirty="0"/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465A6090-D36B-46E5-9833-414B03F2D03B}"/>
                  </a:ext>
                </a:extLst>
              </p:cNvPr>
              <p:cNvSpPr/>
              <p:nvPr/>
            </p:nvSpPr>
            <p:spPr>
              <a:xfrm>
                <a:off x="9877788" y="921041"/>
                <a:ext cx="185575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1" dirty="0"/>
                  <a:t>: 80 – 48 = 32</a:t>
                </a:r>
                <a:endParaRPr lang="en-US" sz="1600" b="1" i="1" dirty="0"/>
              </a:p>
            </p:txBody>
          </p:sp>
        </p:grp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18A6A3B5-B155-4FAD-8460-553478FA2AA9}"/>
              </a:ext>
            </a:extLst>
          </p:cNvPr>
          <p:cNvGrpSpPr/>
          <p:nvPr/>
        </p:nvGrpSpPr>
        <p:grpSpPr>
          <a:xfrm>
            <a:off x="4390202" y="5440568"/>
            <a:ext cx="7351857" cy="973216"/>
            <a:chOff x="4314689" y="5456608"/>
            <a:chExt cx="7848280" cy="1027625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687B0F88-5936-4645-A5A0-ABD824416035}"/>
                </a:ext>
              </a:extLst>
            </p:cNvPr>
            <p:cNvSpPr/>
            <p:nvPr/>
          </p:nvSpPr>
          <p:spPr>
            <a:xfrm>
              <a:off x="4314689" y="5723475"/>
              <a:ext cx="2719655" cy="4874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i="1" dirty="0"/>
                <a:t>New s2 </a:t>
              </a:r>
              <a:r>
                <a:rPr lang="en-US" sz="1600" i="1" dirty="0"/>
                <a:t>=Old Value -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9233CC60-2E26-4227-9972-1D6E3DEBA52F}"/>
                </a:ext>
              </a:extLst>
            </p:cNvPr>
            <p:cNvSpPr/>
            <p:nvPr/>
          </p:nvSpPr>
          <p:spPr>
            <a:xfrm>
              <a:off x="6807194" y="5456608"/>
              <a:ext cx="5355775" cy="6174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i="1" dirty="0"/>
                <a:t>Corresponding Key Column Value x Corresponding Key Row Value  </a:t>
              </a:r>
            </a:p>
          </p:txBody>
        </p: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6279A8B0-A001-48B0-B98D-85422928857D}"/>
                </a:ext>
              </a:extLst>
            </p:cNvPr>
            <p:cNvCxnSpPr/>
            <p:nvPr/>
          </p:nvCxnSpPr>
          <p:spPr>
            <a:xfrm>
              <a:off x="6894286" y="6041383"/>
              <a:ext cx="4963885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3F00D99D-1C8C-402A-A766-A8A8602D8543}"/>
                </a:ext>
              </a:extLst>
            </p:cNvPr>
            <p:cNvSpPr/>
            <p:nvPr/>
          </p:nvSpPr>
          <p:spPr>
            <a:xfrm>
              <a:off x="7910733" y="6145679"/>
              <a:ext cx="219120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i="1" dirty="0"/>
                <a:t>Key Element Value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1EC99875-9AF0-4886-A485-6408E5688E53}"/>
              </a:ext>
            </a:extLst>
          </p:cNvPr>
          <p:cNvSpPr/>
          <p:nvPr/>
        </p:nvSpPr>
        <p:spPr>
          <a:xfrm>
            <a:off x="3400868" y="2536143"/>
            <a:ext cx="68693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1/2        1           1/20          0              6 </a:t>
            </a:r>
          </a:p>
        </p:txBody>
      </p:sp>
    </p:spTree>
    <p:extLst>
      <p:ext uri="{BB962C8B-B14F-4D97-AF65-F5344CB8AC3E}">
        <p14:creationId xmlns:p14="http://schemas.microsoft.com/office/powerpoint/2010/main" val="1948447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5" grpId="0"/>
      <p:bldP spid="6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7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0E3D156-D755-4C84-95B4-EB4D8B9D9C4C}"/>
              </a:ext>
            </a:extLst>
          </p:cNvPr>
          <p:cNvSpPr/>
          <p:nvPr/>
        </p:nvSpPr>
        <p:spPr>
          <a:xfrm>
            <a:off x="3323773" y="1712684"/>
            <a:ext cx="806911" cy="4368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C7C950D-7DDC-43E5-8DF6-67B7CADB0E0C}"/>
              </a:ext>
            </a:extLst>
          </p:cNvPr>
          <p:cNvSpPr/>
          <p:nvPr/>
        </p:nvSpPr>
        <p:spPr>
          <a:xfrm>
            <a:off x="2018773" y="3658054"/>
            <a:ext cx="8154453" cy="7973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35BACF5-C4D7-4024-A643-040FF0954C75}"/>
              </a:ext>
            </a:extLst>
          </p:cNvPr>
          <p:cNvSpPr/>
          <p:nvPr/>
        </p:nvSpPr>
        <p:spPr>
          <a:xfrm>
            <a:off x="3335986" y="3795838"/>
            <a:ext cx="806911" cy="628053"/>
          </a:xfrm>
          <a:prstGeom prst="ellips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104F68-A9B6-4A9C-BD18-0301D1C82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865" y="260488"/>
            <a:ext cx="8596668" cy="78377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Iteration 1 – Find Ratio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90F907-3B83-4F24-B3E9-103787B534F5}"/>
              </a:ext>
            </a:extLst>
          </p:cNvPr>
          <p:cNvGraphicFramePr>
            <a:graphicFrameLocks noGrp="1"/>
          </p:cNvGraphicFramePr>
          <p:nvPr/>
        </p:nvGraphicFramePr>
        <p:xfrm>
          <a:off x="911667" y="1851781"/>
          <a:ext cx="8812904" cy="39871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1613">
                  <a:extLst>
                    <a:ext uri="{9D8B030D-6E8A-4147-A177-3AD203B41FA5}">
                      <a16:colId xmlns:a16="http://schemas.microsoft.com/office/drawing/2014/main" val="2905360103"/>
                    </a:ext>
                  </a:extLst>
                </a:gridCol>
                <a:gridCol w="1252434">
                  <a:extLst>
                    <a:ext uri="{9D8B030D-6E8A-4147-A177-3AD203B41FA5}">
                      <a16:colId xmlns:a16="http://schemas.microsoft.com/office/drawing/2014/main" val="3101827574"/>
                    </a:ext>
                  </a:extLst>
                </a:gridCol>
                <a:gridCol w="950792">
                  <a:extLst>
                    <a:ext uri="{9D8B030D-6E8A-4147-A177-3AD203B41FA5}">
                      <a16:colId xmlns:a16="http://schemas.microsoft.com/office/drawing/2014/main" val="3349711521"/>
                    </a:ext>
                  </a:extLst>
                </a:gridCol>
                <a:gridCol w="1101613">
                  <a:extLst>
                    <a:ext uri="{9D8B030D-6E8A-4147-A177-3AD203B41FA5}">
                      <a16:colId xmlns:a16="http://schemas.microsoft.com/office/drawing/2014/main" val="2361876258"/>
                    </a:ext>
                  </a:extLst>
                </a:gridCol>
                <a:gridCol w="1101613">
                  <a:extLst>
                    <a:ext uri="{9D8B030D-6E8A-4147-A177-3AD203B41FA5}">
                      <a16:colId xmlns:a16="http://schemas.microsoft.com/office/drawing/2014/main" val="3236378667"/>
                    </a:ext>
                  </a:extLst>
                </a:gridCol>
                <a:gridCol w="1101613">
                  <a:extLst>
                    <a:ext uri="{9D8B030D-6E8A-4147-A177-3AD203B41FA5}">
                      <a16:colId xmlns:a16="http://schemas.microsoft.com/office/drawing/2014/main" val="2968160148"/>
                    </a:ext>
                  </a:extLst>
                </a:gridCol>
                <a:gridCol w="1101613">
                  <a:extLst>
                    <a:ext uri="{9D8B030D-6E8A-4147-A177-3AD203B41FA5}">
                      <a16:colId xmlns:a16="http://schemas.microsoft.com/office/drawing/2014/main" val="1976915298"/>
                    </a:ext>
                  </a:extLst>
                </a:gridCol>
                <a:gridCol w="1101613">
                  <a:extLst>
                    <a:ext uri="{9D8B030D-6E8A-4147-A177-3AD203B41FA5}">
                      <a16:colId xmlns:a16="http://schemas.microsoft.com/office/drawing/2014/main" val="3368023288"/>
                    </a:ext>
                  </a:extLst>
                </a:gridCol>
              </a:tblGrid>
              <a:tr h="66549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 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Cj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Ratio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2236699"/>
                  </a:ext>
                </a:extLst>
              </a:tr>
              <a:tr h="70861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Basic 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6453594"/>
                  </a:ext>
                </a:extLst>
              </a:tr>
              <a:tr h="6204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387229"/>
                  </a:ext>
                </a:extLst>
              </a:tr>
              <a:tr h="49348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384561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29505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745653"/>
                  </a:ext>
                </a:extLst>
              </a:tr>
              <a:tr h="41054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35994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10D83FC-7940-402F-B5B0-F709D30A86A8}"/>
              </a:ext>
            </a:extLst>
          </p:cNvPr>
          <p:cNvSpPr/>
          <p:nvPr/>
        </p:nvSpPr>
        <p:spPr>
          <a:xfrm>
            <a:off x="3400869" y="1984408"/>
            <a:ext cx="40739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12        16             0             0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7D74E3-585D-4E7D-90FB-90B97715A1C2}"/>
              </a:ext>
            </a:extLst>
          </p:cNvPr>
          <p:cNvSpPr/>
          <p:nvPr/>
        </p:nvSpPr>
        <p:spPr>
          <a:xfrm>
            <a:off x="3400868" y="2659136"/>
            <a:ext cx="40739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x1        x2            s1             s2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10D4A1B-B99D-4B4E-ADFF-EB306D4999FF}"/>
              </a:ext>
            </a:extLst>
          </p:cNvPr>
          <p:cNvCxnSpPr/>
          <p:nvPr/>
        </p:nvCxnSpPr>
        <p:spPr>
          <a:xfrm>
            <a:off x="2336801" y="2402531"/>
            <a:ext cx="68217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48FD16-BD95-4D14-B781-9F8506602B86}"/>
              </a:ext>
            </a:extLst>
          </p:cNvPr>
          <p:cNvCxnSpPr>
            <a:cxnSpLocks/>
          </p:cNvCxnSpPr>
          <p:nvPr/>
        </p:nvCxnSpPr>
        <p:spPr>
          <a:xfrm>
            <a:off x="1172925" y="1997523"/>
            <a:ext cx="0" cy="3048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EAA07C5-7CB8-41BA-A3DB-4DA4310081CE}"/>
              </a:ext>
            </a:extLst>
          </p:cNvPr>
          <p:cNvSpPr/>
          <p:nvPr/>
        </p:nvSpPr>
        <p:spPr>
          <a:xfrm>
            <a:off x="2393491" y="3232830"/>
            <a:ext cx="5687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x2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29374A-8C0A-469C-9C8B-CA3690C3781C}"/>
              </a:ext>
            </a:extLst>
          </p:cNvPr>
          <p:cNvSpPr/>
          <p:nvPr/>
        </p:nvSpPr>
        <p:spPr>
          <a:xfrm>
            <a:off x="2373087" y="3860884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s2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DF7ACF-FD93-43D4-8E85-9985894350A9}"/>
              </a:ext>
            </a:extLst>
          </p:cNvPr>
          <p:cNvSpPr/>
          <p:nvPr/>
        </p:nvSpPr>
        <p:spPr>
          <a:xfrm>
            <a:off x="1291769" y="3200487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16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86616C-E86D-4453-A38C-BA3C33953E0C}"/>
              </a:ext>
            </a:extLst>
          </p:cNvPr>
          <p:cNvSpPr/>
          <p:nvPr/>
        </p:nvSpPr>
        <p:spPr>
          <a:xfrm>
            <a:off x="1269994" y="3817345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4EF912-F04E-42A7-AC8F-9EF06B662B91}"/>
              </a:ext>
            </a:extLst>
          </p:cNvPr>
          <p:cNvSpPr/>
          <p:nvPr/>
        </p:nvSpPr>
        <p:spPr>
          <a:xfrm>
            <a:off x="2359939" y="4395123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F04E717-3391-46C1-9958-6624DF084ED4}"/>
              </a:ext>
            </a:extLst>
          </p:cNvPr>
          <p:cNvSpPr/>
          <p:nvPr/>
        </p:nvSpPr>
        <p:spPr>
          <a:xfrm>
            <a:off x="2097315" y="4883767"/>
            <a:ext cx="1211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Cj</a:t>
            </a:r>
            <a:r>
              <a:rPr lang="en-US" sz="2400" i="1" dirty="0"/>
              <a:t> - </a:t>
            </a:r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94ACCC5-3D15-4258-9596-F5B195B4A3C4}"/>
              </a:ext>
            </a:extLst>
          </p:cNvPr>
          <p:cNvSpPr/>
          <p:nvPr/>
        </p:nvSpPr>
        <p:spPr>
          <a:xfrm>
            <a:off x="8935695" y="3313267"/>
            <a:ext cx="625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12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9D08BFE-BB14-4CF0-93DA-0A2F72F51989}"/>
              </a:ext>
            </a:extLst>
          </p:cNvPr>
          <p:cNvSpPr/>
          <p:nvPr/>
        </p:nvSpPr>
        <p:spPr>
          <a:xfrm>
            <a:off x="8863125" y="3860883"/>
            <a:ext cx="7163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8</a:t>
            </a:r>
          </a:p>
        </p:txBody>
      </p:sp>
      <p:sp>
        <p:nvSpPr>
          <p:cNvPr id="36" name="Speech Bubble: Oval 35">
            <a:extLst>
              <a:ext uri="{FF2B5EF4-FFF2-40B4-BE49-F238E27FC236}">
                <a16:creationId xmlns:a16="http://schemas.microsoft.com/office/drawing/2014/main" id="{A6497848-C7BB-4098-BD72-D362F150640F}"/>
              </a:ext>
            </a:extLst>
          </p:cNvPr>
          <p:cNvSpPr/>
          <p:nvPr/>
        </p:nvSpPr>
        <p:spPr>
          <a:xfrm>
            <a:off x="1357767" y="714222"/>
            <a:ext cx="2066919" cy="928914"/>
          </a:xfrm>
          <a:prstGeom prst="wedgeEllipseCallout">
            <a:avLst>
              <a:gd name="adj1" fmla="val 44189"/>
              <a:gd name="adj2" fmla="val 578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Key Column</a:t>
            </a:r>
          </a:p>
        </p:txBody>
      </p:sp>
      <p:sp>
        <p:nvSpPr>
          <p:cNvPr id="37" name="Speech Bubble: Oval 36">
            <a:extLst>
              <a:ext uri="{FF2B5EF4-FFF2-40B4-BE49-F238E27FC236}">
                <a16:creationId xmlns:a16="http://schemas.microsoft.com/office/drawing/2014/main" id="{E4BDBA9D-10F8-471A-AAC8-D39307800645}"/>
              </a:ext>
            </a:extLst>
          </p:cNvPr>
          <p:cNvSpPr/>
          <p:nvPr/>
        </p:nvSpPr>
        <p:spPr>
          <a:xfrm>
            <a:off x="9294194" y="766774"/>
            <a:ext cx="2066919" cy="928914"/>
          </a:xfrm>
          <a:prstGeom prst="wedgeEllipseCallout">
            <a:avLst>
              <a:gd name="adj1" fmla="val -56930"/>
              <a:gd name="adj2" fmla="val 2015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Key Row</a:t>
            </a:r>
          </a:p>
        </p:txBody>
      </p:sp>
      <p:sp>
        <p:nvSpPr>
          <p:cNvPr id="38" name="Speech Bubble: Oval 37">
            <a:extLst>
              <a:ext uri="{FF2B5EF4-FFF2-40B4-BE49-F238E27FC236}">
                <a16:creationId xmlns:a16="http://schemas.microsoft.com/office/drawing/2014/main" id="{A8E9DFAA-1014-4C29-86EA-C17EB23CBF8E}"/>
              </a:ext>
            </a:extLst>
          </p:cNvPr>
          <p:cNvSpPr/>
          <p:nvPr/>
        </p:nvSpPr>
        <p:spPr>
          <a:xfrm>
            <a:off x="9210737" y="5332776"/>
            <a:ext cx="2233832" cy="928914"/>
          </a:xfrm>
          <a:prstGeom prst="wedgeEllipseCallout">
            <a:avLst>
              <a:gd name="adj1" fmla="val -288274"/>
              <a:gd name="adj2" fmla="val -16562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Key Element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2B02925-27D7-464A-92C4-5216C1BBB051}"/>
              </a:ext>
            </a:extLst>
          </p:cNvPr>
          <p:cNvSpPr/>
          <p:nvPr/>
        </p:nvSpPr>
        <p:spPr>
          <a:xfrm>
            <a:off x="3428280" y="2553793"/>
            <a:ext cx="659113" cy="621043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9FA87D0-4BEC-4A6D-86FE-E4146FFEDBD8}"/>
              </a:ext>
            </a:extLst>
          </p:cNvPr>
          <p:cNvSpPr/>
          <p:nvPr/>
        </p:nvSpPr>
        <p:spPr>
          <a:xfrm>
            <a:off x="2259871" y="3765735"/>
            <a:ext cx="659113" cy="621043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Speech Bubble: Oval 52">
            <a:extLst>
              <a:ext uri="{FF2B5EF4-FFF2-40B4-BE49-F238E27FC236}">
                <a16:creationId xmlns:a16="http://schemas.microsoft.com/office/drawing/2014/main" id="{5AED39E9-5BA2-4F25-919A-A073CBCBCAA2}"/>
              </a:ext>
            </a:extLst>
          </p:cNvPr>
          <p:cNvSpPr/>
          <p:nvPr/>
        </p:nvSpPr>
        <p:spPr>
          <a:xfrm>
            <a:off x="9579429" y="2069626"/>
            <a:ext cx="2233832" cy="928914"/>
          </a:xfrm>
          <a:prstGeom prst="wedgeEllipseCallout">
            <a:avLst>
              <a:gd name="adj1" fmla="val -296720"/>
              <a:gd name="adj2" fmla="val 3749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Entering Variable </a:t>
            </a:r>
          </a:p>
        </p:txBody>
      </p:sp>
      <p:sp>
        <p:nvSpPr>
          <p:cNvPr id="54" name="Speech Bubble: Oval 53">
            <a:extLst>
              <a:ext uri="{FF2B5EF4-FFF2-40B4-BE49-F238E27FC236}">
                <a16:creationId xmlns:a16="http://schemas.microsoft.com/office/drawing/2014/main" id="{345FB632-B7E7-4266-8279-8F37EE22E86D}"/>
              </a:ext>
            </a:extLst>
          </p:cNvPr>
          <p:cNvSpPr/>
          <p:nvPr/>
        </p:nvSpPr>
        <p:spPr>
          <a:xfrm>
            <a:off x="959954" y="5559377"/>
            <a:ext cx="2233832" cy="928914"/>
          </a:xfrm>
          <a:prstGeom prst="wedgeEllipseCallout">
            <a:avLst>
              <a:gd name="adj1" fmla="val 10610"/>
              <a:gd name="adj2" fmla="val -18281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Leaving Variable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50F7005-A0A5-4774-8127-5856594B3A10}"/>
              </a:ext>
            </a:extLst>
          </p:cNvPr>
          <p:cNvSpPr/>
          <p:nvPr/>
        </p:nvSpPr>
        <p:spPr>
          <a:xfrm>
            <a:off x="3328298" y="3276372"/>
            <a:ext cx="68693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1/2        1             1/20         0            6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DD1F160-86D3-4E84-A973-EE048ED5C330}"/>
              </a:ext>
            </a:extLst>
          </p:cNvPr>
          <p:cNvSpPr/>
          <p:nvPr/>
        </p:nvSpPr>
        <p:spPr>
          <a:xfrm>
            <a:off x="3350066" y="3878714"/>
            <a:ext cx="51045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4           0            -2/5           1           32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77F08B0-E8F7-460F-B24E-9D87ED166589}"/>
              </a:ext>
            </a:extLst>
          </p:cNvPr>
          <p:cNvSpPr/>
          <p:nvPr/>
        </p:nvSpPr>
        <p:spPr>
          <a:xfrm>
            <a:off x="3328298" y="4452025"/>
            <a:ext cx="51045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8          16            4/5            0           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376E528-DFB4-47FB-85E0-38009A9119BA}"/>
              </a:ext>
            </a:extLst>
          </p:cNvPr>
          <p:cNvSpPr/>
          <p:nvPr/>
        </p:nvSpPr>
        <p:spPr>
          <a:xfrm>
            <a:off x="3328298" y="4941824"/>
            <a:ext cx="40739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4          0              -4/5          0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32CA54-4654-4791-954B-48DA341CDC37}"/>
              </a:ext>
            </a:extLst>
          </p:cNvPr>
          <p:cNvGrpSpPr/>
          <p:nvPr/>
        </p:nvGrpSpPr>
        <p:grpSpPr>
          <a:xfrm>
            <a:off x="3817569" y="1413296"/>
            <a:ext cx="4170229" cy="1908267"/>
            <a:chOff x="3817569" y="1413296"/>
            <a:chExt cx="4170229" cy="1908267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D8482DC3-8B7A-46E2-B07E-3A8AE16A90B0}"/>
                </a:ext>
              </a:extLst>
            </p:cNvPr>
            <p:cNvCxnSpPr>
              <a:cxnSpLocks/>
            </p:cNvCxnSpPr>
            <p:nvPr/>
          </p:nvCxnSpPr>
          <p:spPr>
            <a:xfrm>
              <a:off x="7987798" y="1413296"/>
              <a:ext cx="0" cy="190826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CAAD129-8161-4A5E-B91B-A275626864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8974" y="1413296"/>
              <a:ext cx="4148824" cy="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AFDBAD3E-9AD1-4B25-9596-A17028A79491}"/>
                </a:ext>
              </a:extLst>
            </p:cNvPr>
            <p:cNvCxnSpPr>
              <a:cxnSpLocks/>
            </p:cNvCxnSpPr>
            <p:nvPr/>
          </p:nvCxnSpPr>
          <p:spPr>
            <a:xfrm>
              <a:off x="3817569" y="1413296"/>
              <a:ext cx="0" cy="189997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60601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5" grpId="0" animBg="1"/>
      <p:bldP spid="8" grpId="0" animBg="1"/>
      <p:bldP spid="29" grpId="0"/>
      <p:bldP spid="34" grpId="0"/>
      <p:bldP spid="36" grpId="0" animBg="1"/>
      <p:bldP spid="37" grpId="0" animBg="1"/>
      <p:bldP spid="38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94FB88BC-6804-46D0-B8AB-E35552A81162}"/>
              </a:ext>
            </a:extLst>
          </p:cNvPr>
          <p:cNvSpPr/>
          <p:nvPr/>
        </p:nvSpPr>
        <p:spPr>
          <a:xfrm>
            <a:off x="1477300" y="4714721"/>
            <a:ext cx="499802" cy="19769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1F62020-A0EC-4C85-93C9-8B28E5715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69" y="4757367"/>
            <a:ext cx="4253600" cy="197694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30DD0B8-E992-4CB2-BF54-843209DA7E37}"/>
              </a:ext>
            </a:extLst>
          </p:cNvPr>
          <p:cNvSpPr/>
          <p:nvPr/>
        </p:nvSpPr>
        <p:spPr>
          <a:xfrm>
            <a:off x="1716258" y="3845267"/>
            <a:ext cx="8378427" cy="8286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104F68-A9B6-4A9C-BD18-0301D1C82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5" y="169930"/>
            <a:ext cx="8596668" cy="78377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Iteration 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90F907-3B83-4F24-B3E9-103787B534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658143"/>
              </p:ext>
            </p:extLst>
          </p:nvPr>
        </p:nvGraphicFramePr>
        <p:xfrm>
          <a:off x="911667" y="966416"/>
          <a:ext cx="8812904" cy="35765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1613">
                  <a:extLst>
                    <a:ext uri="{9D8B030D-6E8A-4147-A177-3AD203B41FA5}">
                      <a16:colId xmlns:a16="http://schemas.microsoft.com/office/drawing/2014/main" val="2905360103"/>
                    </a:ext>
                  </a:extLst>
                </a:gridCol>
                <a:gridCol w="1252434">
                  <a:extLst>
                    <a:ext uri="{9D8B030D-6E8A-4147-A177-3AD203B41FA5}">
                      <a16:colId xmlns:a16="http://schemas.microsoft.com/office/drawing/2014/main" val="3101827574"/>
                    </a:ext>
                  </a:extLst>
                </a:gridCol>
                <a:gridCol w="950792">
                  <a:extLst>
                    <a:ext uri="{9D8B030D-6E8A-4147-A177-3AD203B41FA5}">
                      <a16:colId xmlns:a16="http://schemas.microsoft.com/office/drawing/2014/main" val="3349711521"/>
                    </a:ext>
                  </a:extLst>
                </a:gridCol>
                <a:gridCol w="1101613">
                  <a:extLst>
                    <a:ext uri="{9D8B030D-6E8A-4147-A177-3AD203B41FA5}">
                      <a16:colId xmlns:a16="http://schemas.microsoft.com/office/drawing/2014/main" val="2361876258"/>
                    </a:ext>
                  </a:extLst>
                </a:gridCol>
                <a:gridCol w="1101613">
                  <a:extLst>
                    <a:ext uri="{9D8B030D-6E8A-4147-A177-3AD203B41FA5}">
                      <a16:colId xmlns:a16="http://schemas.microsoft.com/office/drawing/2014/main" val="3236378667"/>
                    </a:ext>
                  </a:extLst>
                </a:gridCol>
                <a:gridCol w="1101613">
                  <a:extLst>
                    <a:ext uri="{9D8B030D-6E8A-4147-A177-3AD203B41FA5}">
                      <a16:colId xmlns:a16="http://schemas.microsoft.com/office/drawing/2014/main" val="2968160148"/>
                    </a:ext>
                  </a:extLst>
                </a:gridCol>
                <a:gridCol w="1101613">
                  <a:extLst>
                    <a:ext uri="{9D8B030D-6E8A-4147-A177-3AD203B41FA5}">
                      <a16:colId xmlns:a16="http://schemas.microsoft.com/office/drawing/2014/main" val="1976915298"/>
                    </a:ext>
                  </a:extLst>
                </a:gridCol>
                <a:gridCol w="1101613">
                  <a:extLst>
                    <a:ext uri="{9D8B030D-6E8A-4147-A177-3AD203B41FA5}">
                      <a16:colId xmlns:a16="http://schemas.microsoft.com/office/drawing/2014/main" val="3368023288"/>
                    </a:ext>
                  </a:extLst>
                </a:gridCol>
              </a:tblGrid>
              <a:tr h="66549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 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Cj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Ratio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2236699"/>
                  </a:ext>
                </a:extLst>
              </a:tr>
              <a:tr h="70861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Basic 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6453594"/>
                  </a:ext>
                </a:extLst>
              </a:tr>
              <a:tr h="6204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387229"/>
                  </a:ext>
                </a:extLst>
              </a:tr>
              <a:tr h="49348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384561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29505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745653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10D4A1B-B99D-4B4E-ADFF-EB306D4999FF}"/>
              </a:ext>
            </a:extLst>
          </p:cNvPr>
          <p:cNvCxnSpPr/>
          <p:nvPr/>
        </p:nvCxnSpPr>
        <p:spPr>
          <a:xfrm>
            <a:off x="2336801" y="1517166"/>
            <a:ext cx="68217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48FD16-BD95-4D14-B781-9F8506602B86}"/>
              </a:ext>
            </a:extLst>
          </p:cNvPr>
          <p:cNvCxnSpPr>
            <a:cxnSpLocks/>
          </p:cNvCxnSpPr>
          <p:nvPr/>
        </p:nvCxnSpPr>
        <p:spPr>
          <a:xfrm>
            <a:off x="1172925" y="1112158"/>
            <a:ext cx="0" cy="3048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EAA07C5-7CB8-41BA-A3DB-4DA4310081CE}"/>
              </a:ext>
            </a:extLst>
          </p:cNvPr>
          <p:cNvSpPr/>
          <p:nvPr/>
        </p:nvSpPr>
        <p:spPr>
          <a:xfrm>
            <a:off x="2393491" y="2347465"/>
            <a:ext cx="5687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x2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29374A-8C0A-469C-9C8B-CA3690C3781C}"/>
              </a:ext>
            </a:extLst>
          </p:cNvPr>
          <p:cNvSpPr/>
          <p:nvPr/>
        </p:nvSpPr>
        <p:spPr>
          <a:xfrm>
            <a:off x="2373087" y="2975519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x1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DF7ACF-FD93-43D4-8E85-9985894350A9}"/>
              </a:ext>
            </a:extLst>
          </p:cNvPr>
          <p:cNvSpPr/>
          <p:nvPr/>
        </p:nvSpPr>
        <p:spPr>
          <a:xfrm>
            <a:off x="1291769" y="2315122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16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86616C-E86D-4453-A38C-BA3C33953E0C}"/>
              </a:ext>
            </a:extLst>
          </p:cNvPr>
          <p:cNvSpPr/>
          <p:nvPr/>
        </p:nvSpPr>
        <p:spPr>
          <a:xfrm>
            <a:off x="1269994" y="2931980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12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4EF912-F04E-42A7-AC8F-9EF06B662B91}"/>
              </a:ext>
            </a:extLst>
          </p:cNvPr>
          <p:cNvSpPr/>
          <p:nvPr/>
        </p:nvSpPr>
        <p:spPr>
          <a:xfrm>
            <a:off x="2359939" y="3509758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F04E717-3391-46C1-9958-6624DF084ED4}"/>
              </a:ext>
            </a:extLst>
          </p:cNvPr>
          <p:cNvSpPr/>
          <p:nvPr/>
        </p:nvSpPr>
        <p:spPr>
          <a:xfrm>
            <a:off x="2097315" y="3998402"/>
            <a:ext cx="1211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Cj</a:t>
            </a:r>
            <a:r>
              <a:rPr lang="en-US" sz="2400" i="1" dirty="0"/>
              <a:t> - </a:t>
            </a:r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50F7005-A0A5-4774-8127-5856594B3A10}"/>
              </a:ext>
            </a:extLst>
          </p:cNvPr>
          <p:cNvSpPr/>
          <p:nvPr/>
        </p:nvSpPr>
        <p:spPr>
          <a:xfrm>
            <a:off x="3328298" y="2391007"/>
            <a:ext cx="68693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0           1             1/10        -1/8        2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DD1F160-86D3-4E84-A973-EE048ED5C330}"/>
              </a:ext>
            </a:extLst>
          </p:cNvPr>
          <p:cNvSpPr/>
          <p:nvPr/>
        </p:nvSpPr>
        <p:spPr>
          <a:xfrm>
            <a:off x="3350066" y="2964320"/>
            <a:ext cx="51045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1           0             -1/10        1/4        8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77F08B0-E8F7-460F-B24E-9D87ED166589}"/>
              </a:ext>
            </a:extLst>
          </p:cNvPr>
          <p:cNvSpPr/>
          <p:nvPr/>
        </p:nvSpPr>
        <p:spPr>
          <a:xfrm>
            <a:off x="3328298" y="3496320"/>
            <a:ext cx="51045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12         16            2/5          1            128   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376E528-DFB4-47FB-85E0-38009A9119BA}"/>
              </a:ext>
            </a:extLst>
          </p:cNvPr>
          <p:cNvSpPr/>
          <p:nvPr/>
        </p:nvSpPr>
        <p:spPr>
          <a:xfrm>
            <a:off x="3328298" y="4056459"/>
            <a:ext cx="40739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 0          0             -2/5          -1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D8412D2-F0D1-4661-A6A3-DCCA8B2FD473}"/>
              </a:ext>
            </a:extLst>
          </p:cNvPr>
          <p:cNvCxnSpPr>
            <a:cxnSpLocks/>
          </p:cNvCxnSpPr>
          <p:nvPr/>
        </p:nvCxnSpPr>
        <p:spPr>
          <a:xfrm flipH="1">
            <a:off x="1815647" y="1517166"/>
            <a:ext cx="1585221" cy="164695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2D16E83-3C55-423E-A22E-84191CD36EA5}"/>
              </a:ext>
            </a:extLst>
          </p:cNvPr>
          <p:cNvCxnSpPr>
            <a:cxnSpLocks/>
          </p:cNvCxnSpPr>
          <p:nvPr/>
        </p:nvCxnSpPr>
        <p:spPr>
          <a:xfrm flipH="1">
            <a:off x="3018972" y="2122950"/>
            <a:ext cx="624114" cy="104117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0774D940-1486-4F7F-8147-C1C9A038B4C7}"/>
              </a:ext>
            </a:extLst>
          </p:cNvPr>
          <p:cNvSpPr/>
          <p:nvPr/>
        </p:nvSpPr>
        <p:spPr>
          <a:xfrm>
            <a:off x="5102068" y="4717431"/>
            <a:ext cx="56177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New x1 = old values / Key Element 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3B5E12F-E298-410C-A811-1B66F2EDDBF2}"/>
              </a:ext>
            </a:extLst>
          </p:cNvPr>
          <p:cNvGrpSpPr/>
          <p:nvPr/>
        </p:nvGrpSpPr>
        <p:grpSpPr>
          <a:xfrm>
            <a:off x="4671106" y="5347645"/>
            <a:ext cx="7351857" cy="973216"/>
            <a:chOff x="4314689" y="5456608"/>
            <a:chExt cx="7848280" cy="1027625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CDEDDEB-CA31-48B0-8E45-7B47BB52C85A}"/>
                </a:ext>
              </a:extLst>
            </p:cNvPr>
            <p:cNvSpPr/>
            <p:nvPr/>
          </p:nvSpPr>
          <p:spPr>
            <a:xfrm>
              <a:off x="4314689" y="5723475"/>
              <a:ext cx="2719655" cy="4874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i="1" dirty="0"/>
                <a:t>New x2 </a:t>
              </a:r>
              <a:r>
                <a:rPr lang="en-US" sz="1600" i="1" dirty="0"/>
                <a:t>=Old Value -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D447B1D-9B5C-4149-9066-DE8E68410AF3}"/>
                </a:ext>
              </a:extLst>
            </p:cNvPr>
            <p:cNvSpPr/>
            <p:nvPr/>
          </p:nvSpPr>
          <p:spPr>
            <a:xfrm>
              <a:off x="6807194" y="5456608"/>
              <a:ext cx="53557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i="1" dirty="0"/>
                <a:t>Corresponding Key Column Value X Corresponding Key Row Value  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C4A3D07-22E2-49E9-AA08-227FFC87CEB8}"/>
                </a:ext>
              </a:extLst>
            </p:cNvPr>
            <p:cNvCxnSpPr/>
            <p:nvPr/>
          </p:nvCxnSpPr>
          <p:spPr>
            <a:xfrm>
              <a:off x="6894286" y="6041383"/>
              <a:ext cx="4963885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B41B1A9-4CA8-4527-9BA6-4C459A1FAF50}"/>
                </a:ext>
              </a:extLst>
            </p:cNvPr>
            <p:cNvSpPr/>
            <p:nvPr/>
          </p:nvSpPr>
          <p:spPr>
            <a:xfrm>
              <a:off x="7910733" y="6145679"/>
              <a:ext cx="219120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i="1" dirty="0"/>
                <a:t>Key Element Value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E8DF3D2-8D6B-4CAE-88EC-3D716711A365}"/>
              </a:ext>
            </a:extLst>
          </p:cNvPr>
          <p:cNvGrpSpPr/>
          <p:nvPr/>
        </p:nvGrpSpPr>
        <p:grpSpPr>
          <a:xfrm>
            <a:off x="2283239" y="35859"/>
            <a:ext cx="5564926" cy="1035311"/>
            <a:chOff x="5148022" y="212810"/>
            <a:chExt cx="5564926" cy="1035311"/>
          </a:xfrm>
        </p:grpSpPr>
        <p:sp>
          <p:nvSpPr>
            <p:cNvPr id="30" name="Speech Bubble: Rectangle 29">
              <a:extLst>
                <a:ext uri="{FF2B5EF4-FFF2-40B4-BE49-F238E27FC236}">
                  <a16:creationId xmlns:a16="http://schemas.microsoft.com/office/drawing/2014/main" id="{8F4BD260-506B-419F-B7A8-E8D129990992}"/>
                </a:ext>
              </a:extLst>
            </p:cNvPr>
            <p:cNvSpPr/>
            <p:nvPr/>
          </p:nvSpPr>
          <p:spPr>
            <a:xfrm>
              <a:off x="5148022" y="212810"/>
              <a:ext cx="5525861" cy="1035311"/>
            </a:xfrm>
            <a:prstGeom prst="wedgeRectCallout">
              <a:avLst>
                <a:gd name="adj1" fmla="val -23673"/>
                <a:gd name="adj2" fmla="val 18210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i="1" dirty="0">
                  <a:solidFill>
                    <a:schemeClr val="tx1"/>
                  </a:solidFill>
                </a:rPr>
                <a:t>New x2 = ½ -</a:t>
              </a: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B910099-C806-485C-8D9C-1A2AEAFDD077}"/>
                </a:ext>
              </a:extLst>
            </p:cNvPr>
            <p:cNvGrpSpPr/>
            <p:nvPr/>
          </p:nvGrpSpPr>
          <p:grpSpPr>
            <a:xfrm>
              <a:off x="6841815" y="327344"/>
              <a:ext cx="3871133" cy="793196"/>
              <a:chOff x="7862410" y="703389"/>
              <a:chExt cx="3871133" cy="793196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8DC01ED-A506-41B9-B2BB-BFE06D40F5D9}"/>
                  </a:ext>
                </a:extLst>
              </p:cNvPr>
              <p:cNvSpPr/>
              <p:nvPr/>
            </p:nvSpPr>
            <p:spPr>
              <a:xfrm>
                <a:off x="7862411" y="710645"/>
                <a:ext cx="1326082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b="1" i="1" dirty="0"/>
                  <a:t>½ x 4</a:t>
                </a:r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92072A20-57E2-42AC-BA91-09F9275F05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62410" y="1106324"/>
                <a:ext cx="962278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2BEA4997-2972-46ED-BE78-965E3DCB9E82}"/>
                  </a:ext>
                </a:extLst>
              </p:cNvPr>
              <p:cNvSpPr/>
              <p:nvPr/>
            </p:nvSpPr>
            <p:spPr>
              <a:xfrm>
                <a:off x="7865861" y="1127253"/>
                <a:ext cx="83861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1" dirty="0"/>
                  <a:t>4</a:t>
                </a:r>
                <a:endParaRPr lang="en-US" sz="1600" b="1" i="1" dirty="0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8B580EF-0A99-495C-A036-C4A65AC967F8}"/>
                  </a:ext>
                </a:extLst>
              </p:cNvPr>
              <p:cNvSpPr/>
              <p:nvPr/>
            </p:nvSpPr>
            <p:spPr>
              <a:xfrm>
                <a:off x="9357050" y="703389"/>
                <a:ext cx="75378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1" dirty="0"/>
                  <a:t>2</a:t>
                </a: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BCFA6233-41F1-4BD0-A88F-458D0B814D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66233" y="1099067"/>
                <a:ext cx="512709" cy="7257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9DBB561-80B6-4A17-BC8B-ADC625798C14}"/>
                  </a:ext>
                </a:extLst>
              </p:cNvPr>
              <p:cNvSpPr/>
              <p:nvPr/>
            </p:nvSpPr>
            <p:spPr>
              <a:xfrm>
                <a:off x="9281002" y="1119996"/>
                <a:ext cx="83861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1" dirty="0"/>
                  <a:t>4</a:t>
                </a:r>
                <a:endParaRPr lang="en-US" sz="1600" b="1" i="1" dirty="0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8E0004E-289F-4BAA-AFAA-9B4FD9022918}"/>
                  </a:ext>
                </a:extLst>
              </p:cNvPr>
              <p:cNvSpPr/>
              <p:nvPr/>
            </p:nvSpPr>
            <p:spPr>
              <a:xfrm>
                <a:off x="8780480" y="913002"/>
                <a:ext cx="7547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1" dirty="0"/>
                  <a:t>: ½ - </a:t>
                </a:r>
                <a:endParaRPr lang="en-US" sz="1600" b="1" i="1" dirty="0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57FD3129-0C27-4957-A070-043930192993}"/>
                  </a:ext>
                </a:extLst>
              </p:cNvPr>
              <p:cNvSpPr/>
              <p:nvPr/>
            </p:nvSpPr>
            <p:spPr>
              <a:xfrm>
                <a:off x="9877788" y="921041"/>
                <a:ext cx="185575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1" dirty="0"/>
                  <a:t>: ½ – ½ = 0</a:t>
                </a:r>
                <a:endParaRPr lang="en-US" sz="1600" b="1" i="1" dirty="0"/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5BF1484-94B5-47FE-B231-13EEAE2D5D70}"/>
              </a:ext>
            </a:extLst>
          </p:cNvPr>
          <p:cNvGrpSpPr/>
          <p:nvPr/>
        </p:nvGrpSpPr>
        <p:grpSpPr>
          <a:xfrm>
            <a:off x="3501069" y="38563"/>
            <a:ext cx="5564926" cy="1035311"/>
            <a:chOff x="5148022" y="212810"/>
            <a:chExt cx="5564926" cy="1035311"/>
          </a:xfrm>
        </p:grpSpPr>
        <p:sp>
          <p:nvSpPr>
            <p:cNvPr id="52" name="Speech Bubble: Rectangle 51">
              <a:extLst>
                <a:ext uri="{FF2B5EF4-FFF2-40B4-BE49-F238E27FC236}">
                  <a16:creationId xmlns:a16="http://schemas.microsoft.com/office/drawing/2014/main" id="{B91FFC6D-E87D-4DA5-B8BD-19C37958C935}"/>
                </a:ext>
              </a:extLst>
            </p:cNvPr>
            <p:cNvSpPr/>
            <p:nvPr/>
          </p:nvSpPr>
          <p:spPr>
            <a:xfrm>
              <a:off x="5148022" y="212810"/>
              <a:ext cx="5525861" cy="1035311"/>
            </a:xfrm>
            <a:prstGeom prst="wedgeRectCallout">
              <a:avLst>
                <a:gd name="adj1" fmla="val -26637"/>
                <a:gd name="adj2" fmla="val 18210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i="1" dirty="0">
                  <a:solidFill>
                    <a:schemeClr val="tx1"/>
                  </a:solidFill>
                </a:rPr>
                <a:t>New x2 = 1 -</a:t>
              </a: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8699763C-7996-4938-AE2E-2D84CE5EFBBC}"/>
                </a:ext>
              </a:extLst>
            </p:cNvPr>
            <p:cNvGrpSpPr/>
            <p:nvPr/>
          </p:nvGrpSpPr>
          <p:grpSpPr>
            <a:xfrm>
              <a:off x="6841815" y="327344"/>
              <a:ext cx="3871133" cy="793196"/>
              <a:chOff x="7862410" y="703389"/>
              <a:chExt cx="3871133" cy="793196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DEE98AE8-E69C-4BD6-B0DE-5B6C58D483E5}"/>
                  </a:ext>
                </a:extLst>
              </p:cNvPr>
              <p:cNvSpPr/>
              <p:nvPr/>
            </p:nvSpPr>
            <p:spPr>
              <a:xfrm>
                <a:off x="7862411" y="710645"/>
                <a:ext cx="962277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b="1" i="1" dirty="0"/>
                  <a:t>½ x 0</a:t>
                </a:r>
              </a:p>
            </p:txBody>
          </p: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A23E9039-4B31-46C2-B7C3-FD17EDB00D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62410" y="1106324"/>
                <a:ext cx="962278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D6A6D700-F36C-44E6-AA14-3A7FDFFA1D25}"/>
                  </a:ext>
                </a:extLst>
              </p:cNvPr>
              <p:cNvSpPr/>
              <p:nvPr/>
            </p:nvSpPr>
            <p:spPr>
              <a:xfrm>
                <a:off x="7865861" y="1127253"/>
                <a:ext cx="83861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1" dirty="0"/>
                  <a:t>4</a:t>
                </a:r>
                <a:endParaRPr lang="en-US" sz="1600" b="1" i="1" dirty="0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6CC0029-BC35-4462-882A-DD3668EA43D0}"/>
                  </a:ext>
                </a:extLst>
              </p:cNvPr>
              <p:cNvSpPr/>
              <p:nvPr/>
            </p:nvSpPr>
            <p:spPr>
              <a:xfrm>
                <a:off x="9357050" y="703389"/>
                <a:ext cx="75378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1" dirty="0"/>
                  <a:t>0</a:t>
                </a:r>
              </a:p>
            </p:txBody>
          </p: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4C78E8D6-C94C-4D75-AA56-56AF108006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66233" y="1099067"/>
                <a:ext cx="512709" cy="7257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266679BC-A82C-4E1A-A27E-D0DCC4D46355}"/>
                  </a:ext>
                </a:extLst>
              </p:cNvPr>
              <p:cNvSpPr/>
              <p:nvPr/>
            </p:nvSpPr>
            <p:spPr>
              <a:xfrm>
                <a:off x="9281002" y="1119996"/>
                <a:ext cx="83861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1" dirty="0"/>
                  <a:t>4</a:t>
                </a:r>
                <a:endParaRPr lang="en-US" sz="1600" b="1" i="1" dirty="0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99AE540F-3593-4720-BE41-65524B6350D2}"/>
                  </a:ext>
                </a:extLst>
              </p:cNvPr>
              <p:cNvSpPr/>
              <p:nvPr/>
            </p:nvSpPr>
            <p:spPr>
              <a:xfrm>
                <a:off x="8780480" y="913002"/>
                <a:ext cx="7547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1" dirty="0"/>
                  <a:t>: 1 - </a:t>
                </a:r>
                <a:endParaRPr lang="en-US" sz="1600" b="1" i="1" dirty="0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286DA9A-6156-4F99-9017-CFAB46889CBF}"/>
                  </a:ext>
                </a:extLst>
              </p:cNvPr>
              <p:cNvSpPr/>
              <p:nvPr/>
            </p:nvSpPr>
            <p:spPr>
              <a:xfrm>
                <a:off x="9877788" y="921041"/>
                <a:ext cx="185575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1" dirty="0"/>
                  <a:t>: 1 – 0 = 1</a:t>
                </a:r>
                <a:endParaRPr lang="en-US" sz="1600" b="1" i="1" dirty="0"/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18173C9-C500-413C-995B-E6E687AC1B39}"/>
              </a:ext>
            </a:extLst>
          </p:cNvPr>
          <p:cNvGrpSpPr/>
          <p:nvPr/>
        </p:nvGrpSpPr>
        <p:grpSpPr>
          <a:xfrm>
            <a:off x="2195167" y="84661"/>
            <a:ext cx="9719744" cy="1475612"/>
            <a:chOff x="2283239" y="85096"/>
            <a:chExt cx="9719744" cy="1475612"/>
          </a:xfrm>
        </p:grpSpPr>
        <p:sp>
          <p:nvSpPr>
            <p:cNvPr id="65" name="Speech Bubble: Rectangle 64">
              <a:extLst>
                <a:ext uri="{FF2B5EF4-FFF2-40B4-BE49-F238E27FC236}">
                  <a16:creationId xmlns:a16="http://schemas.microsoft.com/office/drawing/2014/main" id="{F96F6A7E-BACB-43AC-8DDC-5655614354B3}"/>
                </a:ext>
              </a:extLst>
            </p:cNvPr>
            <p:cNvSpPr/>
            <p:nvPr/>
          </p:nvSpPr>
          <p:spPr>
            <a:xfrm>
              <a:off x="2283239" y="85096"/>
              <a:ext cx="9719741" cy="1035311"/>
            </a:xfrm>
            <a:prstGeom prst="wedgeRectCallout">
              <a:avLst>
                <a:gd name="adj1" fmla="val -12507"/>
                <a:gd name="adj2" fmla="val 17419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i="1" dirty="0">
                  <a:solidFill>
                    <a:schemeClr val="tx1"/>
                  </a:solidFill>
                </a:rPr>
                <a:t>New x2 = 1/20 -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08FC167E-2A96-43B4-B993-E015EBAE28B9}"/>
                </a:ext>
              </a:extLst>
            </p:cNvPr>
            <p:cNvSpPr/>
            <p:nvPr/>
          </p:nvSpPr>
          <p:spPr>
            <a:xfrm>
              <a:off x="4151926" y="274144"/>
              <a:ext cx="1538425" cy="2945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i="1" dirty="0"/>
                <a:t>½ x </a:t>
              </a:r>
              <a:r>
                <a:rPr lang="en-US" sz="1400" b="1" i="1" dirty="0"/>
                <a:t>-2/5</a:t>
              </a:r>
              <a:endParaRPr lang="en-US" sz="1600" b="1" i="1" dirty="0"/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E6CBE71-0E9B-4F53-86FF-8702EE0DB193}"/>
                </a:ext>
              </a:extLst>
            </p:cNvPr>
            <p:cNvCxnSpPr>
              <a:cxnSpLocks/>
            </p:cNvCxnSpPr>
            <p:nvPr/>
          </p:nvCxnSpPr>
          <p:spPr>
            <a:xfrm>
              <a:off x="4151924" y="618341"/>
              <a:ext cx="1538428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829AAD16-758A-4662-B36D-C8FECB5E5399}"/>
                </a:ext>
              </a:extLst>
            </p:cNvPr>
            <p:cNvSpPr/>
            <p:nvPr/>
          </p:nvSpPr>
          <p:spPr>
            <a:xfrm>
              <a:off x="4157442" y="636547"/>
              <a:ext cx="1340720" cy="3212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i="1" dirty="0"/>
                <a:t>4</a:t>
              </a:r>
              <a:endParaRPr lang="en-US" sz="1600" b="1" i="1" dirty="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2BED3378-E174-46D0-8289-EE4DACD940E9}"/>
                </a:ext>
              </a:extLst>
            </p:cNvPr>
            <p:cNvSpPr/>
            <p:nvPr/>
          </p:nvSpPr>
          <p:spPr>
            <a:xfrm>
              <a:off x="5619675" y="450172"/>
              <a:ext cx="144574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i="1" dirty="0"/>
                <a:t>: 1/20 - </a:t>
              </a:r>
              <a:endParaRPr lang="en-US" sz="1600" b="1" i="1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9891CBD0-CA3D-4FF8-8461-287AD2B787FA}"/>
                </a:ext>
              </a:extLst>
            </p:cNvPr>
            <p:cNvSpPr/>
            <p:nvPr/>
          </p:nvSpPr>
          <p:spPr>
            <a:xfrm>
              <a:off x="6734089" y="267832"/>
              <a:ext cx="120510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i="1" dirty="0"/>
                <a:t>-1/5</a:t>
              </a: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6DE1FDFC-778A-495B-BCB7-C558B9DA5545}"/>
                </a:ext>
              </a:extLst>
            </p:cNvPr>
            <p:cNvCxnSpPr>
              <a:cxnSpLocks/>
            </p:cNvCxnSpPr>
            <p:nvPr/>
          </p:nvCxnSpPr>
          <p:spPr>
            <a:xfrm>
              <a:off x="6996207" y="639324"/>
              <a:ext cx="819686" cy="6313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FF1BC38E-783B-460D-8B27-513402B001E5}"/>
                </a:ext>
              </a:extLst>
            </p:cNvPr>
            <p:cNvSpPr/>
            <p:nvPr/>
          </p:nvSpPr>
          <p:spPr>
            <a:xfrm>
              <a:off x="6717584" y="630234"/>
              <a:ext cx="124230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i="1" dirty="0"/>
                <a:t>4</a:t>
              </a:r>
              <a:endParaRPr lang="en-US" sz="1600" b="1" i="1" dirty="0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DF721CA-3AC2-4968-BB5B-8C10B808703D}"/>
                </a:ext>
              </a:extLst>
            </p:cNvPr>
            <p:cNvSpPr/>
            <p:nvPr/>
          </p:nvSpPr>
          <p:spPr>
            <a:xfrm>
              <a:off x="7690524" y="451972"/>
              <a:ext cx="144574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i="1" dirty="0"/>
                <a:t>: 1/20 - </a:t>
              </a:r>
              <a:endParaRPr lang="en-US" sz="1600" b="1" i="1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801F0DC8-E080-49F1-9D3C-D187918256DF}"/>
                </a:ext>
              </a:extLst>
            </p:cNvPr>
            <p:cNvSpPr/>
            <p:nvPr/>
          </p:nvSpPr>
          <p:spPr>
            <a:xfrm>
              <a:off x="8975457" y="270187"/>
              <a:ext cx="69746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i="1" dirty="0"/>
                <a:t>-1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261FEF8D-2A98-4E66-927C-749B3DB4B041}"/>
                </a:ext>
              </a:extLst>
            </p:cNvPr>
            <p:cNvCxnSpPr>
              <a:cxnSpLocks/>
            </p:cNvCxnSpPr>
            <p:nvPr/>
          </p:nvCxnSpPr>
          <p:spPr>
            <a:xfrm>
              <a:off x="9045154" y="641679"/>
              <a:ext cx="545598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01D5B59-CB0D-4BC3-8792-905BC3BF6772}"/>
                </a:ext>
              </a:extLst>
            </p:cNvPr>
            <p:cNvSpPr/>
            <p:nvPr/>
          </p:nvSpPr>
          <p:spPr>
            <a:xfrm>
              <a:off x="8902243" y="675611"/>
              <a:ext cx="872303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i="1" dirty="0"/>
                <a:t>5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F3DB4039-B072-4EF2-80A8-82B2083812F2}"/>
                </a:ext>
              </a:extLst>
            </p:cNvPr>
            <p:cNvSpPr/>
            <p:nvPr/>
          </p:nvSpPr>
          <p:spPr>
            <a:xfrm>
              <a:off x="9871829" y="286373"/>
              <a:ext cx="72939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i="1" dirty="0"/>
                <a:t>1</a:t>
              </a: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9126ED9A-9694-4CF8-91B1-61FC34427BC9}"/>
                </a:ext>
              </a:extLst>
            </p:cNvPr>
            <p:cNvCxnSpPr>
              <a:cxnSpLocks/>
            </p:cNvCxnSpPr>
            <p:nvPr/>
          </p:nvCxnSpPr>
          <p:spPr>
            <a:xfrm>
              <a:off x="9920917" y="657865"/>
              <a:ext cx="545598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FD04B50A-EFA0-47E1-A14B-E66CEA53A456}"/>
                </a:ext>
              </a:extLst>
            </p:cNvPr>
            <p:cNvSpPr/>
            <p:nvPr/>
          </p:nvSpPr>
          <p:spPr>
            <a:xfrm>
              <a:off x="9778007" y="691797"/>
              <a:ext cx="872303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i="1" dirty="0"/>
                <a:t>4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B4589B3F-B03F-4A8D-80A6-7C1BA2406434}"/>
                </a:ext>
              </a:extLst>
            </p:cNvPr>
            <p:cNvSpPr/>
            <p:nvPr/>
          </p:nvSpPr>
          <p:spPr>
            <a:xfrm>
              <a:off x="9430357" y="459184"/>
              <a:ext cx="63467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i="1" dirty="0"/>
                <a:t>x</a:t>
              </a:r>
            </a:p>
          </p:txBody>
        </p:sp>
        <p:sp>
          <p:nvSpPr>
            <p:cNvPr id="8" name="Left Bracket 7">
              <a:extLst>
                <a:ext uri="{FF2B5EF4-FFF2-40B4-BE49-F238E27FC236}">
                  <a16:creationId xmlns:a16="http://schemas.microsoft.com/office/drawing/2014/main" id="{D25F1F62-3359-4D14-B70D-55E6F02B1181}"/>
                </a:ext>
              </a:extLst>
            </p:cNvPr>
            <p:cNvSpPr/>
            <p:nvPr/>
          </p:nvSpPr>
          <p:spPr>
            <a:xfrm>
              <a:off x="4138982" y="195157"/>
              <a:ext cx="167698" cy="804946"/>
            </a:xfrm>
            <a:prstGeom prst="leftBracket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Left Bracket 85">
              <a:extLst>
                <a:ext uri="{FF2B5EF4-FFF2-40B4-BE49-F238E27FC236}">
                  <a16:creationId xmlns:a16="http://schemas.microsoft.com/office/drawing/2014/main" id="{F264B67D-E9D5-427A-B8BC-0410F4F782D0}"/>
                </a:ext>
              </a:extLst>
            </p:cNvPr>
            <p:cNvSpPr/>
            <p:nvPr/>
          </p:nvSpPr>
          <p:spPr>
            <a:xfrm rot="10800000">
              <a:off x="5602578" y="183781"/>
              <a:ext cx="129516" cy="815253"/>
            </a:xfrm>
            <a:prstGeom prst="leftBracket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Left Bracket 86">
              <a:extLst>
                <a:ext uri="{FF2B5EF4-FFF2-40B4-BE49-F238E27FC236}">
                  <a16:creationId xmlns:a16="http://schemas.microsoft.com/office/drawing/2014/main" id="{E017DD96-B12F-4C4A-B851-AA5CD52BE7E9}"/>
                </a:ext>
              </a:extLst>
            </p:cNvPr>
            <p:cNvSpPr/>
            <p:nvPr/>
          </p:nvSpPr>
          <p:spPr>
            <a:xfrm>
              <a:off x="6996384" y="238373"/>
              <a:ext cx="167698" cy="804946"/>
            </a:xfrm>
            <a:prstGeom prst="leftBracket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Left Bracket 87">
              <a:extLst>
                <a:ext uri="{FF2B5EF4-FFF2-40B4-BE49-F238E27FC236}">
                  <a16:creationId xmlns:a16="http://schemas.microsoft.com/office/drawing/2014/main" id="{AA27C497-C1B2-4F3D-BE6D-43BBC9894E57}"/>
                </a:ext>
              </a:extLst>
            </p:cNvPr>
            <p:cNvSpPr/>
            <p:nvPr/>
          </p:nvSpPr>
          <p:spPr>
            <a:xfrm rot="10800000">
              <a:off x="7706947" y="240645"/>
              <a:ext cx="129516" cy="815253"/>
            </a:xfrm>
            <a:prstGeom prst="leftBracket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Left Bracket 88">
              <a:extLst>
                <a:ext uri="{FF2B5EF4-FFF2-40B4-BE49-F238E27FC236}">
                  <a16:creationId xmlns:a16="http://schemas.microsoft.com/office/drawing/2014/main" id="{BBB2420D-DE7B-4DEB-9D2A-70608E88B485}"/>
                </a:ext>
              </a:extLst>
            </p:cNvPr>
            <p:cNvSpPr/>
            <p:nvPr/>
          </p:nvSpPr>
          <p:spPr>
            <a:xfrm>
              <a:off x="9048223" y="281589"/>
              <a:ext cx="167698" cy="804946"/>
            </a:xfrm>
            <a:prstGeom prst="leftBracket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Left Bracket 90">
              <a:extLst>
                <a:ext uri="{FF2B5EF4-FFF2-40B4-BE49-F238E27FC236}">
                  <a16:creationId xmlns:a16="http://schemas.microsoft.com/office/drawing/2014/main" id="{F7A2C0B0-6035-492C-AA89-B2779377AC38}"/>
                </a:ext>
              </a:extLst>
            </p:cNvPr>
            <p:cNvSpPr/>
            <p:nvPr/>
          </p:nvSpPr>
          <p:spPr>
            <a:xfrm rot="10800000">
              <a:off x="10284144" y="283861"/>
              <a:ext cx="129516" cy="815253"/>
            </a:xfrm>
            <a:prstGeom prst="leftBracket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B0B0C787-368F-41F8-9C43-4EA940954973}"/>
                </a:ext>
              </a:extLst>
            </p:cNvPr>
            <p:cNvSpPr/>
            <p:nvPr/>
          </p:nvSpPr>
          <p:spPr>
            <a:xfrm>
              <a:off x="10326584" y="457013"/>
              <a:ext cx="16763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i="1" dirty="0"/>
                <a:t>: 1/20 + 1/20 </a:t>
              </a:r>
              <a:endParaRPr lang="en-US" sz="1600" b="1" i="1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10D83FC-7940-402F-B5B0-F709D30A86A8}"/>
                </a:ext>
              </a:extLst>
            </p:cNvPr>
            <p:cNvSpPr/>
            <p:nvPr/>
          </p:nvSpPr>
          <p:spPr>
            <a:xfrm>
              <a:off x="3400869" y="1099043"/>
              <a:ext cx="407398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i="1" dirty="0"/>
                <a:t> 12         16             0            0 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F37D74E3-585D-4E7D-90FB-90B97715A1C2}"/>
              </a:ext>
            </a:extLst>
          </p:cNvPr>
          <p:cNvSpPr/>
          <p:nvPr/>
        </p:nvSpPr>
        <p:spPr>
          <a:xfrm>
            <a:off x="3400868" y="1773771"/>
            <a:ext cx="40739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x1         x2           s1            s2 </a:t>
            </a:r>
          </a:p>
        </p:txBody>
      </p:sp>
    </p:spTree>
    <p:extLst>
      <p:ext uri="{BB962C8B-B14F-4D97-AF65-F5344CB8AC3E}">
        <p14:creationId xmlns:p14="http://schemas.microsoft.com/office/powerpoint/2010/main" val="241382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2" grpId="0"/>
      <p:bldP spid="23" grpId="0"/>
      <p:bldP spid="24" grpId="0"/>
      <p:bldP spid="25" grpId="0"/>
      <p:bldP spid="39" grpId="0"/>
      <p:bldP spid="40" grpId="0"/>
      <p:bldP spid="42" grpId="0"/>
      <p:bldP spid="45" grpId="0"/>
      <p:bldP spid="44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" name="Table 73">
            <a:extLst>
              <a:ext uri="{FF2B5EF4-FFF2-40B4-BE49-F238E27FC236}">
                <a16:creationId xmlns:a16="http://schemas.microsoft.com/office/drawing/2014/main" id="{251B0105-864B-4306-BD58-24A59F6B62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104549"/>
              </p:ext>
            </p:extLst>
          </p:nvPr>
        </p:nvGraphicFramePr>
        <p:xfrm>
          <a:off x="911667" y="1078959"/>
          <a:ext cx="8812904" cy="35765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1613">
                  <a:extLst>
                    <a:ext uri="{9D8B030D-6E8A-4147-A177-3AD203B41FA5}">
                      <a16:colId xmlns:a16="http://schemas.microsoft.com/office/drawing/2014/main" val="2905360103"/>
                    </a:ext>
                  </a:extLst>
                </a:gridCol>
                <a:gridCol w="1252434">
                  <a:extLst>
                    <a:ext uri="{9D8B030D-6E8A-4147-A177-3AD203B41FA5}">
                      <a16:colId xmlns:a16="http://schemas.microsoft.com/office/drawing/2014/main" val="3101827574"/>
                    </a:ext>
                  </a:extLst>
                </a:gridCol>
                <a:gridCol w="950792">
                  <a:extLst>
                    <a:ext uri="{9D8B030D-6E8A-4147-A177-3AD203B41FA5}">
                      <a16:colId xmlns:a16="http://schemas.microsoft.com/office/drawing/2014/main" val="3349711521"/>
                    </a:ext>
                  </a:extLst>
                </a:gridCol>
                <a:gridCol w="1101613">
                  <a:extLst>
                    <a:ext uri="{9D8B030D-6E8A-4147-A177-3AD203B41FA5}">
                      <a16:colId xmlns:a16="http://schemas.microsoft.com/office/drawing/2014/main" val="2361876258"/>
                    </a:ext>
                  </a:extLst>
                </a:gridCol>
                <a:gridCol w="1101613">
                  <a:extLst>
                    <a:ext uri="{9D8B030D-6E8A-4147-A177-3AD203B41FA5}">
                      <a16:colId xmlns:a16="http://schemas.microsoft.com/office/drawing/2014/main" val="3236378667"/>
                    </a:ext>
                  </a:extLst>
                </a:gridCol>
                <a:gridCol w="1101613">
                  <a:extLst>
                    <a:ext uri="{9D8B030D-6E8A-4147-A177-3AD203B41FA5}">
                      <a16:colId xmlns:a16="http://schemas.microsoft.com/office/drawing/2014/main" val="2968160148"/>
                    </a:ext>
                  </a:extLst>
                </a:gridCol>
                <a:gridCol w="1101613">
                  <a:extLst>
                    <a:ext uri="{9D8B030D-6E8A-4147-A177-3AD203B41FA5}">
                      <a16:colId xmlns:a16="http://schemas.microsoft.com/office/drawing/2014/main" val="1976915298"/>
                    </a:ext>
                  </a:extLst>
                </a:gridCol>
                <a:gridCol w="1101613">
                  <a:extLst>
                    <a:ext uri="{9D8B030D-6E8A-4147-A177-3AD203B41FA5}">
                      <a16:colId xmlns:a16="http://schemas.microsoft.com/office/drawing/2014/main" val="3368023288"/>
                    </a:ext>
                  </a:extLst>
                </a:gridCol>
              </a:tblGrid>
              <a:tr h="66549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 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Cj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Ratio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2236699"/>
                  </a:ext>
                </a:extLst>
              </a:tr>
              <a:tr h="70861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Basic 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6453594"/>
                  </a:ext>
                </a:extLst>
              </a:tr>
              <a:tr h="6204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387229"/>
                  </a:ext>
                </a:extLst>
              </a:tr>
              <a:tr h="49348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384561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29505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745653"/>
                  </a:ext>
                </a:extLst>
              </a:tr>
            </a:tbl>
          </a:graphicData>
        </a:graphic>
      </p:graphicFrame>
      <p:sp>
        <p:nvSpPr>
          <p:cNvPr id="91" name="Rectangle 90">
            <a:extLst>
              <a:ext uri="{FF2B5EF4-FFF2-40B4-BE49-F238E27FC236}">
                <a16:creationId xmlns:a16="http://schemas.microsoft.com/office/drawing/2014/main" id="{5A168698-FEC5-4E2D-9A3A-26B510BA5320}"/>
              </a:ext>
            </a:extLst>
          </p:cNvPr>
          <p:cNvSpPr/>
          <p:nvPr/>
        </p:nvSpPr>
        <p:spPr>
          <a:xfrm>
            <a:off x="7449488" y="3487215"/>
            <a:ext cx="1122247" cy="6958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B7163A-92FA-4BF2-BC13-7AA24BB08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25348"/>
            <a:ext cx="8596668" cy="853440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Final Optimality</a:t>
            </a:r>
          </a:p>
        </p:txBody>
      </p:sp>
      <p:sp>
        <p:nvSpPr>
          <p:cNvPr id="72" name="Content Placeholder 2">
            <a:extLst>
              <a:ext uri="{FF2B5EF4-FFF2-40B4-BE49-F238E27FC236}">
                <a16:creationId xmlns:a16="http://schemas.microsoft.com/office/drawing/2014/main" id="{92C81DC3-B0B3-4EEA-A8F9-16F859BAEAA4}"/>
              </a:ext>
            </a:extLst>
          </p:cNvPr>
          <p:cNvSpPr txBox="1">
            <a:spLocks/>
          </p:cNvSpPr>
          <p:nvPr/>
        </p:nvSpPr>
        <p:spPr>
          <a:xfrm>
            <a:off x="1969477" y="4726746"/>
            <a:ext cx="7445202" cy="165998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 x1 = 8</a:t>
            </a:r>
          </a:p>
          <a:p>
            <a:r>
              <a:rPr lang="en-US" sz="2800" dirty="0"/>
              <a:t> x2 = 2</a:t>
            </a:r>
          </a:p>
          <a:p>
            <a:r>
              <a:rPr lang="en-US" sz="2800" i="1" dirty="0"/>
              <a:t> Z = 128</a:t>
            </a:r>
          </a:p>
          <a:p>
            <a:r>
              <a:rPr lang="en-US" sz="2800" b="1" dirty="0"/>
              <a:t>Maximize </a:t>
            </a:r>
            <a:r>
              <a:rPr lang="en-US" sz="2800" b="1" i="1" dirty="0"/>
              <a:t>Z = 12 x1 + 16 x2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061128-30D3-498C-AB48-44F2A70B5EF3}"/>
              </a:ext>
            </a:extLst>
          </p:cNvPr>
          <p:cNvSpPr/>
          <p:nvPr/>
        </p:nvSpPr>
        <p:spPr>
          <a:xfrm>
            <a:off x="7450111" y="2355709"/>
            <a:ext cx="1122247" cy="12175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B80592B-4177-4AE8-8C15-92FA3BFADA78}"/>
              </a:ext>
            </a:extLst>
          </p:cNvPr>
          <p:cNvSpPr/>
          <p:nvPr/>
        </p:nvSpPr>
        <p:spPr>
          <a:xfrm>
            <a:off x="3400869" y="1211586"/>
            <a:ext cx="40739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12        16             0            0 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5DF31D0-ADA4-4CAD-A08A-2DE4A5EDF7C7}"/>
              </a:ext>
            </a:extLst>
          </p:cNvPr>
          <p:cNvSpPr/>
          <p:nvPr/>
        </p:nvSpPr>
        <p:spPr>
          <a:xfrm>
            <a:off x="3400868" y="1886314"/>
            <a:ext cx="40739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x1        x2            s1           s2 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3D62B61-3EB6-4B95-99E5-A2C041A1CC8B}"/>
              </a:ext>
            </a:extLst>
          </p:cNvPr>
          <p:cNvCxnSpPr/>
          <p:nvPr/>
        </p:nvCxnSpPr>
        <p:spPr>
          <a:xfrm>
            <a:off x="2336801" y="1629709"/>
            <a:ext cx="68217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93251AB5-AE42-4B14-8C85-5F6B2871AA1E}"/>
              </a:ext>
            </a:extLst>
          </p:cNvPr>
          <p:cNvCxnSpPr>
            <a:cxnSpLocks/>
          </p:cNvCxnSpPr>
          <p:nvPr/>
        </p:nvCxnSpPr>
        <p:spPr>
          <a:xfrm>
            <a:off x="1172925" y="1224701"/>
            <a:ext cx="0" cy="3048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D0C2B632-E2BB-451C-9A4D-EA98C7269EC7}"/>
              </a:ext>
            </a:extLst>
          </p:cNvPr>
          <p:cNvSpPr/>
          <p:nvPr/>
        </p:nvSpPr>
        <p:spPr>
          <a:xfrm>
            <a:off x="2393491" y="2460008"/>
            <a:ext cx="5687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x2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E60B9BA-2F3B-4259-9FB2-75C7B0C94ED4}"/>
              </a:ext>
            </a:extLst>
          </p:cNvPr>
          <p:cNvSpPr/>
          <p:nvPr/>
        </p:nvSpPr>
        <p:spPr>
          <a:xfrm>
            <a:off x="2373087" y="3088062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x1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A30392F-53CC-47AF-BB6C-10CE27E0C4F9}"/>
              </a:ext>
            </a:extLst>
          </p:cNvPr>
          <p:cNvSpPr/>
          <p:nvPr/>
        </p:nvSpPr>
        <p:spPr>
          <a:xfrm>
            <a:off x="1291769" y="2427665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16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9A76D15-5C59-437A-AFCA-6A724D4A25C7}"/>
              </a:ext>
            </a:extLst>
          </p:cNvPr>
          <p:cNvSpPr/>
          <p:nvPr/>
        </p:nvSpPr>
        <p:spPr>
          <a:xfrm>
            <a:off x="1269994" y="3044523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12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A02B06E-BA18-437B-B762-F887D2711F3C}"/>
              </a:ext>
            </a:extLst>
          </p:cNvPr>
          <p:cNvSpPr/>
          <p:nvPr/>
        </p:nvSpPr>
        <p:spPr>
          <a:xfrm>
            <a:off x="2359939" y="3622301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DC11277-B1E3-475D-875F-0FE9CB6015C3}"/>
              </a:ext>
            </a:extLst>
          </p:cNvPr>
          <p:cNvSpPr/>
          <p:nvPr/>
        </p:nvSpPr>
        <p:spPr>
          <a:xfrm>
            <a:off x="2097315" y="4110945"/>
            <a:ext cx="1211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Cj</a:t>
            </a:r>
            <a:r>
              <a:rPr lang="en-US" sz="2400" i="1" dirty="0"/>
              <a:t> - </a:t>
            </a:r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9D8E490-5CC6-448C-A007-4BBF5F947765}"/>
              </a:ext>
            </a:extLst>
          </p:cNvPr>
          <p:cNvSpPr/>
          <p:nvPr/>
        </p:nvSpPr>
        <p:spPr>
          <a:xfrm>
            <a:off x="3328298" y="2503550"/>
            <a:ext cx="68693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0          1             1/10        -1/8        2 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42CC9C9-7FBD-49CB-9DAD-25490FE6A608}"/>
              </a:ext>
            </a:extLst>
          </p:cNvPr>
          <p:cNvSpPr/>
          <p:nvPr/>
        </p:nvSpPr>
        <p:spPr>
          <a:xfrm>
            <a:off x="3350066" y="3076863"/>
            <a:ext cx="51045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1          0            -1/10        1/4         8 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D45CF89-BF5C-4902-80C2-54DA0EABFCC4}"/>
              </a:ext>
            </a:extLst>
          </p:cNvPr>
          <p:cNvSpPr/>
          <p:nvPr/>
        </p:nvSpPr>
        <p:spPr>
          <a:xfrm>
            <a:off x="3328298" y="3608863"/>
            <a:ext cx="51045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12       16            2/5           1           128   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910AF9B-63B3-475D-833B-40071CD1DC34}"/>
              </a:ext>
            </a:extLst>
          </p:cNvPr>
          <p:cNvSpPr/>
          <p:nvPr/>
        </p:nvSpPr>
        <p:spPr>
          <a:xfrm>
            <a:off x="3328298" y="4169002"/>
            <a:ext cx="40739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 0         0             -2/5         -1 </a:t>
            </a:r>
          </a:p>
        </p:txBody>
      </p:sp>
    </p:spTree>
    <p:extLst>
      <p:ext uri="{BB962C8B-B14F-4D97-AF65-F5344CB8AC3E}">
        <p14:creationId xmlns:p14="http://schemas.microsoft.com/office/powerpoint/2010/main" val="20754904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E71CFA69A98247845C383A00253C40" ma:contentTypeVersion="2" ma:contentTypeDescription="Create a new document." ma:contentTypeScope="" ma:versionID="f72964e7bbe5712c818c7fedd9512191">
  <xsd:schema xmlns:xsd="http://www.w3.org/2001/XMLSchema" xmlns:xs="http://www.w3.org/2001/XMLSchema" xmlns:p="http://schemas.microsoft.com/office/2006/metadata/properties" xmlns:ns2="df63d6c3-3097-4dac-9e01-3e35a00a78b2" targetNamespace="http://schemas.microsoft.com/office/2006/metadata/properties" ma:root="true" ma:fieldsID="ddd1b32bd9dd0fd619750b9a6d7097df" ns2:_="">
    <xsd:import namespace="df63d6c3-3097-4dac-9e01-3e35a00a78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63d6c3-3097-4dac-9e01-3e35a00a78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9C26445-F4A3-4B32-9C2F-3F818B1226F6}"/>
</file>

<file path=customXml/itemProps2.xml><?xml version="1.0" encoding="utf-8"?>
<ds:datastoreItem xmlns:ds="http://schemas.openxmlformats.org/officeDocument/2006/customXml" ds:itemID="{F20A2F8D-7AD8-45E5-8A05-D63CAA346D4E}"/>
</file>

<file path=customXml/itemProps3.xml><?xml version="1.0" encoding="utf-8"?>
<ds:datastoreItem xmlns:ds="http://schemas.openxmlformats.org/officeDocument/2006/customXml" ds:itemID="{C9182405-0A28-43B3-8D8F-448FE2EB52BE}"/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8377</TotalTime>
  <Words>898</Words>
  <Application>Microsoft Office PowerPoint</Application>
  <PresentationFormat>Widescreen</PresentationFormat>
  <Paragraphs>249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Wingdings</vt:lpstr>
      <vt:lpstr>Wingdings 3</vt:lpstr>
      <vt:lpstr>Wood Type</vt:lpstr>
      <vt:lpstr>LPP Using  Simplex Method</vt:lpstr>
      <vt:lpstr>Overview</vt:lpstr>
      <vt:lpstr>Example</vt:lpstr>
      <vt:lpstr>Step – Convert all inequality constraints  into equality (use slack variables)</vt:lpstr>
      <vt:lpstr>Step – Develop Initial Simplex Table </vt:lpstr>
      <vt:lpstr>Is it a Optimal Solution ?</vt:lpstr>
      <vt:lpstr>Step – Reach Optimality </vt:lpstr>
      <vt:lpstr>Step – Example </vt:lpstr>
      <vt:lpstr>First Iteration Table</vt:lpstr>
      <vt:lpstr>Iteration 1 – Find Ratio</vt:lpstr>
      <vt:lpstr>Iteration 2</vt:lpstr>
      <vt:lpstr>Final Optimality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Umesh Zemse</cp:lastModifiedBy>
  <cp:revision>571</cp:revision>
  <dcterms:created xsi:type="dcterms:W3CDTF">2019-07-10T03:56:52Z</dcterms:created>
  <dcterms:modified xsi:type="dcterms:W3CDTF">2020-09-13T03:33:21Z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0x0101008BE71CFA69A98247845C383A00253C40</vt:lpwstr>
  </property>
  <property fmtid="{D5CDD505-2E9C-101B-9397-08002B2CF9AE}" pid="3" name="Order">
    <vt:r8>1593500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</Properties>
</file>